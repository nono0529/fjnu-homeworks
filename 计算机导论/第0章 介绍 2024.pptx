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7"/>
  </p:notesMasterIdLst>
  <p:sldIdLst>
    <p:sldId id="379" r:id="rId3"/>
    <p:sldId id="431" r:id="rId4"/>
    <p:sldId id="425" r:id="rId5"/>
    <p:sldId id="428" r:id="rId6"/>
    <p:sldId id="429" r:id="rId7"/>
    <p:sldId id="434" r:id="rId8"/>
    <p:sldId id="435" r:id="rId9"/>
    <p:sldId id="427" r:id="rId10"/>
    <p:sldId id="430" r:id="rId11"/>
    <p:sldId id="436" r:id="rId12"/>
    <p:sldId id="433" r:id="rId13"/>
    <p:sldId id="553" r:id="rId14"/>
    <p:sldId id="438" r:id="rId15"/>
    <p:sldId id="439" r:id="rId16"/>
    <p:sldId id="437" r:id="rId17"/>
    <p:sldId id="440" r:id="rId18"/>
    <p:sldId id="557" r:id="rId19"/>
    <p:sldId id="555" r:id="rId20"/>
    <p:sldId id="556" r:id="rId21"/>
    <p:sldId id="554" r:id="rId22"/>
    <p:sldId id="441" r:id="rId23"/>
    <p:sldId id="442" r:id="rId24"/>
    <p:sldId id="443" r:id="rId25"/>
    <p:sldId id="55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43C0C"/>
    <a:srgbClr val="DBDBF9"/>
    <a:srgbClr val="C29E86"/>
    <a:srgbClr val="CDCDF7"/>
    <a:srgbClr val="BEBEF4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5" autoAdjust="0"/>
    <p:restoredTop sz="73407" autoAdjust="0"/>
  </p:normalViewPr>
  <p:slideViewPr>
    <p:cSldViewPr snapToGrid="0">
      <p:cViewPr varScale="1">
        <p:scale>
          <a:sx n="57" d="100"/>
          <a:sy n="57" d="100"/>
        </p:scale>
        <p:origin x="118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980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5B4B0-65D4-4E33-8144-61AC5D25D1E9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D49BE-BF5F-4C11-9ED4-DFF65B4717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56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18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804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794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计算机比网络工程更全面，更具有脉络性，网络工程与具体应用联系更紧密，计算机科学以计算机作为单元研究，网络工程以计算机组的通信，资源共享，物理规划分布有关，计算机科学的学习为我们从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1,</a:t>
            </a:r>
            <a:r>
              <a:rPr lang="zh-CN" altLang="en-US" dirty="0"/>
              <a:t>认识计算机提供了坚实的理论基础，同时帮我们了解网络工程与计算机环境的关联有了更清晰的认知。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982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就业方向远狭窄于专业方向，主客观原因实际就业即可能和网络相关，如红点，但也有可能与计算机都不相关。就业领域具有细化性，专业性，深度性，但学习期间要保有全面综合的视野，才能让就业规划，调整，能够更为平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938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91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44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2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60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12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4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0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00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85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981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734" y="21266"/>
            <a:ext cx="10111563" cy="51217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771" y="627322"/>
            <a:ext cx="11557591" cy="5996762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lang="zh-CN" altLang="en-US" sz="24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marR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altLang="zh-CN" sz="220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742950" indent="-285750"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080000" indent="-360000">
              <a:spcBef>
                <a:spcPts val="50"/>
              </a:spcBef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  <a:lvl6pPr marL="720000" indent="-360000">
              <a:spcBef>
                <a:spcPts val="50"/>
              </a:spcBef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4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级</a:t>
            </a:r>
            <a:endParaRPr lang="en-US" altLang="zh-CN"/>
          </a:p>
          <a:p>
            <a:pPr lvl="5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级</a:t>
            </a:r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14670" y="552890"/>
            <a:ext cx="11536325" cy="0"/>
          </a:xfrm>
          <a:prstGeom prst="line">
            <a:avLst/>
          </a:prstGeom>
          <a:ln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7"/>
          <p:cNvSpPr txBox="1">
            <a:spLocks noChangeArrowheads="1"/>
          </p:cNvSpPr>
          <p:nvPr userDrawn="1"/>
        </p:nvSpPr>
        <p:spPr bwMode="auto">
          <a:xfrm>
            <a:off x="9898916" y="130167"/>
            <a:ext cx="2064527" cy="412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fld id="{C5E79471-F8A8-4285-BECE-D9E30C77A9C8}" type="slidenum">
              <a:rPr lang="zh-CN" altLang="en-US" sz="1600" b="0" smtClean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‹#›</a:t>
            </a:fld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 共</a:t>
            </a:r>
            <a:r>
              <a:rPr lang="en-US" altLang="zh-CN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152</a:t>
            </a:r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1687" y="73046"/>
            <a:ext cx="4401894" cy="40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7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734" y="21266"/>
            <a:ext cx="10111563" cy="51217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771" y="627322"/>
            <a:ext cx="11557591" cy="5996762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indent="-360000">
              <a:lnSpc>
                <a:spcPct val="100000"/>
              </a:lnSpc>
              <a:spcBef>
                <a:spcPts val="50"/>
              </a:spcBef>
              <a:defRPr sz="22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80000" indent="-360000">
              <a:spcBef>
                <a:spcPts val="50"/>
              </a:spcBef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6pPr marL="720000" indent="-360000">
              <a:spcBef>
                <a:spcPts val="50"/>
              </a:spcBef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级</a:t>
            </a:r>
            <a:endParaRPr lang="en-US" altLang="zh-CN"/>
          </a:p>
          <a:p>
            <a:pPr lvl="5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级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14670" y="552890"/>
            <a:ext cx="11536325" cy="0"/>
          </a:xfrm>
          <a:prstGeom prst="line">
            <a:avLst/>
          </a:prstGeom>
          <a:ln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66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33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gray">
          <a:xfrm>
            <a:off x="0" y="0"/>
            <a:ext cx="12192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2800">
              <a:solidFill>
                <a:srgbClr val="080808"/>
              </a:solidFill>
            </a:endParaRPr>
          </a:p>
        </p:txBody>
      </p:sp>
      <p:grpSp>
        <p:nvGrpSpPr>
          <p:cNvPr id="5" name="Group 3"/>
          <p:cNvGrpSpPr>
            <a:grpSpLocks/>
          </p:cNvGrpSpPr>
          <p:nvPr userDrawn="1"/>
        </p:nvGrpSpPr>
        <p:grpSpPr bwMode="auto">
          <a:xfrm>
            <a:off x="203200" y="381000"/>
            <a:ext cx="9118600" cy="3365500"/>
            <a:chOff x="664" y="1951"/>
            <a:chExt cx="4308" cy="2120"/>
          </a:xfrm>
        </p:grpSpPr>
        <p:sp>
          <p:nvSpPr>
            <p:cNvPr id="6" name="Freeform 4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6 w 1692"/>
                <a:gd name="T1" fmla="*/ 34 h 2586"/>
                <a:gd name="T2" fmla="*/ 43 w 1692"/>
                <a:gd name="T3" fmla="*/ 28 h 2586"/>
                <a:gd name="T4" fmla="*/ 57 w 1692"/>
                <a:gd name="T5" fmla="*/ 32 h 2586"/>
                <a:gd name="T6" fmla="*/ 55 w 1692"/>
                <a:gd name="T7" fmla="*/ 59 h 2586"/>
                <a:gd name="T8" fmla="*/ 36 w 1692"/>
                <a:gd name="T9" fmla="*/ 77 h 2586"/>
                <a:gd name="T10" fmla="*/ 28 w 1692"/>
                <a:gd name="T11" fmla="*/ 95 h 2586"/>
                <a:gd name="T12" fmla="*/ 37 w 1692"/>
                <a:gd name="T13" fmla="*/ 128 h 2586"/>
                <a:gd name="T14" fmla="*/ 42 w 1692"/>
                <a:gd name="T15" fmla="*/ 127 h 2586"/>
                <a:gd name="T16" fmla="*/ 43 w 1692"/>
                <a:gd name="T17" fmla="*/ 120 h 2586"/>
                <a:gd name="T18" fmla="*/ 64 w 1692"/>
                <a:gd name="T19" fmla="*/ 154 h 2586"/>
                <a:gd name="T20" fmla="*/ 86 w 1692"/>
                <a:gd name="T21" fmla="*/ 159 h 2586"/>
                <a:gd name="T22" fmla="*/ 105 w 1692"/>
                <a:gd name="T23" fmla="*/ 179 h 2586"/>
                <a:gd name="T24" fmla="*/ 113 w 1692"/>
                <a:gd name="T25" fmla="*/ 189 h 2586"/>
                <a:gd name="T26" fmla="*/ 102 w 1692"/>
                <a:gd name="T27" fmla="*/ 214 h 2586"/>
                <a:gd name="T28" fmla="*/ 121 w 1692"/>
                <a:gd name="T29" fmla="*/ 236 h 2586"/>
                <a:gd name="T30" fmla="*/ 136 w 1692"/>
                <a:gd name="T31" fmla="*/ 268 h 2586"/>
                <a:gd name="T32" fmla="*/ 145 w 1692"/>
                <a:gd name="T33" fmla="*/ 307 h 2586"/>
                <a:gd name="T34" fmla="*/ 157 w 1692"/>
                <a:gd name="T35" fmla="*/ 337 h 2586"/>
                <a:gd name="T36" fmla="*/ 168 w 1692"/>
                <a:gd name="T37" fmla="*/ 335 h 2586"/>
                <a:gd name="T38" fmla="*/ 165 w 1692"/>
                <a:gd name="T39" fmla="*/ 318 h 2586"/>
                <a:gd name="T40" fmla="*/ 170 w 1692"/>
                <a:gd name="T41" fmla="*/ 306 h 2586"/>
                <a:gd name="T42" fmla="*/ 180 w 1692"/>
                <a:gd name="T43" fmla="*/ 296 h 2586"/>
                <a:gd name="T44" fmla="*/ 191 w 1692"/>
                <a:gd name="T45" fmla="*/ 276 h 2586"/>
                <a:gd name="T46" fmla="*/ 207 w 1692"/>
                <a:gd name="T47" fmla="*/ 259 h 2586"/>
                <a:gd name="T48" fmla="*/ 214 w 1692"/>
                <a:gd name="T49" fmla="*/ 232 h 2586"/>
                <a:gd name="T50" fmla="*/ 204 w 1692"/>
                <a:gd name="T51" fmla="*/ 204 h 2586"/>
                <a:gd name="T52" fmla="*/ 181 w 1692"/>
                <a:gd name="T53" fmla="*/ 187 h 2586"/>
                <a:gd name="T54" fmla="*/ 146 w 1692"/>
                <a:gd name="T55" fmla="*/ 170 h 2586"/>
                <a:gd name="T56" fmla="*/ 128 w 1692"/>
                <a:gd name="T57" fmla="*/ 167 h 2586"/>
                <a:gd name="T58" fmla="*/ 119 w 1692"/>
                <a:gd name="T59" fmla="*/ 169 h 2586"/>
                <a:gd name="T60" fmla="*/ 105 w 1692"/>
                <a:gd name="T61" fmla="*/ 174 h 2586"/>
                <a:gd name="T62" fmla="*/ 100 w 1692"/>
                <a:gd name="T63" fmla="*/ 156 h 2586"/>
                <a:gd name="T64" fmla="*/ 97 w 1692"/>
                <a:gd name="T65" fmla="*/ 141 h 2586"/>
                <a:gd name="T66" fmla="*/ 83 w 1692"/>
                <a:gd name="T67" fmla="*/ 147 h 2586"/>
                <a:gd name="T68" fmla="*/ 75 w 1692"/>
                <a:gd name="T69" fmla="*/ 127 h 2586"/>
                <a:gd name="T70" fmla="*/ 97 w 1692"/>
                <a:gd name="T71" fmla="*/ 121 h 2586"/>
                <a:gd name="T72" fmla="*/ 111 w 1692"/>
                <a:gd name="T73" fmla="*/ 120 h 2586"/>
                <a:gd name="T74" fmla="*/ 118 w 1692"/>
                <a:gd name="T75" fmla="*/ 119 h 2586"/>
                <a:gd name="T76" fmla="*/ 139 w 1692"/>
                <a:gd name="T77" fmla="*/ 100 h 2586"/>
                <a:gd name="T78" fmla="*/ 157 w 1692"/>
                <a:gd name="T79" fmla="*/ 90 h 2586"/>
                <a:gd name="T80" fmla="*/ 168 w 1692"/>
                <a:gd name="T81" fmla="*/ 85 h 2586"/>
                <a:gd name="T82" fmla="*/ 177 w 1692"/>
                <a:gd name="T83" fmla="*/ 71 h 2586"/>
                <a:gd name="T84" fmla="*/ 170 w 1692"/>
                <a:gd name="T85" fmla="*/ 68 h 2586"/>
                <a:gd name="T86" fmla="*/ 201 w 1692"/>
                <a:gd name="T87" fmla="*/ 61 h 2586"/>
                <a:gd name="T88" fmla="*/ 186 w 1692"/>
                <a:gd name="T89" fmla="*/ 46 h 2586"/>
                <a:gd name="T90" fmla="*/ 175 w 1692"/>
                <a:gd name="T91" fmla="*/ 34 h 2586"/>
                <a:gd name="T92" fmla="*/ 162 w 1692"/>
                <a:gd name="T93" fmla="*/ 48 h 2586"/>
                <a:gd name="T94" fmla="*/ 146 w 1692"/>
                <a:gd name="T95" fmla="*/ 59 h 2586"/>
                <a:gd name="T96" fmla="*/ 135 w 1692"/>
                <a:gd name="T97" fmla="*/ 40 h 2586"/>
                <a:gd name="T98" fmla="*/ 159 w 1692"/>
                <a:gd name="T99" fmla="*/ 32 h 2586"/>
                <a:gd name="T100" fmla="*/ 167 w 1692"/>
                <a:gd name="T101" fmla="*/ 25 h 2586"/>
                <a:gd name="T102" fmla="*/ 175 w 1692"/>
                <a:gd name="T103" fmla="*/ 23 h 2586"/>
                <a:gd name="T104" fmla="*/ 170 w 1692"/>
                <a:gd name="T105" fmla="*/ 19 h 2586"/>
                <a:gd name="T106" fmla="*/ 166 w 1692"/>
                <a:gd name="T107" fmla="*/ 16 h 2586"/>
                <a:gd name="T108" fmla="*/ 159 w 1692"/>
                <a:gd name="T109" fmla="*/ 13 h 2586"/>
                <a:gd name="T110" fmla="*/ 146 w 1692"/>
                <a:gd name="T111" fmla="*/ 18 h 2586"/>
                <a:gd name="T112" fmla="*/ 125 w 1692"/>
                <a:gd name="T113" fmla="*/ 16 h 2586"/>
                <a:gd name="T114" fmla="*/ 73 w 1692"/>
                <a:gd name="T115" fmla="*/ 0 h 2586"/>
                <a:gd name="T116" fmla="*/ 46 w 1692"/>
                <a:gd name="T117" fmla="*/ 4 h 2586"/>
                <a:gd name="T118" fmla="*/ 38 w 1692"/>
                <a:gd name="T119" fmla="*/ 13 h 2586"/>
                <a:gd name="T120" fmla="*/ 16 w 1692"/>
                <a:gd name="T121" fmla="*/ 23 h 2586"/>
                <a:gd name="T122" fmla="*/ 16 w 1692"/>
                <a:gd name="T123" fmla="*/ 28 h 2586"/>
                <a:gd name="T124" fmla="*/ 1 w 1692"/>
                <a:gd name="T125" fmla="*/ 33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2 w 46"/>
                <a:gd name="T1" fmla="*/ 1 h 38"/>
                <a:gd name="T2" fmla="*/ 0 w 46"/>
                <a:gd name="T3" fmla="*/ 3 h 38"/>
                <a:gd name="T4" fmla="*/ 3 w 46"/>
                <a:gd name="T5" fmla="*/ 4 h 38"/>
                <a:gd name="T6" fmla="*/ 5 w 46"/>
                <a:gd name="T7" fmla="*/ 3 h 38"/>
                <a:gd name="T8" fmla="*/ 4 w 46"/>
                <a:gd name="T9" fmla="*/ 0 h 38"/>
                <a:gd name="T10" fmla="*/ 2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2 w 52"/>
                <a:gd name="T1" fmla="*/ 0 h 44"/>
                <a:gd name="T2" fmla="*/ 4 w 52"/>
                <a:gd name="T3" fmla="*/ 5 h 44"/>
                <a:gd name="T4" fmla="*/ 6 w 52"/>
                <a:gd name="T5" fmla="*/ 5 h 44"/>
                <a:gd name="T6" fmla="*/ 6 w 52"/>
                <a:gd name="T7" fmla="*/ 2 h 44"/>
                <a:gd name="T8" fmla="*/ 4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13 w 131"/>
                <a:gd name="T1" fmla="*/ 0 h 98"/>
                <a:gd name="T2" fmla="*/ 10 w 131"/>
                <a:gd name="T3" fmla="*/ 2 h 98"/>
                <a:gd name="T4" fmla="*/ 7 w 131"/>
                <a:gd name="T5" fmla="*/ 4 h 98"/>
                <a:gd name="T6" fmla="*/ 5 w 131"/>
                <a:gd name="T7" fmla="*/ 6 h 98"/>
                <a:gd name="T8" fmla="*/ 3 w 131"/>
                <a:gd name="T9" fmla="*/ 8 h 98"/>
                <a:gd name="T10" fmla="*/ 7 w 131"/>
                <a:gd name="T11" fmla="*/ 11 h 98"/>
                <a:gd name="T12" fmla="*/ 10 w 131"/>
                <a:gd name="T13" fmla="*/ 13 h 98"/>
                <a:gd name="T14" fmla="*/ 11 w 131"/>
                <a:gd name="T15" fmla="*/ 13 h 98"/>
                <a:gd name="T16" fmla="*/ 12 w 131"/>
                <a:gd name="T17" fmla="*/ 12 h 98"/>
                <a:gd name="T18" fmla="*/ 13 w 131"/>
                <a:gd name="T19" fmla="*/ 14 h 98"/>
                <a:gd name="T20" fmla="*/ 16 w 131"/>
                <a:gd name="T21" fmla="*/ 12 h 98"/>
                <a:gd name="T22" fmla="*/ 17 w 131"/>
                <a:gd name="T23" fmla="*/ 11 h 98"/>
                <a:gd name="T24" fmla="*/ 13 w 131"/>
                <a:gd name="T25" fmla="*/ 6 h 98"/>
                <a:gd name="T26" fmla="*/ 15 w 131"/>
                <a:gd name="T27" fmla="*/ 4 h 98"/>
                <a:gd name="T28" fmla="*/ 14 w 131"/>
                <a:gd name="T29" fmla="*/ 2 h 98"/>
                <a:gd name="T30" fmla="*/ 13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5 w 212"/>
                <a:gd name="T1" fmla="*/ 2 h 112"/>
                <a:gd name="T2" fmla="*/ 2 w 212"/>
                <a:gd name="T3" fmla="*/ 2 h 112"/>
                <a:gd name="T4" fmla="*/ 1 w 212"/>
                <a:gd name="T5" fmla="*/ 2 h 112"/>
                <a:gd name="T6" fmla="*/ 3 w 212"/>
                <a:gd name="T7" fmla="*/ 8 h 112"/>
                <a:gd name="T8" fmla="*/ 7 w 212"/>
                <a:gd name="T9" fmla="*/ 6 h 112"/>
                <a:gd name="T10" fmla="*/ 12 w 212"/>
                <a:gd name="T11" fmla="*/ 8 h 112"/>
                <a:gd name="T12" fmla="*/ 14 w 212"/>
                <a:gd name="T13" fmla="*/ 8 h 112"/>
                <a:gd name="T14" fmla="*/ 17 w 212"/>
                <a:gd name="T15" fmla="*/ 13 h 112"/>
                <a:gd name="T16" fmla="*/ 18 w 212"/>
                <a:gd name="T17" fmla="*/ 15 h 112"/>
                <a:gd name="T18" fmla="*/ 20 w 212"/>
                <a:gd name="T19" fmla="*/ 14 h 112"/>
                <a:gd name="T20" fmla="*/ 22 w 212"/>
                <a:gd name="T21" fmla="*/ 13 h 112"/>
                <a:gd name="T22" fmla="*/ 24 w 212"/>
                <a:gd name="T23" fmla="*/ 14 h 112"/>
                <a:gd name="T24" fmla="*/ 25 w 212"/>
                <a:gd name="T25" fmla="*/ 11 h 112"/>
                <a:gd name="T26" fmla="*/ 19 w 212"/>
                <a:gd name="T27" fmla="*/ 8 h 112"/>
                <a:gd name="T28" fmla="*/ 13 w 212"/>
                <a:gd name="T29" fmla="*/ 3 h 112"/>
                <a:gd name="T30" fmla="*/ 7 w 212"/>
                <a:gd name="T31" fmla="*/ 4 h 112"/>
                <a:gd name="T32" fmla="*/ 5 w 212"/>
                <a:gd name="T33" fmla="*/ 2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7 w 133"/>
                <a:gd name="T1" fmla="*/ 0 h 54"/>
                <a:gd name="T2" fmla="*/ 5 w 133"/>
                <a:gd name="T3" fmla="*/ 2 h 54"/>
                <a:gd name="T4" fmla="*/ 4 w 133"/>
                <a:gd name="T5" fmla="*/ 5 h 54"/>
                <a:gd name="T6" fmla="*/ 1 w 133"/>
                <a:gd name="T7" fmla="*/ 5 h 54"/>
                <a:gd name="T8" fmla="*/ 1 w 133"/>
                <a:gd name="T9" fmla="*/ 6 h 54"/>
                <a:gd name="T10" fmla="*/ 1 w 133"/>
                <a:gd name="T11" fmla="*/ 8 h 54"/>
                <a:gd name="T12" fmla="*/ 17 w 133"/>
                <a:gd name="T13" fmla="*/ 5 h 54"/>
                <a:gd name="T14" fmla="*/ 16 w 133"/>
                <a:gd name="T15" fmla="*/ 2 h 54"/>
                <a:gd name="T16" fmla="*/ 13 w 133"/>
                <a:gd name="T17" fmla="*/ 2 h 54"/>
                <a:gd name="T18" fmla="*/ 13 w 133"/>
                <a:gd name="T19" fmla="*/ 4 h 54"/>
                <a:gd name="T20" fmla="*/ 11 w 133"/>
                <a:gd name="T21" fmla="*/ 3 h 54"/>
                <a:gd name="T22" fmla="*/ 9 w 133"/>
                <a:gd name="T23" fmla="*/ 2 h 54"/>
                <a:gd name="T24" fmla="*/ 7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4 h 34"/>
                <a:gd name="T6" fmla="*/ 2 w 16"/>
                <a:gd name="T7" fmla="*/ 2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8 w 240"/>
                <a:gd name="T1" fmla="*/ 1 h 117"/>
                <a:gd name="T2" fmla="*/ 4 w 240"/>
                <a:gd name="T3" fmla="*/ 5 h 117"/>
                <a:gd name="T4" fmla="*/ 2 w 240"/>
                <a:gd name="T5" fmla="*/ 5 h 117"/>
                <a:gd name="T6" fmla="*/ 0 w 240"/>
                <a:gd name="T7" fmla="*/ 6 h 117"/>
                <a:gd name="T8" fmla="*/ 4 w 240"/>
                <a:gd name="T9" fmla="*/ 8 h 117"/>
                <a:gd name="T10" fmla="*/ 6 w 240"/>
                <a:gd name="T11" fmla="*/ 8 h 117"/>
                <a:gd name="T12" fmla="*/ 10 w 240"/>
                <a:gd name="T13" fmla="*/ 6 h 117"/>
                <a:gd name="T14" fmla="*/ 11 w 240"/>
                <a:gd name="T15" fmla="*/ 6 h 117"/>
                <a:gd name="T16" fmla="*/ 11 w 240"/>
                <a:gd name="T17" fmla="*/ 8 h 117"/>
                <a:gd name="T18" fmla="*/ 8 w 240"/>
                <a:gd name="T19" fmla="*/ 8 h 117"/>
                <a:gd name="T20" fmla="*/ 10 w 240"/>
                <a:gd name="T21" fmla="*/ 10 h 117"/>
                <a:gd name="T22" fmla="*/ 6 w 240"/>
                <a:gd name="T23" fmla="*/ 12 h 117"/>
                <a:gd name="T24" fmla="*/ 10 w 240"/>
                <a:gd name="T25" fmla="*/ 15 h 117"/>
                <a:gd name="T26" fmla="*/ 11 w 240"/>
                <a:gd name="T27" fmla="*/ 15 h 117"/>
                <a:gd name="T28" fmla="*/ 17 w 240"/>
                <a:gd name="T29" fmla="*/ 14 h 117"/>
                <a:gd name="T30" fmla="*/ 20 w 240"/>
                <a:gd name="T31" fmla="*/ 14 h 117"/>
                <a:gd name="T32" fmla="*/ 23 w 240"/>
                <a:gd name="T33" fmla="*/ 17 h 117"/>
                <a:gd name="T34" fmla="*/ 28 w 240"/>
                <a:gd name="T35" fmla="*/ 15 h 117"/>
                <a:gd name="T36" fmla="*/ 30 w 240"/>
                <a:gd name="T37" fmla="*/ 14 h 117"/>
                <a:gd name="T38" fmla="*/ 30 w 240"/>
                <a:gd name="T39" fmla="*/ 11 h 117"/>
                <a:gd name="T40" fmla="*/ 32 w 240"/>
                <a:gd name="T41" fmla="*/ 10 h 117"/>
                <a:gd name="T42" fmla="*/ 32 w 240"/>
                <a:gd name="T43" fmla="*/ 6 h 117"/>
                <a:gd name="T44" fmla="*/ 29 w 240"/>
                <a:gd name="T45" fmla="*/ 8 h 117"/>
                <a:gd name="T46" fmla="*/ 27 w 240"/>
                <a:gd name="T47" fmla="*/ 6 h 117"/>
                <a:gd name="T48" fmla="*/ 23 w 240"/>
                <a:gd name="T49" fmla="*/ 6 h 117"/>
                <a:gd name="T50" fmla="*/ 18 w 240"/>
                <a:gd name="T51" fmla="*/ 2 h 117"/>
                <a:gd name="T52" fmla="*/ 13 w 240"/>
                <a:gd name="T53" fmla="*/ 2 h 117"/>
                <a:gd name="T54" fmla="*/ 11 w 240"/>
                <a:gd name="T55" fmla="*/ 1 h 117"/>
                <a:gd name="T56" fmla="*/ 8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13 w 194"/>
                <a:gd name="T1" fmla="*/ 2 h 80"/>
                <a:gd name="T2" fmla="*/ 2 w 194"/>
                <a:gd name="T3" fmla="*/ 4 h 80"/>
                <a:gd name="T4" fmla="*/ 2 w 194"/>
                <a:gd name="T5" fmla="*/ 5 h 80"/>
                <a:gd name="T6" fmla="*/ 8 w 194"/>
                <a:gd name="T7" fmla="*/ 8 h 80"/>
                <a:gd name="T8" fmla="*/ 19 w 194"/>
                <a:gd name="T9" fmla="*/ 11 h 80"/>
                <a:gd name="T10" fmla="*/ 24 w 194"/>
                <a:gd name="T11" fmla="*/ 10 h 80"/>
                <a:gd name="T12" fmla="*/ 26 w 194"/>
                <a:gd name="T13" fmla="*/ 8 h 80"/>
                <a:gd name="T14" fmla="*/ 24 w 194"/>
                <a:gd name="T15" fmla="*/ 6 h 80"/>
                <a:gd name="T16" fmla="*/ 23 w 194"/>
                <a:gd name="T17" fmla="*/ 5 h 80"/>
                <a:gd name="T18" fmla="*/ 17 w 194"/>
                <a:gd name="T19" fmla="*/ 4 h 80"/>
                <a:gd name="T20" fmla="*/ 13 w 194"/>
                <a:gd name="T21" fmla="*/ 2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10 w 310"/>
                <a:gd name="T1" fmla="*/ 1 h 254"/>
                <a:gd name="T2" fmla="*/ 8 w 310"/>
                <a:gd name="T3" fmla="*/ 3 h 254"/>
                <a:gd name="T4" fmla="*/ 3 w 310"/>
                <a:gd name="T5" fmla="*/ 5 h 254"/>
                <a:gd name="T6" fmla="*/ 8 w 310"/>
                <a:gd name="T7" fmla="*/ 10 h 254"/>
                <a:gd name="T8" fmla="*/ 11 w 310"/>
                <a:gd name="T9" fmla="*/ 11 h 254"/>
                <a:gd name="T10" fmla="*/ 14 w 310"/>
                <a:gd name="T11" fmla="*/ 13 h 254"/>
                <a:gd name="T12" fmla="*/ 17 w 310"/>
                <a:gd name="T13" fmla="*/ 11 h 254"/>
                <a:gd name="T14" fmla="*/ 20 w 310"/>
                <a:gd name="T15" fmla="*/ 13 h 254"/>
                <a:gd name="T16" fmla="*/ 20 w 310"/>
                <a:gd name="T17" fmla="*/ 16 h 254"/>
                <a:gd name="T18" fmla="*/ 16 w 310"/>
                <a:gd name="T19" fmla="*/ 20 h 254"/>
                <a:gd name="T20" fmla="*/ 13 w 310"/>
                <a:gd name="T21" fmla="*/ 22 h 254"/>
                <a:gd name="T22" fmla="*/ 10 w 310"/>
                <a:gd name="T23" fmla="*/ 22 h 254"/>
                <a:gd name="T24" fmla="*/ 8 w 310"/>
                <a:gd name="T25" fmla="*/ 22 h 254"/>
                <a:gd name="T26" fmla="*/ 6 w 310"/>
                <a:gd name="T27" fmla="*/ 25 h 254"/>
                <a:gd name="T28" fmla="*/ 6 w 310"/>
                <a:gd name="T29" fmla="*/ 25 h 254"/>
                <a:gd name="T30" fmla="*/ 10 w 310"/>
                <a:gd name="T31" fmla="*/ 27 h 254"/>
                <a:gd name="T32" fmla="*/ 13 w 310"/>
                <a:gd name="T33" fmla="*/ 27 h 254"/>
                <a:gd name="T34" fmla="*/ 16 w 310"/>
                <a:gd name="T35" fmla="*/ 30 h 254"/>
                <a:gd name="T36" fmla="*/ 17 w 310"/>
                <a:gd name="T37" fmla="*/ 31 h 254"/>
                <a:gd name="T38" fmla="*/ 19 w 310"/>
                <a:gd name="T39" fmla="*/ 31 h 254"/>
                <a:gd name="T40" fmla="*/ 22 w 310"/>
                <a:gd name="T41" fmla="*/ 33 h 254"/>
                <a:gd name="T42" fmla="*/ 25 w 310"/>
                <a:gd name="T43" fmla="*/ 31 h 254"/>
                <a:gd name="T44" fmla="*/ 28 w 310"/>
                <a:gd name="T45" fmla="*/ 31 h 254"/>
                <a:gd name="T46" fmla="*/ 31 w 310"/>
                <a:gd name="T47" fmla="*/ 28 h 254"/>
                <a:gd name="T48" fmla="*/ 30 w 310"/>
                <a:gd name="T49" fmla="*/ 24 h 254"/>
                <a:gd name="T50" fmla="*/ 29 w 310"/>
                <a:gd name="T51" fmla="*/ 22 h 254"/>
                <a:gd name="T52" fmla="*/ 32 w 310"/>
                <a:gd name="T53" fmla="*/ 22 h 254"/>
                <a:gd name="T54" fmla="*/ 33 w 310"/>
                <a:gd name="T55" fmla="*/ 24 h 254"/>
                <a:gd name="T56" fmla="*/ 33 w 310"/>
                <a:gd name="T57" fmla="*/ 25 h 254"/>
                <a:gd name="T58" fmla="*/ 35 w 310"/>
                <a:gd name="T59" fmla="*/ 25 h 254"/>
                <a:gd name="T60" fmla="*/ 41 w 310"/>
                <a:gd name="T61" fmla="*/ 22 h 254"/>
                <a:gd name="T62" fmla="*/ 40 w 310"/>
                <a:gd name="T63" fmla="*/ 19 h 254"/>
                <a:gd name="T64" fmla="*/ 35 w 310"/>
                <a:gd name="T65" fmla="*/ 16 h 254"/>
                <a:gd name="T66" fmla="*/ 36 w 310"/>
                <a:gd name="T67" fmla="*/ 14 h 254"/>
                <a:gd name="T68" fmla="*/ 38 w 310"/>
                <a:gd name="T69" fmla="*/ 13 h 254"/>
                <a:gd name="T70" fmla="*/ 34 w 310"/>
                <a:gd name="T71" fmla="*/ 7 h 254"/>
                <a:gd name="T72" fmla="*/ 32 w 310"/>
                <a:gd name="T73" fmla="*/ 7 h 254"/>
                <a:gd name="T74" fmla="*/ 30 w 310"/>
                <a:gd name="T75" fmla="*/ 7 h 254"/>
                <a:gd name="T76" fmla="*/ 27 w 310"/>
                <a:gd name="T77" fmla="*/ 4 h 254"/>
                <a:gd name="T78" fmla="*/ 22 w 310"/>
                <a:gd name="T79" fmla="*/ 5 h 254"/>
                <a:gd name="T80" fmla="*/ 23 w 310"/>
                <a:gd name="T81" fmla="*/ 3 h 254"/>
                <a:gd name="T82" fmla="*/ 19 w 310"/>
                <a:gd name="T83" fmla="*/ 2 h 254"/>
                <a:gd name="T84" fmla="*/ 17 w 310"/>
                <a:gd name="T85" fmla="*/ 2 h 254"/>
                <a:gd name="T86" fmla="*/ 10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3 w 59"/>
                <a:gd name="T1" fmla="*/ 0 h 50"/>
                <a:gd name="T2" fmla="*/ 0 w 59"/>
                <a:gd name="T3" fmla="*/ 1 h 50"/>
                <a:gd name="T4" fmla="*/ 4 w 59"/>
                <a:gd name="T5" fmla="*/ 5 h 50"/>
                <a:gd name="T6" fmla="*/ 6 w 59"/>
                <a:gd name="T7" fmla="*/ 6 h 50"/>
                <a:gd name="T8" fmla="*/ 7 w 59"/>
                <a:gd name="T9" fmla="*/ 4 h 50"/>
                <a:gd name="T10" fmla="*/ 5 w 59"/>
                <a:gd name="T11" fmla="*/ 1 h 50"/>
                <a:gd name="T12" fmla="*/ 3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6 w 86"/>
                <a:gd name="T1" fmla="*/ 1 h 57"/>
                <a:gd name="T2" fmla="*/ 4 w 86"/>
                <a:gd name="T3" fmla="*/ 3 h 57"/>
                <a:gd name="T4" fmla="*/ 2 w 86"/>
                <a:gd name="T5" fmla="*/ 3 h 57"/>
                <a:gd name="T6" fmla="*/ 2 w 86"/>
                <a:gd name="T7" fmla="*/ 7 h 57"/>
                <a:gd name="T8" fmla="*/ 11 w 86"/>
                <a:gd name="T9" fmla="*/ 4 h 57"/>
                <a:gd name="T10" fmla="*/ 12 w 86"/>
                <a:gd name="T11" fmla="*/ 2 h 57"/>
                <a:gd name="T12" fmla="*/ 8 w 86"/>
                <a:gd name="T13" fmla="*/ 1 h 57"/>
                <a:gd name="T14" fmla="*/ 6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5 w 73"/>
                <a:gd name="T1" fmla="*/ 0 h 34"/>
                <a:gd name="T2" fmla="*/ 1 w 73"/>
                <a:gd name="T3" fmla="*/ 2 h 34"/>
                <a:gd name="T4" fmla="*/ 3 w 73"/>
                <a:gd name="T5" fmla="*/ 4 h 34"/>
                <a:gd name="T6" fmla="*/ 7 w 73"/>
                <a:gd name="T7" fmla="*/ 3 h 34"/>
                <a:gd name="T8" fmla="*/ 7 w 73"/>
                <a:gd name="T9" fmla="*/ 2 h 34"/>
                <a:gd name="T10" fmla="*/ 5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8 w 85"/>
                <a:gd name="T1" fmla="*/ 2 h 45"/>
                <a:gd name="T2" fmla="*/ 4 w 85"/>
                <a:gd name="T3" fmla="*/ 2 h 45"/>
                <a:gd name="T4" fmla="*/ 0 w 85"/>
                <a:gd name="T5" fmla="*/ 3 h 45"/>
                <a:gd name="T6" fmla="*/ 6 w 85"/>
                <a:gd name="T7" fmla="*/ 5 h 45"/>
                <a:gd name="T8" fmla="*/ 8 w 85"/>
                <a:gd name="T9" fmla="*/ 6 h 45"/>
                <a:gd name="T10" fmla="*/ 11 w 85"/>
                <a:gd name="T11" fmla="*/ 3 h 45"/>
                <a:gd name="T12" fmla="*/ 11 w 85"/>
                <a:gd name="T13" fmla="*/ 2 h 45"/>
                <a:gd name="T14" fmla="*/ 8 w 85"/>
                <a:gd name="T15" fmla="*/ 0 h 45"/>
                <a:gd name="T16" fmla="*/ 8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3 h 31"/>
                <a:gd name="T4" fmla="*/ 3 w 58"/>
                <a:gd name="T5" fmla="*/ 5 h 31"/>
                <a:gd name="T6" fmla="*/ 4 w 58"/>
                <a:gd name="T7" fmla="*/ 3 h 31"/>
                <a:gd name="T8" fmla="*/ 8 w 58"/>
                <a:gd name="T9" fmla="*/ 2 h 31"/>
                <a:gd name="T10" fmla="*/ 6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6 w 152"/>
                <a:gd name="T1" fmla="*/ 0 h 102"/>
                <a:gd name="T2" fmla="*/ 2 w 152"/>
                <a:gd name="T3" fmla="*/ 2 h 102"/>
                <a:gd name="T4" fmla="*/ 2 w 152"/>
                <a:gd name="T5" fmla="*/ 6 h 102"/>
                <a:gd name="T6" fmla="*/ 2 w 152"/>
                <a:gd name="T7" fmla="*/ 8 h 102"/>
                <a:gd name="T8" fmla="*/ 0 w 152"/>
                <a:gd name="T9" fmla="*/ 10 h 102"/>
                <a:gd name="T10" fmla="*/ 8 w 152"/>
                <a:gd name="T11" fmla="*/ 12 h 102"/>
                <a:gd name="T12" fmla="*/ 11 w 152"/>
                <a:gd name="T13" fmla="*/ 13 h 102"/>
                <a:gd name="T14" fmla="*/ 21 w 152"/>
                <a:gd name="T15" fmla="*/ 12 h 102"/>
                <a:gd name="T16" fmla="*/ 11 w 152"/>
                <a:gd name="T17" fmla="*/ 10 h 102"/>
                <a:gd name="T18" fmla="*/ 8 w 152"/>
                <a:gd name="T19" fmla="*/ 8 h 102"/>
                <a:gd name="T20" fmla="*/ 6 w 152"/>
                <a:gd name="T21" fmla="*/ 8 h 102"/>
                <a:gd name="T22" fmla="*/ 8 w 152"/>
                <a:gd name="T23" fmla="*/ 5 h 102"/>
                <a:gd name="T24" fmla="*/ 6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4 w 34"/>
                <a:gd name="T1" fmla="*/ 0 h 20"/>
                <a:gd name="T2" fmla="*/ 3 w 34"/>
                <a:gd name="T3" fmla="*/ 3 h 20"/>
                <a:gd name="T4" fmla="*/ 1 w 34"/>
                <a:gd name="T5" fmla="*/ 3 h 20"/>
                <a:gd name="T6" fmla="*/ 1 w 34"/>
                <a:gd name="T7" fmla="*/ 2 h 20"/>
                <a:gd name="T8" fmla="*/ 4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3 h 24"/>
                <a:gd name="T4" fmla="*/ 4 w 51"/>
                <a:gd name="T5" fmla="*/ 4 h 24"/>
                <a:gd name="T6" fmla="*/ 5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4 w 929"/>
                <a:gd name="T1" fmla="*/ 7 h 462"/>
                <a:gd name="T2" fmla="*/ 1 w 929"/>
                <a:gd name="T3" fmla="*/ 12 h 462"/>
                <a:gd name="T4" fmla="*/ 4 w 929"/>
                <a:gd name="T5" fmla="*/ 13 h 462"/>
                <a:gd name="T6" fmla="*/ 2 w 929"/>
                <a:gd name="T7" fmla="*/ 16 h 462"/>
                <a:gd name="T8" fmla="*/ 13 w 929"/>
                <a:gd name="T9" fmla="*/ 18 h 462"/>
                <a:gd name="T10" fmla="*/ 19 w 929"/>
                <a:gd name="T11" fmla="*/ 17 h 462"/>
                <a:gd name="T12" fmla="*/ 33 w 929"/>
                <a:gd name="T13" fmla="*/ 10 h 462"/>
                <a:gd name="T14" fmla="*/ 40 w 929"/>
                <a:gd name="T15" fmla="*/ 9 h 462"/>
                <a:gd name="T16" fmla="*/ 43 w 929"/>
                <a:gd name="T17" fmla="*/ 10 h 462"/>
                <a:gd name="T18" fmla="*/ 36 w 929"/>
                <a:gd name="T19" fmla="*/ 12 h 462"/>
                <a:gd name="T20" fmla="*/ 32 w 929"/>
                <a:gd name="T21" fmla="*/ 14 h 462"/>
                <a:gd name="T22" fmla="*/ 33 w 929"/>
                <a:gd name="T23" fmla="*/ 16 h 462"/>
                <a:gd name="T24" fmla="*/ 34 w 929"/>
                <a:gd name="T25" fmla="*/ 21 h 462"/>
                <a:gd name="T26" fmla="*/ 46 w 929"/>
                <a:gd name="T27" fmla="*/ 25 h 462"/>
                <a:gd name="T28" fmla="*/ 44 w 929"/>
                <a:gd name="T29" fmla="*/ 28 h 462"/>
                <a:gd name="T30" fmla="*/ 49 w 929"/>
                <a:gd name="T31" fmla="*/ 32 h 462"/>
                <a:gd name="T32" fmla="*/ 46 w 929"/>
                <a:gd name="T33" fmla="*/ 35 h 462"/>
                <a:gd name="T34" fmla="*/ 43 w 929"/>
                <a:gd name="T35" fmla="*/ 39 h 462"/>
                <a:gd name="T36" fmla="*/ 39 w 929"/>
                <a:gd name="T37" fmla="*/ 43 h 462"/>
                <a:gd name="T38" fmla="*/ 39 w 929"/>
                <a:gd name="T39" fmla="*/ 56 h 462"/>
                <a:gd name="T40" fmla="*/ 44 w 929"/>
                <a:gd name="T41" fmla="*/ 59 h 462"/>
                <a:gd name="T42" fmla="*/ 51 w 929"/>
                <a:gd name="T43" fmla="*/ 59 h 462"/>
                <a:gd name="T44" fmla="*/ 55 w 929"/>
                <a:gd name="T45" fmla="*/ 56 h 462"/>
                <a:gd name="T46" fmla="*/ 67 w 929"/>
                <a:gd name="T47" fmla="*/ 47 h 462"/>
                <a:gd name="T48" fmla="*/ 76 w 929"/>
                <a:gd name="T49" fmla="*/ 44 h 462"/>
                <a:gd name="T50" fmla="*/ 86 w 929"/>
                <a:gd name="T51" fmla="*/ 41 h 462"/>
                <a:gd name="T52" fmla="*/ 95 w 929"/>
                <a:gd name="T53" fmla="*/ 38 h 462"/>
                <a:gd name="T54" fmla="*/ 101 w 929"/>
                <a:gd name="T55" fmla="*/ 34 h 462"/>
                <a:gd name="T56" fmla="*/ 106 w 929"/>
                <a:gd name="T57" fmla="*/ 26 h 462"/>
                <a:gd name="T58" fmla="*/ 106 w 929"/>
                <a:gd name="T59" fmla="*/ 20 h 462"/>
                <a:gd name="T60" fmla="*/ 106 w 929"/>
                <a:gd name="T61" fmla="*/ 16 h 462"/>
                <a:gd name="T62" fmla="*/ 110 w 929"/>
                <a:gd name="T63" fmla="*/ 12 h 462"/>
                <a:gd name="T64" fmla="*/ 116 w 929"/>
                <a:gd name="T65" fmla="*/ 12 h 462"/>
                <a:gd name="T66" fmla="*/ 122 w 929"/>
                <a:gd name="T67" fmla="*/ 7 h 462"/>
                <a:gd name="T68" fmla="*/ 118 w 929"/>
                <a:gd name="T69" fmla="*/ 7 h 462"/>
                <a:gd name="T70" fmla="*/ 112 w 929"/>
                <a:gd name="T71" fmla="*/ 5 h 462"/>
                <a:gd name="T72" fmla="*/ 105 w 929"/>
                <a:gd name="T73" fmla="*/ 3 h 462"/>
                <a:gd name="T74" fmla="*/ 85 w 929"/>
                <a:gd name="T75" fmla="*/ 3 h 462"/>
                <a:gd name="T76" fmla="*/ 77 w 929"/>
                <a:gd name="T77" fmla="*/ 5 h 462"/>
                <a:gd name="T78" fmla="*/ 73 w 929"/>
                <a:gd name="T79" fmla="*/ 5 h 462"/>
                <a:gd name="T80" fmla="*/ 68 w 929"/>
                <a:gd name="T81" fmla="*/ 7 h 462"/>
                <a:gd name="T82" fmla="*/ 64 w 929"/>
                <a:gd name="T83" fmla="*/ 4 h 462"/>
                <a:gd name="T84" fmla="*/ 57 w 929"/>
                <a:gd name="T85" fmla="*/ 5 h 462"/>
                <a:gd name="T86" fmla="*/ 48 w 929"/>
                <a:gd name="T87" fmla="*/ 7 h 462"/>
                <a:gd name="T88" fmla="*/ 55 w 929"/>
                <a:gd name="T89" fmla="*/ 5 h 462"/>
                <a:gd name="T90" fmla="*/ 46 w 929"/>
                <a:gd name="T91" fmla="*/ 1 h 462"/>
                <a:gd name="T92" fmla="*/ 44 w 929"/>
                <a:gd name="T93" fmla="*/ 1 h 462"/>
                <a:gd name="T94" fmla="*/ 41 w 929"/>
                <a:gd name="T95" fmla="*/ 1 h 462"/>
                <a:gd name="T96" fmla="*/ 32 w 929"/>
                <a:gd name="T97" fmla="*/ 2 h 462"/>
                <a:gd name="T98" fmla="*/ 21 w 929"/>
                <a:gd name="T99" fmla="*/ 4 h 462"/>
                <a:gd name="T100" fmla="*/ 14 w 929"/>
                <a:gd name="T101" fmla="*/ 3 h 462"/>
                <a:gd name="T102" fmla="*/ 15 w 929"/>
                <a:gd name="T103" fmla="*/ 9 h 462"/>
                <a:gd name="T104" fmla="*/ 13 w 929"/>
                <a:gd name="T105" fmla="*/ 7 h 462"/>
                <a:gd name="T106" fmla="*/ 7 w 929"/>
                <a:gd name="T107" fmla="*/ 5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5 w 52"/>
                <a:gd name="T1" fmla="*/ 0 h 32"/>
                <a:gd name="T2" fmla="*/ 2 w 52"/>
                <a:gd name="T3" fmla="*/ 3 h 32"/>
                <a:gd name="T4" fmla="*/ 4 w 52"/>
                <a:gd name="T5" fmla="*/ 5 h 32"/>
                <a:gd name="T6" fmla="*/ 6 w 52"/>
                <a:gd name="T7" fmla="*/ 5 h 32"/>
                <a:gd name="T8" fmla="*/ 5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3 w 172"/>
                <a:gd name="T1" fmla="*/ 2 h 72"/>
                <a:gd name="T2" fmla="*/ 8 w 172"/>
                <a:gd name="T3" fmla="*/ 2 h 72"/>
                <a:gd name="T4" fmla="*/ 7 w 172"/>
                <a:gd name="T5" fmla="*/ 0 h 72"/>
                <a:gd name="T6" fmla="*/ 0 w 172"/>
                <a:gd name="T7" fmla="*/ 4 h 72"/>
                <a:gd name="T8" fmla="*/ 4 w 172"/>
                <a:gd name="T9" fmla="*/ 6 h 72"/>
                <a:gd name="T10" fmla="*/ 5 w 172"/>
                <a:gd name="T11" fmla="*/ 8 h 72"/>
                <a:gd name="T12" fmla="*/ 8 w 172"/>
                <a:gd name="T13" fmla="*/ 10 h 72"/>
                <a:gd name="T14" fmla="*/ 10 w 172"/>
                <a:gd name="T15" fmla="*/ 10 h 72"/>
                <a:gd name="T16" fmla="*/ 16 w 172"/>
                <a:gd name="T17" fmla="*/ 8 h 72"/>
                <a:gd name="T18" fmla="*/ 22 w 172"/>
                <a:gd name="T19" fmla="*/ 6 h 72"/>
                <a:gd name="T20" fmla="*/ 19 w 172"/>
                <a:gd name="T21" fmla="*/ 3 h 72"/>
                <a:gd name="T22" fmla="*/ 17 w 172"/>
                <a:gd name="T23" fmla="*/ 2 h 72"/>
                <a:gd name="T24" fmla="*/ 13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5 w 52"/>
                <a:gd name="T1" fmla="*/ 0 h 32"/>
                <a:gd name="T2" fmla="*/ 2 w 52"/>
                <a:gd name="T3" fmla="*/ 3 h 32"/>
                <a:gd name="T4" fmla="*/ 4 w 52"/>
                <a:gd name="T5" fmla="*/ 5 h 32"/>
                <a:gd name="T6" fmla="*/ 6 w 52"/>
                <a:gd name="T7" fmla="*/ 5 h 32"/>
                <a:gd name="T8" fmla="*/ 5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26 w 206"/>
                <a:gd name="T1" fmla="*/ 1 h 85"/>
                <a:gd name="T2" fmla="*/ 14 w 206"/>
                <a:gd name="T3" fmla="*/ 1 h 85"/>
                <a:gd name="T4" fmla="*/ 15 w 206"/>
                <a:gd name="T5" fmla="*/ 3 h 85"/>
                <a:gd name="T6" fmla="*/ 15 w 206"/>
                <a:gd name="T7" fmla="*/ 4 h 85"/>
                <a:gd name="T8" fmla="*/ 13 w 206"/>
                <a:gd name="T9" fmla="*/ 3 h 85"/>
                <a:gd name="T10" fmla="*/ 11 w 206"/>
                <a:gd name="T11" fmla="*/ 2 h 85"/>
                <a:gd name="T12" fmla="*/ 4 w 206"/>
                <a:gd name="T13" fmla="*/ 3 h 85"/>
                <a:gd name="T14" fmla="*/ 5 w 206"/>
                <a:gd name="T15" fmla="*/ 6 h 85"/>
                <a:gd name="T16" fmla="*/ 8 w 206"/>
                <a:gd name="T17" fmla="*/ 7 h 85"/>
                <a:gd name="T18" fmla="*/ 11 w 206"/>
                <a:gd name="T19" fmla="*/ 9 h 85"/>
                <a:gd name="T20" fmla="*/ 13 w 206"/>
                <a:gd name="T21" fmla="*/ 10 h 85"/>
                <a:gd name="T22" fmla="*/ 15 w 206"/>
                <a:gd name="T23" fmla="*/ 8 h 85"/>
                <a:gd name="T24" fmla="*/ 17 w 206"/>
                <a:gd name="T25" fmla="*/ 7 h 85"/>
                <a:gd name="T26" fmla="*/ 17 w 206"/>
                <a:gd name="T27" fmla="*/ 5 h 85"/>
                <a:gd name="T28" fmla="*/ 23 w 206"/>
                <a:gd name="T29" fmla="*/ 4 h 85"/>
                <a:gd name="T30" fmla="*/ 26 w 206"/>
                <a:gd name="T31" fmla="*/ 4 h 85"/>
                <a:gd name="T32" fmla="*/ 27 w 206"/>
                <a:gd name="T33" fmla="*/ 3 h 85"/>
                <a:gd name="T34" fmla="*/ 26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5 w 64"/>
                <a:gd name="T1" fmla="*/ 2 h 28"/>
                <a:gd name="T2" fmla="*/ 2 w 64"/>
                <a:gd name="T3" fmla="*/ 2 h 28"/>
                <a:gd name="T4" fmla="*/ 4 w 64"/>
                <a:gd name="T5" fmla="*/ 4 h 28"/>
                <a:gd name="T6" fmla="*/ 8 w 64"/>
                <a:gd name="T7" fmla="*/ 2 h 28"/>
                <a:gd name="T8" fmla="*/ 5 w 64"/>
                <a:gd name="T9" fmla="*/ 2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3 w 146"/>
                <a:gd name="T1" fmla="*/ 3 h 176"/>
                <a:gd name="T2" fmla="*/ 0 w 146"/>
                <a:gd name="T3" fmla="*/ 4 h 176"/>
                <a:gd name="T4" fmla="*/ 1 w 146"/>
                <a:gd name="T5" fmla="*/ 6 h 176"/>
                <a:gd name="T6" fmla="*/ 4 w 146"/>
                <a:gd name="T7" fmla="*/ 12 h 176"/>
                <a:gd name="T8" fmla="*/ 7 w 146"/>
                <a:gd name="T9" fmla="*/ 13 h 176"/>
                <a:gd name="T10" fmla="*/ 7 w 146"/>
                <a:gd name="T11" fmla="*/ 15 h 176"/>
                <a:gd name="T12" fmla="*/ 4 w 146"/>
                <a:gd name="T13" fmla="*/ 15 h 176"/>
                <a:gd name="T14" fmla="*/ 2 w 146"/>
                <a:gd name="T15" fmla="*/ 18 h 176"/>
                <a:gd name="T16" fmla="*/ 2 w 146"/>
                <a:gd name="T17" fmla="*/ 19 h 176"/>
                <a:gd name="T18" fmla="*/ 4 w 146"/>
                <a:gd name="T19" fmla="*/ 20 h 176"/>
                <a:gd name="T20" fmla="*/ 2 w 146"/>
                <a:gd name="T21" fmla="*/ 23 h 176"/>
                <a:gd name="T22" fmla="*/ 2 w 146"/>
                <a:gd name="T23" fmla="*/ 24 h 176"/>
                <a:gd name="T24" fmla="*/ 4 w 146"/>
                <a:gd name="T25" fmla="*/ 23 h 176"/>
                <a:gd name="T26" fmla="*/ 7 w 146"/>
                <a:gd name="T27" fmla="*/ 23 h 176"/>
                <a:gd name="T28" fmla="*/ 12 w 146"/>
                <a:gd name="T29" fmla="*/ 23 h 176"/>
                <a:gd name="T30" fmla="*/ 14 w 146"/>
                <a:gd name="T31" fmla="*/ 23 h 176"/>
                <a:gd name="T32" fmla="*/ 16 w 146"/>
                <a:gd name="T33" fmla="*/ 23 h 176"/>
                <a:gd name="T34" fmla="*/ 16 w 146"/>
                <a:gd name="T35" fmla="*/ 20 h 176"/>
                <a:gd name="T36" fmla="*/ 19 w 146"/>
                <a:gd name="T37" fmla="*/ 18 h 176"/>
                <a:gd name="T38" fmla="*/ 14 w 146"/>
                <a:gd name="T39" fmla="*/ 15 h 176"/>
                <a:gd name="T40" fmla="*/ 12 w 146"/>
                <a:gd name="T41" fmla="*/ 11 h 176"/>
                <a:gd name="T42" fmla="*/ 10 w 146"/>
                <a:gd name="T43" fmla="*/ 10 h 176"/>
                <a:gd name="T44" fmla="*/ 8 w 146"/>
                <a:gd name="T45" fmla="*/ 8 h 176"/>
                <a:gd name="T46" fmla="*/ 11 w 146"/>
                <a:gd name="T47" fmla="*/ 6 h 176"/>
                <a:gd name="T48" fmla="*/ 8 w 146"/>
                <a:gd name="T49" fmla="*/ 5 h 176"/>
                <a:gd name="T50" fmla="*/ 9 w 146"/>
                <a:gd name="T51" fmla="*/ 2 h 176"/>
                <a:gd name="T52" fmla="*/ 5 w 146"/>
                <a:gd name="T53" fmla="*/ 1 h 176"/>
                <a:gd name="T54" fmla="*/ 4 w 146"/>
                <a:gd name="T55" fmla="*/ 2 h 176"/>
                <a:gd name="T56" fmla="*/ 3 w 146"/>
                <a:gd name="T57" fmla="*/ 3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8 w 92"/>
                <a:gd name="T1" fmla="*/ 1 h 92"/>
                <a:gd name="T2" fmla="*/ 11 w 92"/>
                <a:gd name="T3" fmla="*/ 1 h 92"/>
                <a:gd name="T4" fmla="*/ 13 w 92"/>
                <a:gd name="T5" fmla="*/ 3 h 92"/>
                <a:gd name="T6" fmla="*/ 11 w 92"/>
                <a:gd name="T7" fmla="*/ 5 h 92"/>
                <a:gd name="T8" fmla="*/ 6 w 92"/>
                <a:gd name="T9" fmla="*/ 9 h 92"/>
                <a:gd name="T10" fmla="*/ 3 w 92"/>
                <a:gd name="T11" fmla="*/ 11 h 92"/>
                <a:gd name="T12" fmla="*/ 2 w 92"/>
                <a:gd name="T13" fmla="*/ 9 h 92"/>
                <a:gd name="T14" fmla="*/ 3 w 92"/>
                <a:gd name="T15" fmla="*/ 7 h 92"/>
                <a:gd name="T16" fmla="*/ 2 w 92"/>
                <a:gd name="T17" fmla="*/ 5 h 92"/>
                <a:gd name="T18" fmla="*/ 6 w 92"/>
                <a:gd name="T19" fmla="*/ 4 h 92"/>
                <a:gd name="T20" fmla="*/ 8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8 w 633"/>
                <a:gd name="T1" fmla="*/ 2 h 660"/>
                <a:gd name="T2" fmla="*/ 23 w 633"/>
                <a:gd name="T3" fmla="*/ 3 h 660"/>
                <a:gd name="T4" fmla="*/ 19 w 633"/>
                <a:gd name="T5" fmla="*/ 8 h 660"/>
                <a:gd name="T6" fmla="*/ 13 w 633"/>
                <a:gd name="T7" fmla="*/ 8 h 660"/>
                <a:gd name="T8" fmla="*/ 10 w 633"/>
                <a:gd name="T9" fmla="*/ 11 h 660"/>
                <a:gd name="T10" fmla="*/ 9 w 633"/>
                <a:gd name="T11" fmla="*/ 16 h 660"/>
                <a:gd name="T12" fmla="*/ 4 w 633"/>
                <a:gd name="T13" fmla="*/ 23 h 660"/>
                <a:gd name="T14" fmla="*/ 0 w 633"/>
                <a:gd name="T15" fmla="*/ 24 h 660"/>
                <a:gd name="T16" fmla="*/ 9 w 633"/>
                <a:gd name="T17" fmla="*/ 44 h 660"/>
                <a:gd name="T18" fmla="*/ 16 w 633"/>
                <a:gd name="T19" fmla="*/ 57 h 660"/>
                <a:gd name="T20" fmla="*/ 19 w 633"/>
                <a:gd name="T21" fmla="*/ 59 h 660"/>
                <a:gd name="T22" fmla="*/ 22 w 633"/>
                <a:gd name="T23" fmla="*/ 60 h 660"/>
                <a:gd name="T24" fmla="*/ 30 w 633"/>
                <a:gd name="T25" fmla="*/ 58 h 660"/>
                <a:gd name="T26" fmla="*/ 33 w 633"/>
                <a:gd name="T27" fmla="*/ 57 h 660"/>
                <a:gd name="T28" fmla="*/ 39 w 633"/>
                <a:gd name="T29" fmla="*/ 60 h 660"/>
                <a:gd name="T30" fmla="*/ 43 w 633"/>
                <a:gd name="T31" fmla="*/ 71 h 660"/>
                <a:gd name="T32" fmla="*/ 44 w 633"/>
                <a:gd name="T33" fmla="*/ 71 h 660"/>
                <a:gd name="T34" fmla="*/ 46 w 633"/>
                <a:gd name="T35" fmla="*/ 68 h 660"/>
                <a:gd name="T36" fmla="*/ 49 w 633"/>
                <a:gd name="T37" fmla="*/ 74 h 660"/>
                <a:gd name="T38" fmla="*/ 53 w 633"/>
                <a:gd name="T39" fmla="*/ 77 h 660"/>
                <a:gd name="T40" fmla="*/ 58 w 633"/>
                <a:gd name="T41" fmla="*/ 80 h 660"/>
                <a:gd name="T42" fmla="*/ 58 w 633"/>
                <a:gd name="T43" fmla="*/ 83 h 660"/>
                <a:gd name="T44" fmla="*/ 60 w 633"/>
                <a:gd name="T45" fmla="*/ 83 h 660"/>
                <a:gd name="T46" fmla="*/ 64 w 633"/>
                <a:gd name="T47" fmla="*/ 87 h 660"/>
                <a:gd name="T48" fmla="*/ 65 w 633"/>
                <a:gd name="T49" fmla="*/ 85 h 660"/>
                <a:gd name="T50" fmla="*/ 71 w 633"/>
                <a:gd name="T51" fmla="*/ 89 h 660"/>
                <a:gd name="T52" fmla="*/ 77 w 633"/>
                <a:gd name="T53" fmla="*/ 87 h 660"/>
                <a:gd name="T54" fmla="*/ 82 w 633"/>
                <a:gd name="T55" fmla="*/ 71 h 660"/>
                <a:gd name="T56" fmla="*/ 83 w 633"/>
                <a:gd name="T57" fmla="*/ 62 h 660"/>
                <a:gd name="T58" fmla="*/ 82 w 633"/>
                <a:gd name="T59" fmla="*/ 49 h 660"/>
                <a:gd name="T60" fmla="*/ 70 w 633"/>
                <a:gd name="T61" fmla="*/ 37 h 660"/>
                <a:gd name="T62" fmla="*/ 70 w 633"/>
                <a:gd name="T63" fmla="*/ 32 h 660"/>
                <a:gd name="T64" fmla="*/ 61 w 633"/>
                <a:gd name="T65" fmla="*/ 24 h 660"/>
                <a:gd name="T66" fmla="*/ 62 w 633"/>
                <a:gd name="T67" fmla="*/ 21 h 660"/>
                <a:gd name="T68" fmla="*/ 60 w 633"/>
                <a:gd name="T69" fmla="*/ 18 h 660"/>
                <a:gd name="T70" fmla="*/ 55 w 633"/>
                <a:gd name="T71" fmla="*/ 11 h 660"/>
                <a:gd name="T72" fmla="*/ 52 w 633"/>
                <a:gd name="T73" fmla="*/ 5 h 660"/>
                <a:gd name="T74" fmla="*/ 51 w 633"/>
                <a:gd name="T75" fmla="*/ 3 h 660"/>
                <a:gd name="T76" fmla="*/ 48 w 633"/>
                <a:gd name="T77" fmla="*/ 20 h 660"/>
                <a:gd name="T78" fmla="*/ 43 w 633"/>
                <a:gd name="T79" fmla="*/ 16 h 660"/>
                <a:gd name="T80" fmla="*/ 39 w 633"/>
                <a:gd name="T81" fmla="*/ 15 h 660"/>
                <a:gd name="T82" fmla="*/ 36 w 633"/>
                <a:gd name="T83" fmla="*/ 12 h 660"/>
                <a:gd name="T84" fmla="*/ 34 w 633"/>
                <a:gd name="T85" fmla="*/ 8 h 660"/>
                <a:gd name="T86" fmla="*/ 37 w 633"/>
                <a:gd name="T87" fmla="*/ 8 h 660"/>
                <a:gd name="T88" fmla="*/ 32 w 633"/>
                <a:gd name="T89" fmla="*/ 3 h 660"/>
                <a:gd name="T90" fmla="*/ 28 w 633"/>
                <a:gd name="T91" fmla="*/ 2 h 660"/>
                <a:gd name="T92" fmla="*/ 27 w 633"/>
                <a:gd name="T93" fmla="*/ 2 h 660"/>
                <a:gd name="T94" fmla="*/ 28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10 w 426"/>
                <a:gd name="T1" fmla="*/ 8 h 280"/>
                <a:gd name="T2" fmla="*/ 9 w 426"/>
                <a:gd name="T3" fmla="*/ 5 h 280"/>
                <a:gd name="T4" fmla="*/ 8 w 426"/>
                <a:gd name="T5" fmla="*/ 2 h 280"/>
                <a:gd name="T6" fmla="*/ 7 w 426"/>
                <a:gd name="T7" fmla="*/ 2 h 280"/>
                <a:gd name="T8" fmla="*/ 2 w 426"/>
                <a:gd name="T9" fmla="*/ 2 h 280"/>
                <a:gd name="T10" fmla="*/ 5 w 426"/>
                <a:gd name="T11" fmla="*/ 6 h 280"/>
                <a:gd name="T12" fmla="*/ 6 w 426"/>
                <a:gd name="T13" fmla="*/ 8 h 280"/>
                <a:gd name="T14" fmla="*/ 3 w 426"/>
                <a:gd name="T15" fmla="*/ 10 h 280"/>
                <a:gd name="T16" fmla="*/ 12 w 426"/>
                <a:gd name="T17" fmla="*/ 13 h 280"/>
                <a:gd name="T18" fmla="*/ 16 w 426"/>
                <a:gd name="T19" fmla="*/ 15 h 280"/>
                <a:gd name="T20" fmla="*/ 16 w 426"/>
                <a:gd name="T21" fmla="*/ 17 h 280"/>
                <a:gd name="T22" fmla="*/ 19 w 426"/>
                <a:gd name="T23" fmla="*/ 18 h 280"/>
                <a:gd name="T24" fmla="*/ 19 w 426"/>
                <a:gd name="T25" fmla="*/ 22 h 280"/>
                <a:gd name="T26" fmla="*/ 17 w 426"/>
                <a:gd name="T27" fmla="*/ 26 h 280"/>
                <a:gd name="T28" fmla="*/ 24 w 426"/>
                <a:gd name="T29" fmla="*/ 26 h 280"/>
                <a:gd name="T30" fmla="*/ 25 w 426"/>
                <a:gd name="T31" fmla="*/ 29 h 280"/>
                <a:gd name="T32" fmla="*/ 28 w 426"/>
                <a:gd name="T33" fmla="*/ 30 h 280"/>
                <a:gd name="T34" fmla="*/ 30 w 426"/>
                <a:gd name="T35" fmla="*/ 31 h 280"/>
                <a:gd name="T36" fmla="*/ 33 w 426"/>
                <a:gd name="T37" fmla="*/ 30 h 280"/>
                <a:gd name="T38" fmla="*/ 37 w 426"/>
                <a:gd name="T39" fmla="*/ 26 h 280"/>
                <a:gd name="T40" fmla="*/ 44 w 426"/>
                <a:gd name="T41" fmla="*/ 34 h 280"/>
                <a:gd name="T42" fmla="*/ 48 w 426"/>
                <a:gd name="T43" fmla="*/ 38 h 280"/>
                <a:gd name="T44" fmla="*/ 48 w 426"/>
                <a:gd name="T45" fmla="*/ 30 h 280"/>
                <a:gd name="T46" fmla="*/ 44 w 426"/>
                <a:gd name="T47" fmla="*/ 27 h 280"/>
                <a:gd name="T48" fmla="*/ 49 w 426"/>
                <a:gd name="T49" fmla="*/ 23 h 280"/>
                <a:gd name="T50" fmla="*/ 54 w 426"/>
                <a:gd name="T51" fmla="*/ 22 h 280"/>
                <a:gd name="T52" fmla="*/ 56 w 426"/>
                <a:gd name="T53" fmla="*/ 21 h 280"/>
                <a:gd name="T54" fmla="*/ 56 w 426"/>
                <a:gd name="T55" fmla="*/ 19 h 280"/>
                <a:gd name="T56" fmla="*/ 47 w 426"/>
                <a:gd name="T57" fmla="*/ 20 h 280"/>
                <a:gd name="T58" fmla="*/ 40 w 426"/>
                <a:gd name="T59" fmla="*/ 19 h 280"/>
                <a:gd name="T60" fmla="*/ 39 w 426"/>
                <a:gd name="T61" fmla="*/ 17 h 280"/>
                <a:gd name="T62" fmla="*/ 39 w 426"/>
                <a:gd name="T63" fmla="*/ 16 h 280"/>
                <a:gd name="T64" fmla="*/ 29 w 426"/>
                <a:gd name="T65" fmla="*/ 11 h 280"/>
                <a:gd name="T66" fmla="*/ 21 w 426"/>
                <a:gd name="T67" fmla="*/ 8 h 280"/>
                <a:gd name="T68" fmla="*/ 18 w 426"/>
                <a:gd name="T69" fmla="*/ 8 h 280"/>
                <a:gd name="T70" fmla="*/ 10 w 426"/>
                <a:gd name="T71" fmla="*/ 8 h 280"/>
                <a:gd name="T72" fmla="*/ 9 w 426"/>
                <a:gd name="T73" fmla="*/ 5 h 280"/>
                <a:gd name="T74" fmla="*/ 9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algn="ctr" rotWithShape="0">
                      <a:srgbClr val="989898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 w 416"/>
                <a:gd name="T3" fmla="*/ 5 h 282"/>
                <a:gd name="T4" fmla="*/ 4 w 416"/>
                <a:gd name="T5" fmla="*/ 7 h 282"/>
                <a:gd name="T6" fmla="*/ 10 w 416"/>
                <a:gd name="T7" fmla="*/ 12 h 282"/>
                <a:gd name="T8" fmla="*/ 16 w 416"/>
                <a:gd name="T9" fmla="*/ 15 h 282"/>
                <a:gd name="T10" fmla="*/ 17 w 416"/>
                <a:gd name="T11" fmla="*/ 16 h 282"/>
                <a:gd name="T12" fmla="*/ 18 w 416"/>
                <a:gd name="T13" fmla="*/ 22 h 282"/>
                <a:gd name="T14" fmla="*/ 16 w 416"/>
                <a:gd name="T15" fmla="*/ 26 h 282"/>
                <a:gd name="T16" fmla="*/ 18 w 416"/>
                <a:gd name="T17" fmla="*/ 25 h 282"/>
                <a:gd name="T18" fmla="*/ 19 w 416"/>
                <a:gd name="T19" fmla="*/ 25 h 282"/>
                <a:gd name="T20" fmla="*/ 21 w 416"/>
                <a:gd name="T21" fmla="*/ 26 h 282"/>
                <a:gd name="T22" fmla="*/ 24 w 416"/>
                <a:gd name="T23" fmla="*/ 28 h 282"/>
                <a:gd name="T24" fmla="*/ 28 w 416"/>
                <a:gd name="T25" fmla="*/ 31 h 282"/>
                <a:gd name="T26" fmla="*/ 31 w 416"/>
                <a:gd name="T27" fmla="*/ 29 h 282"/>
                <a:gd name="T28" fmla="*/ 32 w 416"/>
                <a:gd name="T29" fmla="*/ 25 h 282"/>
                <a:gd name="T30" fmla="*/ 35 w 416"/>
                <a:gd name="T31" fmla="*/ 26 h 282"/>
                <a:gd name="T32" fmla="*/ 38 w 416"/>
                <a:gd name="T33" fmla="*/ 28 h 282"/>
                <a:gd name="T34" fmla="*/ 44 w 416"/>
                <a:gd name="T35" fmla="*/ 37 h 282"/>
                <a:gd name="T36" fmla="*/ 46 w 416"/>
                <a:gd name="T37" fmla="*/ 37 h 282"/>
                <a:gd name="T38" fmla="*/ 46 w 416"/>
                <a:gd name="T39" fmla="*/ 33 h 282"/>
                <a:gd name="T40" fmla="*/ 41 w 416"/>
                <a:gd name="T41" fmla="*/ 25 h 282"/>
                <a:gd name="T42" fmla="*/ 47 w 416"/>
                <a:gd name="T43" fmla="*/ 23 h 282"/>
                <a:gd name="T44" fmla="*/ 53 w 416"/>
                <a:gd name="T45" fmla="*/ 19 h 282"/>
                <a:gd name="T46" fmla="*/ 54 w 416"/>
                <a:gd name="T47" fmla="*/ 16 h 282"/>
                <a:gd name="T48" fmla="*/ 48 w 416"/>
                <a:gd name="T49" fmla="*/ 18 h 282"/>
                <a:gd name="T50" fmla="*/ 40 w 416"/>
                <a:gd name="T51" fmla="*/ 18 h 282"/>
                <a:gd name="T52" fmla="*/ 34 w 416"/>
                <a:gd name="T53" fmla="*/ 13 h 282"/>
                <a:gd name="T54" fmla="*/ 24 w 416"/>
                <a:gd name="T55" fmla="*/ 7 h 282"/>
                <a:gd name="T56" fmla="*/ 17 w 416"/>
                <a:gd name="T57" fmla="*/ 4 h 282"/>
                <a:gd name="T58" fmla="*/ 12 w 416"/>
                <a:gd name="T59" fmla="*/ 5 h 282"/>
                <a:gd name="T60" fmla="*/ 10 w 416"/>
                <a:gd name="T61" fmla="*/ 7 h 282"/>
                <a:gd name="T62" fmla="*/ 7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5 w 60"/>
                <a:gd name="T1" fmla="*/ 2 h 78"/>
                <a:gd name="T2" fmla="*/ 0 w 60"/>
                <a:gd name="T3" fmla="*/ 2 h 78"/>
                <a:gd name="T4" fmla="*/ 3 w 60"/>
                <a:gd name="T5" fmla="*/ 5 h 78"/>
                <a:gd name="T6" fmla="*/ 4 w 60"/>
                <a:gd name="T7" fmla="*/ 8 h 78"/>
                <a:gd name="T8" fmla="*/ 5 w 60"/>
                <a:gd name="T9" fmla="*/ 10 h 78"/>
                <a:gd name="T10" fmla="*/ 8 w 60"/>
                <a:gd name="T11" fmla="*/ 7 h 78"/>
                <a:gd name="T12" fmla="*/ 5 w 60"/>
                <a:gd name="T13" fmla="*/ 2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5 w 219"/>
                <a:gd name="T1" fmla="*/ 10 h 113"/>
                <a:gd name="T2" fmla="*/ 5 w 219"/>
                <a:gd name="T3" fmla="*/ 8 h 113"/>
                <a:gd name="T4" fmla="*/ 1 w 219"/>
                <a:gd name="T5" fmla="*/ 10 h 113"/>
                <a:gd name="T6" fmla="*/ 5 w 219"/>
                <a:gd name="T7" fmla="*/ 15 h 113"/>
                <a:gd name="T8" fmla="*/ 16 w 219"/>
                <a:gd name="T9" fmla="*/ 13 h 113"/>
                <a:gd name="T10" fmla="*/ 19 w 219"/>
                <a:gd name="T11" fmla="*/ 10 h 113"/>
                <a:gd name="T12" fmla="*/ 22 w 219"/>
                <a:gd name="T13" fmla="*/ 9 h 113"/>
                <a:gd name="T14" fmla="*/ 29 w 219"/>
                <a:gd name="T15" fmla="*/ 3 h 113"/>
                <a:gd name="T16" fmla="*/ 28 w 219"/>
                <a:gd name="T17" fmla="*/ 0 h 113"/>
                <a:gd name="T18" fmla="*/ 23 w 219"/>
                <a:gd name="T19" fmla="*/ 3 h 113"/>
                <a:gd name="T20" fmla="*/ 14 w 219"/>
                <a:gd name="T21" fmla="*/ 6 h 113"/>
                <a:gd name="T22" fmla="*/ 10 w 219"/>
                <a:gd name="T23" fmla="*/ 6 h 113"/>
                <a:gd name="T24" fmla="*/ 7 w 219"/>
                <a:gd name="T25" fmla="*/ 8 h 113"/>
                <a:gd name="T26" fmla="*/ 5 w 219"/>
                <a:gd name="T27" fmla="*/ 10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 w 139"/>
                <a:gd name="T1" fmla="*/ 8 h 122"/>
                <a:gd name="T2" fmla="*/ 1 w 139"/>
                <a:gd name="T3" fmla="*/ 11 h 122"/>
                <a:gd name="T4" fmla="*/ 0 w 139"/>
                <a:gd name="T5" fmla="*/ 15 h 122"/>
                <a:gd name="T6" fmla="*/ 4 w 139"/>
                <a:gd name="T7" fmla="*/ 17 h 122"/>
                <a:gd name="T8" fmla="*/ 7 w 139"/>
                <a:gd name="T9" fmla="*/ 13 h 122"/>
                <a:gd name="T10" fmla="*/ 16 w 139"/>
                <a:gd name="T11" fmla="*/ 10 h 122"/>
                <a:gd name="T12" fmla="*/ 18 w 139"/>
                <a:gd name="T13" fmla="*/ 6 h 122"/>
                <a:gd name="T14" fmla="*/ 14 w 139"/>
                <a:gd name="T15" fmla="*/ 4 h 122"/>
                <a:gd name="T16" fmla="*/ 13 w 139"/>
                <a:gd name="T17" fmla="*/ 3 h 122"/>
                <a:gd name="T18" fmla="*/ 8 w 139"/>
                <a:gd name="T19" fmla="*/ 2 h 122"/>
                <a:gd name="T20" fmla="*/ 7 w 139"/>
                <a:gd name="T21" fmla="*/ 5 h 122"/>
                <a:gd name="T22" fmla="*/ 1 w 139"/>
                <a:gd name="T23" fmla="*/ 8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5 w 49"/>
                <a:gd name="T1" fmla="*/ 0 h 35"/>
                <a:gd name="T2" fmla="*/ 2 w 49"/>
                <a:gd name="T3" fmla="*/ 1 h 35"/>
                <a:gd name="T4" fmla="*/ 4 w 49"/>
                <a:gd name="T5" fmla="*/ 4 h 35"/>
                <a:gd name="T6" fmla="*/ 6 w 49"/>
                <a:gd name="T7" fmla="*/ 3 h 35"/>
                <a:gd name="T8" fmla="*/ 5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7 w 164"/>
                <a:gd name="T1" fmla="*/ 0 h 268"/>
                <a:gd name="T2" fmla="*/ 14 w 164"/>
                <a:gd name="T3" fmla="*/ 4 h 268"/>
                <a:gd name="T4" fmla="*/ 13 w 164"/>
                <a:gd name="T5" fmla="*/ 8 h 268"/>
                <a:gd name="T6" fmla="*/ 5 w 164"/>
                <a:gd name="T7" fmla="*/ 11 h 268"/>
                <a:gd name="T8" fmla="*/ 4 w 164"/>
                <a:gd name="T9" fmla="*/ 13 h 268"/>
                <a:gd name="T10" fmla="*/ 2 w 164"/>
                <a:gd name="T11" fmla="*/ 14 h 268"/>
                <a:gd name="T12" fmla="*/ 3 w 164"/>
                <a:gd name="T13" fmla="*/ 18 h 268"/>
                <a:gd name="T14" fmla="*/ 4 w 164"/>
                <a:gd name="T15" fmla="*/ 22 h 268"/>
                <a:gd name="T16" fmla="*/ 0 w 164"/>
                <a:gd name="T17" fmla="*/ 27 h 268"/>
                <a:gd name="T18" fmla="*/ 4 w 164"/>
                <a:gd name="T19" fmla="*/ 35 h 268"/>
                <a:gd name="T20" fmla="*/ 8 w 164"/>
                <a:gd name="T21" fmla="*/ 36 h 268"/>
                <a:gd name="T22" fmla="*/ 13 w 164"/>
                <a:gd name="T23" fmla="*/ 29 h 268"/>
                <a:gd name="T24" fmla="*/ 14 w 164"/>
                <a:gd name="T25" fmla="*/ 26 h 268"/>
                <a:gd name="T26" fmla="*/ 17 w 164"/>
                <a:gd name="T27" fmla="*/ 16 h 268"/>
                <a:gd name="T28" fmla="*/ 19 w 164"/>
                <a:gd name="T29" fmla="*/ 11 h 268"/>
                <a:gd name="T30" fmla="*/ 22 w 164"/>
                <a:gd name="T31" fmla="*/ 10 h 268"/>
                <a:gd name="T32" fmla="*/ 17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4 w 66"/>
                <a:gd name="T1" fmla="*/ 0 h 81"/>
                <a:gd name="T2" fmla="*/ 3 w 66"/>
                <a:gd name="T3" fmla="*/ 8 h 81"/>
                <a:gd name="T4" fmla="*/ 4 w 66"/>
                <a:gd name="T5" fmla="*/ 11 h 81"/>
                <a:gd name="T6" fmla="*/ 5 w 66"/>
                <a:gd name="T7" fmla="*/ 11 h 81"/>
                <a:gd name="T8" fmla="*/ 7 w 66"/>
                <a:gd name="T9" fmla="*/ 11 h 81"/>
                <a:gd name="T10" fmla="*/ 4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13 w 148"/>
                <a:gd name="T1" fmla="*/ 0 h 244"/>
                <a:gd name="T2" fmla="*/ 8 w 148"/>
                <a:gd name="T3" fmla="*/ 11 h 244"/>
                <a:gd name="T4" fmla="*/ 5 w 148"/>
                <a:gd name="T5" fmla="*/ 13 h 244"/>
                <a:gd name="T6" fmla="*/ 2 w 148"/>
                <a:gd name="T7" fmla="*/ 15 h 244"/>
                <a:gd name="T8" fmla="*/ 6 w 148"/>
                <a:gd name="T9" fmla="*/ 26 h 244"/>
                <a:gd name="T10" fmla="*/ 8 w 148"/>
                <a:gd name="T11" fmla="*/ 30 h 244"/>
                <a:gd name="T12" fmla="*/ 8 w 148"/>
                <a:gd name="T13" fmla="*/ 32 h 244"/>
                <a:gd name="T14" fmla="*/ 11 w 148"/>
                <a:gd name="T15" fmla="*/ 33 h 244"/>
                <a:gd name="T16" fmla="*/ 13 w 148"/>
                <a:gd name="T17" fmla="*/ 26 h 244"/>
                <a:gd name="T18" fmla="*/ 17 w 148"/>
                <a:gd name="T19" fmla="*/ 23 h 244"/>
                <a:gd name="T20" fmla="*/ 15 w 148"/>
                <a:gd name="T21" fmla="*/ 10 h 244"/>
                <a:gd name="T22" fmla="*/ 19 w 148"/>
                <a:gd name="T23" fmla="*/ 6 h 244"/>
                <a:gd name="T24" fmla="*/ 15 w 148"/>
                <a:gd name="T25" fmla="*/ 3 h 244"/>
                <a:gd name="T26" fmla="*/ 13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6 w 96"/>
                <a:gd name="T1" fmla="*/ 1 h 183"/>
                <a:gd name="T2" fmla="*/ 8 w 96"/>
                <a:gd name="T3" fmla="*/ 4 h 183"/>
                <a:gd name="T4" fmla="*/ 8 w 96"/>
                <a:gd name="T5" fmla="*/ 7 h 183"/>
                <a:gd name="T6" fmla="*/ 8 w 96"/>
                <a:gd name="T7" fmla="*/ 12 h 183"/>
                <a:gd name="T8" fmla="*/ 10 w 96"/>
                <a:gd name="T9" fmla="*/ 14 h 183"/>
                <a:gd name="T10" fmla="*/ 10 w 96"/>
                <a:gd name="T11" fmla="*/ 16 h 183"/>
                <a:gd name="T12" fmla="*/ 8 w 96"/>
                <a:gd name="T13" fmla="*/ 12 h 183"/>
                <a:gd name="T14" fmla="*/ 5 w 96"/>
                <a:gd name="T15" fmla="*/ 10 h 183"/>
                <a:gd name="T16" fmla="*/ 2 w 96"/>
                <a:gd name="T17" fmla="*/ 10 h 183"/>
                <a:gd name="T18" fmla="*/ 2 w 96"/>
                <a:gd name="T19" fmla="*/ 13 h 183"/>
                <a:gd name="T20" fmla="*/ 6 w 96"/>
                <a:gd name="T21" fmla="*/ 15 h 183"/>
                <a:gd name="T22" fmla="*/ 8 w 96"/>
                <a:gd name="T23" fmla="*/ 18 h 183"/>
                <a:gd name="T24" fmla="*/ 10 w 96"/>
                <a:gd name="T25" fmla="*/ 18 h 183"/>
                <a:gd name="T26" fmla="*/ 11 w 96"/>
                <a:gd name="T27" fmla="*/ 19 h 183"/>
                <a:gd name="T28" fmla="*/ 13 w 96"/>
                <a:gd name="T29" fmla="*/ 23 h 183"/>
                <a:gd name="T30" fmla="*/ 11 w 96"/>
                <a:gd name="T31" fmla="*/ 16 h 183"/>
                <a:gd name="T32" fmla="*/ 11 w 96"/>
                <a:gd name="T33" fmla="*/ 12 h 183"/>
                <a:gd name="T34" fmla="*/ 10 w 96"/>
                <a:gd name="T35" fmla="*/ 7 h 183"/>
                <a:gd name="T36" fmla="*/ 8 w 96"/>
                <a:gd name="T37" fmla="*/ 5 h 183"/>
                <a:gd name="T38" fmla="*/ 8 w 96"/>
                <a:gd name="T39" fmla="*/ 2 h 183"/>
                <a:gd name="T40" fmla="*/ 6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3 h 175"/>
                <a:gd name="T4" fmla="*/ 1 w 54"/>
                <a:gd name="T5" fmla="*/ 7 h 175"/>
                <a:gd name="T6" fmla="*/ 2 w 54"/>
                <a:gd name="T7" fmla="*/ 12 h 175"/>
                <a:gd name="T8" fmla="*/ 4 w 54"/>
                <a:gd name="T9" fmla="*/ 17 h 175"/>
                <a:gd name="T10" fmla="*/ 7 w 54"/>
                <a:gd name="T11" fmla="*/ 23 h 175"/>
                <a:gd name="T12" fmla="*/ 5 w 54"/>
                <a:gd name="T13" fmla="*/ 15 h 175"/>
                <a:gd name="T14" fmla="*/ 4 w 54"/>
                <a:gd name="T15" fmla="*/ 12 h 175"/>
                <a:gd name="T16" fmla="*/ 4 w 54"/>
                <a:gd name="T17" fmla="*/ 7 h 175"/>
                <a:gd name="T18" fmla="*/ 3 w 54"/>
                <a:gd name="T19" fmla="*/ 5 h 175"/>
                <a:gd name="T20" fmla="*/ 2 w 54"/>
                <a:gd name="T21" fmla="*/ 5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4 h 73"/>
                <a:gd name="T4" fmla="*/ 4 w 86"/>
                <a:gd name="T5" fmla="*/ 5 h 73"/>
                <a:gd name="T6" fmla="*/ 6 w 86"/>
                <a:gd name="T7" fmla="*/ 6 h 73"/>
                <a:gd name="T8" fmla="*/ 8 w 86"/>
                <a:gd name="T9" fmla="*/ 7 h 73"/>
                <a:gd name="T10" fmla="*/ 11 w 86"/>
                <a:gd name="T11" fmla="*/ 8 h 73"/>
                <a:gd name="T12" fmla="*/ 12 w 86"/>
                <a:gd name="T13" fmla="*/ 9 h 73"/>
                <a:gd name="T14" fmla="*/ 10 w 86"/>
                <a:gd name="T15" fmla="*/ 5 h 73"/>
                <a:gd name="T16" fmla="*/ 8 w 86"/>
                <a:gd name="T17" fmla="*/ 3 h 73"/>
                <a:gd name="T18" fmla="*/ 5 w 86"/>
                <a:gd name="T19" fmla="*/ 3 h 73"/>
                <a:gd name="T20" fmla="*/ 4 w 86"/>
                <a:gd name="T21" fmla="*/ 2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13 w 111"/>
                <a:gd name="T1" fmla="*/ 0 h 156"/>
                <a:gd name="T2" fmla="*/ 10 w 111"/>
                <a:gd name="T3" fmla="*/ 2 h 156"/>
                <a:gd name="T4" fmla="*/ 3 w 111"/>
                <a:gd name="T5" fmla="*/ 2 h 156"/>
                <a:gd name="T6" fmla="*/ 1 w 111"/>
                <a:gd name="T7" fmla="*/ 5 h 156"/>
                <a:gd name="T8" fmla="*/ 1 w 111"/>
                <a:gd name="T9" fmla="*/ 8 h 156"/>
                <a:gd name="T10" fmla="*/ 1 w 111"/>
                <a:gd name="T11" fmla="*/ 11 h 156"/>
                <a:gd name="T12" fmla="*/ 1 w 111"/>
                <a:gd name="T13" fmla="*/ 13 h 156"/>
                <a:gd name="T14" fmla="*/ 1 w 111"/>
                <a:gd name="T15" fmla="*/ 15 h 156"/>
                <a:gd name="T16" fmla="*/ 3 w 111"/>
                <a:gd name="T17" fmla="*/ 17 h 156"/>
                <a:gd name="T18" fmla="*/ 1 w 111"/>
                <a:gd name="T19" fmla="*/ 20 h 156"/>
                <a:gd name="T20" fmla="*/ 3 w 111"/>
                <a:gd name="T21" fmla="*/ 22 h 156"/>
                <a:gd name="T22" fmla="*/ 5 w 111"/>
                <a:gd name="T23" fmla="*/ 20 h 156"/>
                <a:gd name="T24" fmla="*/ 7 w 111"/>
                <a:gd name="T25" fmla="*/ 13 h 156"/>
                <a:gd name="T26" fmla="*/ 7 w 111"/>
                <a:gd name="T27" fmla="*/ 17 h 156"/>
                <a:gd name="T28" fmla="*/ 9 w 111"/>
                <a:gd name="T29" fmla="*/ 20 h 156"/>
                <a:gd name="T30" fmla="*/ 7 w 111"/>
                <a:gd name="T31" fmla="*/ 15 h 156"/>
                <a:gd name="T32" fmla="*/ 9 w 111"/>
                <a:gd name="T33" fmla="*/ 10 h 156"/>
                <a:gd name="T34" fmla="*/ 9 w 111"/>
                <a:gd name="T35" fmla="*/ 8 h 156"/>
                <a:gd name="T36" fmla="*/ 7 w 111"/>
                <a:gd name="T37" fmla="*/ 8 h 156"/>
                <a:gd name="T38" fmla="*/ 4 w 111"/>
                <a:gd name="T39" fmla="*/ 8 h 156"/>
                <a:gd name="T40" fmla="*/ 5 w 111"/>
                <a:gd name="T41" fmla="*/ 5 h 156"/>
                <a:gd name="T42" fmla="*/ 7 w 111"/>
                <a:gd name="T43" fmla="*/ 5 h 156"/>
                <a:gd name="T44" fmla="*/ 10 w 111"/>
                <a:gd name="T45" fmla="*/ 6 h 156"/>
                <a:gd name="T46" fmla="*/ 13 w 111"/>
                <a:gd name="T47" fmla="*/ 5 h 156"/>
                <a:gd name="T48" fmla="*/ 14 w 111"/>
                <a:gd name="T49" fmla="*/ 2 h 156"/>
                <a:gd name="T50" fmla="*/ 13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2 h 94"/>
                <a:gd name="T4" fmla="*/ 1 w 30"/>
                <a:gd name="T5" fmla="*/ 5 h 94"/>
                <a:gd name="T6" fmla="*/ 1 w 30"/>
                <a:gd name="T7" fmla="*/ 8 h 94"/>
                <a:gd name="T8" fmla="*/ 2 w 30"/>
                <a:gd name="T9" fmla="*/ 13 h 94"/>
                <a:gd name="T10" fmla="*/ 4 w 30"/>
                <a:gd name="T11" fmla="*/ 11 h 94"/>
                <a:gd name="T12" fmla="*/ 3 w 30"/>
                <a:gd name="T13" fmla="*/ 8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2 h 158"/>
                <a:gd name="T4" fmla="*/ 2 w 81"/>
                <a:gd name="T5" fmla="*/ 7 h 158"/>
                <a:gd name="T6" fmla="*/ 2 w 81"/>
                <a:gd name="T7" fmla="*/ 14 h 158"/>
                <a:gd name="T8" fmla="*/ 3 w 81"/>
                <a:gd name="T9" fmla="*/ 13 h 158"/>
                <a:gd name="T10" fmla="*/ 3 w 81"/>
                <a:gd name="T11" fmla="*/ 15 h 158"/>
                <a:gd name="T12" fmla="*/ 5 w 81"/>
                <a:gd name="T13" fmla="*/ 16 h 158"/>
                <a:gd name="T14" fmla="*/ 6 w 81"/>
                <a:gd name="T15" fmla="*/ 18 h 158"/>
                <a:gd name="T16" fmla="*/ 6 w 81"/>
                <a:gd name="T17" fmla="*/ 16 h 158"/>
                <a:gd name="T18" fmla="*/ 9 w 81"/>
                <a:gd name="T19" fmla="*/ 17 h 158"/>
                <a:gd name="T20" fmla="*/ 8 w 81"/>
                <a:gd name="T21" fmla="*/ 14 h 158"/>
                <a:gd name="T22" fmla="*/ 6 w 81"/>
                <a:gd name="T23" fmla="*/ 13 h 158"/>
                <a:gd name="T24" fmla="*/ 6 w 81"/>
                <a:gd name="T25" fmla="*/ 12 h 158"/>
                <a:gd name="T26" fmla="*/ 5 w 81"/>
                <a:gd name="T27" fmla="*/ 10 h 158"/>
                <a:gd name="T28" fmla="*/ 6 w 81"/>
                <a:gd name="T29" fmla="*/ 7 h 158"/>
                <a:gd name="T30" fmla="*/ 5 w 81"/>
                <a:gd name="T31" fmla="*/ 4 h 158"/>
                <a:gd name="T32" fmla="*/ 6 w 81"/>
                <a:gd name="T33" fmla="*/ 2 h 158"/>
                <a:gd name="T34" fmla="*/ 5 w 81"/>
                <a:gd name="T35" fmla="*/ 1 h 158"/>
                <a:gd name="T36" fmla="*/ 3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8 w 85"/>
                <a:gd name="T1" fmla="*/ 0 h 105"/>
                <a:gd name="T2" fmla="*/ 6 w 85"/>
                <a:gd name="T3" fmla="*/ 3 h 105"/>
                <a:gd name="T4" fmla="*/ 5 w 85"/>
                <a:gd name="T5" fmla="*/ 5 h 105"/>
                <a:gd name="T6" fmla="*/ 2 w 85"/>
                <a:gd name="T7" fmla="*/ 5 h 105"/>
                <a:gd name="T8" fmla="*/ 2 w 85"/>
                <a:gd name="T9" fmla="*/ 6 h 105"/>
                <a:gd name="T10" fmla="*/ 2 w 85"/>
                <a:gd name="T11" fmla="*/ 11 h 105"/>
                <a:gd name="T12" fmla="*/ 2 w 85"/>
                <a:gd name="T13" fmla="*/ 10 h 105"/>
                <a:gd name="T14" fmla="*/ 4 w 85"/>
                <a:gd name="T15" fmla="*/ 8 h 105"/>
                <a:gd name="T16" fmla="*/ 5 w 85"/>
                <a:gd name="T17" fmla="*/ 10 h 105"/>
                <a:gd name="T18" fmla="*/ 8 w 85"/>
                <a:gd name="T19" fmla="*/ 14 h 105"/>
                <a:gd name="T20" fmla="*/ 10 w 85"/>
                <a:gd name="T21" fmla="*/ 10 h 105"/>
                <a:gd name="T22" fmla="*/ 11 w 85"/>
                <a:gd name="T23" fmla="*/ 10 h 105"/>
                <a:gd name="T24" fmla="*/ 11 w 85"/>
                <a:gd name="T25" fmla="*/ 6 h 105"/>
                <a:gd name="T26" fmla="*/ 8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2 w 38"/>
                <a:gd name="T1" fmla="*/ 3 h 66"/>
                <a:gd name="T2" fmla="*/ 4 w 38"/>
                <a:gd name="T3" fmla="*/ 8 h 66"/>
                <a:gd name="T4" fmla="*/ 5 w 38"/>
                <a:gd name="T5" fmla="*/ 7 h 66"/>
                <a:gd name="T6" fmla="*/ 6 w 38"/>
                <a:gd name="T7" fmla="*/ 5 h 66"/>
                <a:gd name="T8" fmla="*/ 5 w 38"/>
                <a:gd name="T9" fmla="*/ 3 h 66"/>
                <a:gd name="T10" fmla="*/ 3 w 38"/>
                <a:gd name="T11" fmla="*/ 1 h 66"/>
                <a:gd name="T12" fmla="*/ 2 w 38"/>
                <a:gd name="T13" fmla="*/ 1 h 66"/>
                <a:gd name="T14" fmla="*/ 2 w 38"/>
                <a:gd name="T15" fmla="*/ 1 h 66"/>
                <a:gd name="T16" fmla="*/ 2 w 38"/>
                <a:gd name="T17" fmla="*/ 3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3 h 23"/>
                <a:gd name="T4" fmla="*/ 4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3 h 49"/>
                <a:gd name="T4" fmla="*/ 4 w 60"/>
                <a:gd name="T5" fmla="*/ 5 h 49"/>
                <a:gd name="T6" fmla="*/ 6 w 60"/>
                <a:gd name="T7" fmla="*/ 6 h 49"/>
                <a:gd name="T8" fmla="*/ 8 w 60"/>
                <a:gd name="T9" fmla="*/ 6 h 49"/>
                <a:gd name="T10" fmla="*/ 7 w 60"/>
                <a:gd name="T11" fmla="*/ 4 h 49"/>
                <a:gd name="T12" fmla="*/ 4 w 60"/>
                <a:gd name="T13" fmla="*/ 2 h 49"/>
                <a:gd name="T14" fmla="*/ 3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4 w 32"/>
                <a:gd name="T1" fmla="*/ 0 h 44"/>
                <a:gd name="T2" fmla="*/ 2 w 32"/>
                <a:gd name="T3" fmla="*/ 2 h 44"/>
                <a:gd name="T4" fmla="*/ 2 w 32"/>
                <a:gd name="T5" fmla="*/ 5 h 44"/>
                <a:gd name="T6" fmla="*/ 4 w 32"/>
                <a:gd name="T7" fmla="*/ 5 h 44"/>
                <a:gd name="T8" fmla="*/ 4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4 w 61"/>
                <a:gd name="T5" fmla="*/ 4 h 63"/>
                <a:gd name="T6" fmla="*/ 5 w 61"/>
                <a:gd name="T7" fmla="*/ 7 h 63"/>
                <a:gd name="T8" fmla="*/ 6 w 61"/>
                <a:gd name="T9" fmla="*/ 7 h 63"/>
                <a:gd name="T10" fmla="*/ 8 w 61"/>
                <a:gd name="T11" fmla="*/ 7 h 63"/>
                <a:gd name="T12" fmla="*/ 5 w 61"/>
                <a:gd name="T13" fmla="*/ 2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9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4 w 61"/>
                <a:gd name="T1" fmla="*/ 1 h 67"/>
                <a:gd name="T2" fmla="*/ 5 w 61"/>
                <a:gd name="T3" fmla="*/ 4 h 67"/>
                <a:gd name="T4" fmla="*/ 2 w 61"/>
                <a:gd name="T5" fmla="*/ 5 h 67"/>
                <a:gd name="T6" fmla="*/ 4 w 61"/>
                <a:gd name="T7" fmla="*/ 9 h 67"/>
                <a:gd name="T8" fmla="*/ 6 w 61"/>
                <a:gd name="T9" fmla="*/ 7 h 67"/>
                <a:gd name="T10" fmla="*/ 8 w 61"/>
                <a:gd name="T11" fmla="*/ 5 h 67"/>
                <a:gd name="T12" fmla="*/ 8 w 61"/>
                <a:gd name="T13" fmla="*/ 4 h 67"/>
                <a:gd name="T14" fmla="*/ 8 w 61"/>
                <a:gd name="T15" fmla="*/ 1 h 67"/>
                <a:gd name="T16" fmla="*/ 8 w 61"/>
                <a:gd name="T17" fmla="*/ 1 h 67"/>
                <a:gd name="T18" fmla="*/ 6 w 61"/>
                <a:gd name="T19" fmla="*/ 1 h 67"/>
                <a:gd name="T20" fmla="*/ 8 w 61"/>
                <a:gd name="T21" fmla="*/ 1 h 67"/>
                <a:gd name="T22" fmla="*/ 7 w 61"/>
                <a:gd name="T23" fmla="*/ 2 h 67"/>
                <a:gd name="T24" fmla="*/ 6 w 61"/>
                <a:gd name="T25" fmla="*/ 3 h 67"/>
                <a:gd name="T26" fmla="*/ 4 w 61"/>
                <a:gd name="T27" fmla="*/ 1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3 w 43"/>
                <a:gd name="T1" fmla="*/ 2 h 36"/>
                <a:gd name="T2" fmla="*/ 1 w 43"/>
                <a:gd name="T3" fmla="*/ 2 h 36"/>
                <a:gd name="T4" fmla="*/ 4 w 43"/>
                <a:gd name="T5" fmla="*/ 5 h 36"/>
                <a:gd name="T6" fmla="*/ 5 w 43"/>
                <a:gd name="T7" fmla="*/ 5 h 36"/>
                <a:gd name="T8" fmla="*/ 3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1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3 w 32"/>
                <a:gd name="T1" fmla="*/ 0 h 41"/>
                <a:gd name="T2" fmla="*/ 0 w 32"/>
                <a:gd name="T3" fmla="*/ 4 h 41"/>
                <a:gd name="T4" fmla="*/ 2 w 32"/>
                <a:gd name="T5" fmla="*/ 4 h 41"/>
                <a:gd name="T6" fmla="*/ 3 w 32"/>
                <a:gd name="T7" fmla="*/ 5 h 41"/>
                <a:gd name="T8" fmla="*/ 2 w 32"/>
                <a:gd name="T9" fmla="*/ 5 h 41"/>
                <a:gd name="T10" fmla="*/ 5 w 32"/>
                <a:gd name="T11" fmla="*/ 3 h 41"/>
                <a:gd name="T12" fmla="*/ 4 w 32"/>
                <a:gd name="T13" fmla="*/ 2 h 41"/>
                <a:gd name="T14" fmla="*/ 3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3 w 45"/>
                <a:gd name="T1" fmla="*/ 0 h 32"/>
                <a:gd name="T2" fmla="*/ 0 w 45"/>
                <a:gd name="T3" fmla="*/ 2 h 32"/>
                <a:gd name="T4" fmla="*/ 4 w 45"/>
                <a:gd name="T5" fmla="*/ 5 h 32"/>
                <a:gd name="T6" fmla="*/ 6 w 45"/>
                <a:gd name="T7" fmla="*/ 4 h 32"/>
                <a:gd name="T8" fmla="*/ 4 w 45"/>
                <a:gd name="T9" fmla="*/ 2 h 32"/>
                <a:gd name="T10" fmla="*/ 3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5 w 35"/>
                <a:gd name="T1" fmla="*/ 0 h 74"/>
                <a:gd name="T2" fmla="*/ 3 w 35"/>
                <a:gd name="T3" fmla="*/ 1 h 74"/>
                <a:gd name="T4" fmla="*/ 2 w 35"/>
                <a:gd name="T5" fmla="*/ 4 h 74"/>
                <a:gd name="T6" fmla="*/ 0 w 35"/>
                <a:gd name="T7" fmla="*/ 7 h 74"/>
                <a:gd name="T8" fmla="*/ 2 w 35"/>
                <a:gd name="T9" fmla="*/ 9 h 74"/>
                <a:gd name="T10" fmla="*/ 3 w 35"/>
                <a:gd name="T11" fmla="*/ 7 h 74"/>
                <a:gd name="T12" fmla="*/ 5 w 35"/>
                <a:gd name="T13" fmla="*/ 4 h 74"/>
                <a:gd name="T14" fmla="*/ 5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64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4 h 73"/>
                <a:gd name="T6" fmla="*/ 2 w 25"/>
                <a:gd name="T7" fmla="*/ 6 h 73"/>
                <a:gd name="T8" fmla="*/ 4 w 25"/>
                <a:gd name="T9" fmla="*/ 8 h 73"/>
                <a:gd name="T10" fmla="*/ 2 w 25"/>
                <a:gd name="T11" fmla="*/ 3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4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2 h 64"/>
                <a:gd name="T4" fmla="*/ 3 w 28"/>
                <a:gd name="T5" fmla="*/ 3 h 64"/>
                <a:gd name="T6" fmla="*/ 2 w 28"/>
                <a:gd name="T7" fmla="*/ 6 h 64"/>
                <a:gd name="T8" fmla="*/ 0 w 28"/>
                <a:gd name="T9" fmla="*/ 8 h 64"/>
                <a:gd name="T10" fmla="*/ 2 w 28"/>
                <a:gd name="T11" fmla="*/ 8 h 64"/>
                <a:gd name="T12" fmla="*/ 4 w 28"/>
                <a:gd name="T13" fmla="*/ 4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67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4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69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2 w 16"/>
                <a:gd name="T1" fmla="*/ 1 h 19"/>
                <a:gd name="T2" fmla="*/ 0 w 16"/>
                <a:gd name="T3" fmla="*/ 1 h 19"/>
                <a:gd name="T4" fmla="*/ 2 w 16"/>
                <a:gd name="T5" fmla="*/ 2 h 19"/>
                <a:gd name="T6" fmla="*/ 2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70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71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2 w 22"/>
                <a:gd name="T3" fmla="*/ 2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72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2 h 81"/>
                <a:gd name="T4" fmla="*/ 2 w 60"/>
                <a:gd name="T5" fmla="*/ 5 h 81"/>
                <a:gd name="T6" fmla="*/ 4 w 60"/>
                <a:gd name="T7" fmla="*/ 7 h 81"/>
                <a:gd name="T8" fmla="*/ 6 w 60"/>
                <a:gd name="T9" fmla="*/ 7 h 81"/>
                <a:gd name="T10" fmla="*/ 8 w 60"/>
                <a:gd name="T11" fmla="*/ 10 h 81"/>
                <a:gd name="T12" fmla="*/ 8 w 60"/>
                <a:gd name="T13" fmla="*/ 7 h 81"/>
                <a:gd name="T14" fmla="*/ 6 w 60"/>
                <a:gd name="T15" fmla="*/ 4 h 81"/>
                <a:gd name="T16" fmla="*/ 4 w 60"/>
                <a:gd name="T17" fmla="*/ 2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73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4 w 71"/>
                <a:gd name="T1" fmla="*/ 4 h 61"/>
                <a:gd name="T2" fmla="*/ 1 w 71"/>
                <a:gd name="T3" fmla="*/ 5 h 61"/>
                <a:gd name="T4" fmla="*/ 1 w 71"/>
                <a:gd name="T5" fmla="*/ 6 h 61"/>
                <a:gd name="T6" fmla="*/ 1 w 71"/>
                <a:gd name="T7" fmla="*/ 8 h 61"/>
                <a:gd name="T8" fmla="*/ 4 w 71"/>
                <a:gd name="T9" fmla="*/ 6 h 61"/>
                <a:gd name="T10" fmla="*/ 5 w 71"/>
                <a:gd name="T11" fmla="*/ 4 h 61"/>
                <a:gd name="T12" fmla="*/ 7 w 71"/>
                <a:gd name="T13" fmla="*/ 0 h 61"/>
                <a:gd name="T14" fmla="*/ 9 w 71"/>
                <a:gd name="T15" fmla="*/ 2 h 61"/>
                <a:gd name="T16" fmla="*/ 4 w 71"/>
                <a:gd name="T17" fmla="*/ 4 h 61"/>
                <a:gd name="T18" fmla="*/ 4 w 71"/>
                <a:gd name="T19" fmla="*/ 4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5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5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3 w 26"/>
                <a:gd name="T1" fmla="*/ 0 h 23"/>
                <a:gd name="T2" fmla="*/ 0 w 26"/>
                <a:gd name="T3" fmla="*/ 1 h 23"/>
                <a:gd name="T4" fmla="*/ 3 w 26"/>
                <a:gd name="T5" fmla="*/ 2 h 23"/>
                <a:gd name="T6" fmla="*/ 3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6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4 w 32"/>
                <a:gd name="T1" fmla="*/ 0 h 44"/>
                <a:gd name="T2" fmla="*/ 2 w 32"/>
                <a:gd name="T3" fmla="*/ 2 h 44"/>
                <a:gd name="T4" fmla="*/ 2 w 32"/>
                <a:gd name="T5" fmla="*/ 5 h 44"/>
                <a:gd name="T6" fmla="*/ 4 w 32"/>
                <a:gd name="T7" fmla="*/ 5 h 44"/>
                <a:gd name="T8" fmla="*/ 4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7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5 w 34"/>
                <a:gd name="T1" fmla="*/ 0 h 44"/>
                <a:gd name="T2" fmla="*/ 2 w 34"/>
                <a:gd name="T3" fmla="*/ 2 h 44"/>
                <a:gd name="T4" fmla="*/ 2 w 34"/>
                <a:gd name="T5" fmla="*/ 5 h 44"/>
                <a:gd name="T6" fmla="*/ 4 w 34"/>
                <a:gd name="T7" fmla="*/ 5 h 44"/>
                <a:gd name="T8" fmla="*/ 5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78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4 w 38"/>
                <a:gd name="T1" fmla="*/ 2 h 37"/>
                <a:gd name="T2" fmla="*/ 1 w 38"/>
                <a:gd name="T3" fmla="*/ 2 h 37"/>
                <a:gd name="T4" fmla="*/ 1 w 38"/>
                <a:gd name="T5" fmla="*/ 4 h 37"/>
                <a:gd name="T6" fmla="*/ 3 w 38"/>
                <a:gd name="T7" fmla="*/ 5 h 37"/>
                <a:gd name="T8" fmla="*/ 4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4 w 38"/>
                <a:gd name="T1" fmla="*/ 2 h 34"/>
                <a:gd name="T2" fmla="*/ 1 w 38"/>
                <a:gd name="T3" fmla="*/ 2 h 34"/>
                <a:gd name="T4" fmla="*/ 2 w 38"/>
                <a:gd name="T5" fmla="*/ 4 h 34"/>
                <a:gd name="T6" fmla="*/ 3 w 38"/>
                <a:gd name="T7" fmla="*/ 4 h 34"/>
                <a:gd name="T8" fmla="*/ 4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80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4 w 35"/>
                <a:gd name="T1" fmla="*/ 1 h 27"/>
                <a:gd name="T2" fmla="*/ 1 w 35"/>
                <a:gd name="T3" fmla="*/ 1 h 27"/>
                <a:gd name="T4" fmla="*/ 1 w 35"/>
                <a:gd name="T5" fmla="*/ 1 h 27"/>
                <a:gd name="T6" fmla="*/ 3 w 35"/>
                <a:gd name="T7" fmla="*/ 2 h 27"/>
                <a:gd name="T8" fmla="*/ 4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1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4 w 35"/>
                <a:gd name="T1" fmla="*/ 2 h 47"/>
                <a:gd name="T2" fmla="*/ 2 w 35"/>
                <a:gd name="T3" fmla="*/ 1 h 47"/>
                <a:gd name="T4" fmla="*/ 1 w 35"/>
                <a:gd name="T5" fmla="*/ 3 h 47"/>
                <a:gd name="T6" fmla="*/ 2 w 35"/>
                <a:gd name="T7" fmla="*/ 4 h 47"/>
                <a:gd name="T8" fmla="*/ 3 w 35"/>
                <a:gd name="T9" fmla="*/ 4 h 47"/>
                <a:gd name="T10" fmla="*/ 4 w 35"/>
                <a:gd name="T11" fmla="*/ 2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4 w 32"/>
                <a:gd name="T1" fmla="*/ 1 h 35"/>
                <a:gd name="T2" fmla="*/ 2 w 32"/>
                <a:gd name="T3" fmla="*/ 1 h 35"/>
                <a:gd name="T4" fmla="*/ 2 w 32"/>
                <a:gd name="T5" fmla="*/ 3 h 35"/>
                <a:gd name="T6" fmla="*/ 4 w 32"/>
                <a:gd name="T7" fmla="*/ 3 h 35"/>
                <a:gd name="T8" fmla="*/ 4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3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4 w 32"/>
                <a:gd name="T1" fmla="*/ 1 h 35"/>
                <a:gd name="T2" fmla="*/ 2 w 32"/>
                <a:gd name="T3" fmla="*/ 1 h 35"/>
                <a:gd name="T4" fmla="*/ 2 w 32"/>
                <a:gd name="T5" fmla="*/ 3 h 35"/>
                <a:gd name="T6" fmla="*/ 4 w 32"/>
                <a:gd name="T7" fmla="*/ 3 h 35"/>
                <a:gd name="T8" fmla="*/ 4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84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22 w 189"/>
                <a:gd name="T1" fmla="*/ 2 h 144"/>
                <a:gd name="T2" fmla="*/ 24 w 189"/>
                <a:gd name="T3" fmla="*/ 2 h 144"/>
                <a:gd name="T4" fmla="*/ 24 w 189"/>
                <a:gd name="T5" fmla="*/ 2 h 144"/>
                <a:gd name="T6" fmla="*/ 24 w 189"/>
                <a:gd name="T7" fmla="*/ 4 h 144"/>
                <a:gd name="T8" fmla="*/ 16 w 189"/>
                <a:gd name="T9" fmla="*/ 6 h 144"/>
                <a:gd name="T10" fmla="*/ 14 w 189"/>
                <a:gd name="T11" fmla="*/ 8 h 144"/>
                <a:gd name="T12" fmla="*/ 12 w 189"/>
                <a:gd name="T13" fmla="*/ 8 h 144"/>
                <a:gd name="T14" fmla="*/ 9 w 189"/>
                <a:gd name="T15" fmla="*/ 11 h 144"/>
                <a:gd name="T16" fmla="*/ 10 w 189"/>
                <a:gd name="T17" fmla="*/ 13 h 144"/>
                <a:gd name="T18" fmla="*/ 10 w 189"/>
                <a:gd name="T19" fmla="*/ 16 h 144"/>
                <a:gd name="T20" fmla="*/ 14 w 189"/>
                <a:gd name="T21" fmla="*/ 17 h 144"/>
                <a:gd name="T22" fmla="*/ 12 w 189"/>
                <a:gd name="T23" fmla="*/ 19 h 144"/>
                <a:gd name="T24" fmla="*/ 10 w 189"/>
                <a:gd name="T25" fmla="*/ 18 h 144"/>
                <a:gd name="T26" fmla="*/ 9 w 189"/>
                <a:gd name="T27" fmla="*/ 18 h 144"/>
                <a:gd name="T28" fmla="*/ 3 w 189"/>
                <a:gd name="T29" fmla="*/ 17 h 144"/>
                <a:gd name="T30" fmla="*/ 2 w 189"/>
                <a:gd name="T31" fmla="*/ 15 h 144"/>
                <a:gd name="T32" fmla="*/ 5 w 189"/>
                <a:gd name="T33" fmla="*/ 13 h 144"/>
                <a:gd name="T34" fmla="*/ 7 w 189"/>
                <a:gd name="T35" fmla="*/ 11 h 144"/>
                <a:gd name="T36" fmla="*/ 5 w 189"/>
                <a:gd name="T37" fmla="*/ 8 h 144"/>
                <a:gd name="T38" fmla="*/ 9 w 189"/>
                <a:gd name="T39" fmla="*/ 6 h 144"/>
                <a:gd name="T40" fmla="*/ 12 w 189"/>
                <a:gd name="T41" fmla="*/ 5 h 144"/>
                <a:gd name="T42" fmla="*/ 14 w 189"/>
                <a:gd name="T43" fmla="*/ 4 h 144"/>
                <a:gd name="T44" fmla="*/ 22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85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4 w 53"/>
                <a:gd name="T1" fmla="*/ 0 h 17"/>
                <a:gd name="T2" fmla="*/ 2 w 53"/>
                <a:gd name="T3" fmla="*/ 1 h 17"/>
                <a:gd name="T4" fmla="*/ 5 w 53"/>
                <a:gd name="T5" fmla="*/ 1 h 17"/>
                <a:gd name="T6" fmla="*/ 6 w 53"/>
                <a:gd name="T7" fmla="*/ 1 h 17"/>
                <a:gd name="T8" fmla="*/ 4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86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7 w 57"/>
                <a:gd name="T1" fmla="*/ 2 h 37"/>
                <a:gd name="T2" fmla="*/ 3 w 57"/>
                <a:gd name="T3" fmla="*/ 4 h 37"/>
                <a:gd name="T4" fmla="*/ 1 w 57"/>
                <a:gd name="T5" fmla="*/ 5 h 37"/>
                <a:gd name="T6" fmla="*/ 1 w 57"/>
                <a:gd name="T7" fmla="*/ 2 h 37"/>
                <a:gd name="T8" fmla="*/ 2 w 57"/>
                <a:gd name="T9" fmla="*/ 0 h 37"/>
                <a:gd name="T10" fmla="*/ 7 w 57"/>
                <a:gd name="T11" fmla="*/ 2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7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3 w 68"/>
                <a:gd name="T1" fmla="*/ 0 h 26"/>
                <a:gd name="T2" fmla="*/ 1 w 68"/>
                <a:gd name="T3" fmla="*/ 2 h 26"/>
                <a:gd name="T4" fmla="*/ 7 w 68"/>
                <a:gd name="T5" fmla="*/ 4 h 26"/>
                <a:gd name="T6" fmla="*/ 7 w 68"/>
                <a:gd name="T7" fmla="*/ 4 h 26"/>
                <a:gd name="T8" fmla="*/ 3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88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8 w 66"/>
                <a:gd name="T1" fmla="*/ 1 h 43"/>
                <a:gd name="T2" fmla="*/ 4 w 66"/>
                <a:gd name="T3" fmla="*/ 1 h 43"/>
                <a:gd name="T4" fmla="*/ 2 w 66"/>
                <a:gd name="T5" fmla="*/ 1 h 43"/>
                <a:gd name="T6" fmla="*/ 2 w 66"/>
                <a:gd name="T7" fmla="*/ 4 h 43"/>
                <a:gd name="T8" fmla="*/ 5 w 66"/>
                <a:gd name="T9" fmla="*/ 5 h 43"/>
                <a:gd name="T10" fmla="*/ 8 w 66"/>
                <a:gd name="T11" fmla="*/ 3 h 43"/>
                <a:gd name="T12" fmla="*/ 8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89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8 w 117"/>
                <a:gd name="T5" fmla="*/ 5 h 41"/>
                <a:gd name="T6" fmla="*/ 11 w 117"/>
                <a:gd name="T7" fmla="*/ 5 h 41"/>
                <a:gd name="T8" fmla="*/ 15 w 117"/>
                <a:gd name="T9" fmla="*/ 4 h 41"/>
                <a:gd name="T10" fmla="*/ 11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90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4 w 62"/>
                <a:gd name="T1" fmla="*/ 2 h 32"/>
                <a:gd name="T2" fmla="*/ 7 w 62"/>
                <a:gd name="T3" fmla="*/ 2 h 32"/>
                <a:gd name="T4" fmla="*/ 4 w 62"/>
                <a:gd name="T5" fmla="*/ 5 h 32"/>
                <a:gd name="T6" fmla="*/ 1 w 62"/>
                <a:gd name="T7" fmla="*/ 4 h 32"/>
                <a:gd name="T8" fmla="*/ 4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1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3 w 49"/>
                <a:gd name="T1" fmla="*/ 1 h 23"/>
                <a:gd name="T2" fmla="*/ 2 w 49"/>
                <a:gd name="T3" fmla="*/ 1 h 23"/>
                <a:gd name="T4" fmla="*/ 6 w 49"/>
                <a:gd name="T5" fmla="*/ 3 h 23"/>
                <a:gd name="T6" fmla="*/ 3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2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3 h 152"/>
                <a:gd name="T4" fmla="*/ 1 w 102"/>
                <a:gd name="T5" fmla="*/ 6 h 152"/>
                <a:gd name="T6" fmla="*/ 4 w 102"/>
                <a:gd name="T7" fmla="*/ 10 h 152"/>
                <a:gd name="T8" fmla="*/ 4 w 102"/>
                <a:gd name="T9" fmla="*/ 14 h 152"/>
                <a:gd name="T10" fmla="*/ 10 w 102"/>
                <a:gd name="T11" fmla="*/ 21 h 152"/>
                <a:gd name="T12" fmla="*/ 11 w 102"/>
                <a:gd name="T13" fmla="*/ 17 h 152"/>
                <a:gd name="T14" fmla="*/ 10 w 102"/>
                <a:gd name="T15" fmla="*/ 14 h 152"/>
                <a:gd name="T16" fmla="*/ 7 w 102"/>
                <a:gd name="T17" fmla="*/ 13 h 152"/>
                <a:gd name="T18" fmla="*/ 7 w 102"/>
                <a:gd name="T19" fmla="*/ 11 h 152"/>
                <a:gd name="T20" fmla="*/ 5 w 102"/>
                <a:gd name="T21" fmla="*/ 6 h 152"/>
                <a:gd name="T22" fmla="*/ 1 w 102"/>
                <a:gd name="T23" fmla="*/ 2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3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8 w 74"/>
                <a:gd name="T1" fmla="*/ 4 h 103"/>
                <a:gd name="T2" fmla="*/ 9 w 74"/>
                <a:gd name="T3" fmla="*/ 6 h 103"/>
                <a:gd name="T4" fmla="*/ 4 w 74"/>
                <a:gd name="T5" fmla="*/ 11 h 103"/>
                <a:gd name="T6" fmla="*/ 4 w 74"/>
                <a:gd name="T7" fmla="*/ 14 h 103"/>
                <a:gd name="T8" fmla="*/ 2 w 74"/>
                <a:gd name="T9" fmla="*/ 13 h 103"/>
                <a:gd name="T10" fmla="*/ 1 w 74"/>
                <a:gd name="T11" fmla="*/ 11 h 103"/>
                <a:gd name="T12" fmla="*/ 0 w 74"/>
                <a:gd name="T13" fmla="*/ 11 h 103"/>
                <a:gd name="T14" fmla="*/ 1 w 74"/>
                <a:gd name="T15" fmla="*/ 8 h 103"/>
                <a:gd name="T16" fmla="*/ 1 w 74"/>
                <a:gd name="T17" fmla="*/ 8 h 103"/>
                <a:gd name="T18" fmla="*/ 1 w 74"/>
                <a:gd name="T19" fmla="*/ 4 h 103"/>
                <a:gd name="T20" fmla="*/ 1 w 74"/>
                <a:gd name="T21" fmla="*/ 2 h 103"/>
                <a:gd name="T22" fmla="*/ 3 w 74"/>
                <a:gd name="T23" fmla="*/ 4 h 103"/>
                <a:gd name="T24" fmla="*/ 4 w 74"/>
                <a:gd name="T25" fmla="*/ 5 h 103"/>
                <a:gd name="T26" fmla="*/ 8 w 74"/>
                <a:gd name="T27" fmla="*/ 4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94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10 w 146"/>
                <a:gd name="T1" fmla="*/ 14 h 252"/>
                <a:gd name="T2" fmla="*/ 9 w 146"/>
                <a:gd name="T3" fmla="*/ 15 h 252"/>
                <a:gd name="T4" fmla="*/ 8 w 146"/>
                <a:gd name="T5" fmla="*/ 18 h 252"/>
                <a:gd name="T6" fmla="*/ 3 w 146"/>
                <a:gd name="T7" fmla="*/ 20 h 252"/>
                <a:gd name="T8" fmla="*/ 1 w 146"/>
                <a:gd name="T9" fmla="*/ 23 h 252"/>
                <a:gd name="T10" fmla="*/ 2 w 146"/>
                <a:gd name="T11" fmla="*/ 25 h 252"/>
                <a:gd name="T12" fmla="*/ 1 w 146"/>
                <a:gd name="T13" fmla="*/ 26 h 252"/>
                <a:gd name="T14" fmla="*/ 3 w 146"/>
                <a:gd name="T15" fmla="*/ 34 h 252"/>
                <a:gd name="T16" fmla="*/ 4 w 146"/>
                <a:gd name="T17" fmla="*/ 29 h 252"/>
                <a:gd name="T18" fmla="*/ 3 w 146"/>
                <a:gd name="T19" fmla="*/ 26 h 252"/>
                <a:gd name="T20" fmla="*/ 5 w 146"/>
                <a:gd name="T21" fmla="*/ 24 h 252"/>
                <a:gd name="T22" fmla="*/ 7 w 146"/>
                <a:gd name="T23" fmla="*/ 22 h 252"/>
                <a:gd name="T24" fmla="*/ 9 w 146"/>
                <a:gd name="T25" fmla="*/ 24 h 252"/>
                <a:gd name="T26" fmla="*/ 5 w 146"/>
                <a:gd name="T27" fmla="*/ 26 h 252"/>
                <a:gd name="T28" fmla="*/ 7 w 146"/>
                <a:gd name="T29" fmla="*/ 27 h 252"/>
                <a:gd name="T30" fmla="*/ 9 w 146"/>
                <a:gd name="T31" fmla="*/ 24 h 252"/>
                <a:gd name="T32" fmla="*/ 10 w 146"/>
                <a:gd name="T33" fmla="*/ 25 h 252"/>
                <a:gd name="T34" fmla="*/ 13 w 146"/>
                <a:gd name="T35" fmla="*/ 20 h 252"/>
                <a:gd name="T36" fmla="*/ 14 w 146"/>
                <a:gd name="T37" fmla="*/ 22 h 252"/>
                <a:gd name="T38" fmla="*/ 18 w 146"/>
                <a:gd name="T39" fmla="*/ 20 h 252"/>
                <a:gd name="T40" fmla="*/ 19 w 146"/>
                <a:gd name="T41" fmla="*/ 18 h 252"/>
                <a:gd name="T42" fmla="*/ 19 w 146"/>
                <a:gd name="T43" fmla="*/ 15 h 252"/>
                <a:gd name="T44" fmla="*/ 17 w 146"/>
                <a:gd name="T45" fmla="*/ 14 h 252"/>
                <a:gd name="T46" fmla="*/ 16 w 146"/>
                <a:gd name="T47" fmla="*/ 6 h 252"/>
                <a:gd name="T48" fmla="*/ 12 w 146"/>
                <a:gd name="T49" fmla="*/ 0 h 252"/>
                <a:gd name="T50" fmla="*/ 10 w 146"/>
                <a:gd name="T51" fmla="*/ 2 h 252"/>
                <a:gd name="T52" fmla="*/ 12 w 146"/>
                <a:gd name="T53" fmla="*/ 5 h 252"/>
                <a:gd name="T54" fmla="*/ 12 w 146"/>
                <a:gd name="T55" fmla="*/ 8 h 252"/>
                <a:gd name="T56" fmla="*/ 10 w 146"/>
                <a:gd name="T57" fmla="*/ 14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95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7 w 70"/>
                <a:gd name="T1" fmla="*/ 0 h 40"/>
                <a:gd name="T2" fmla="*/ 8 w 70"/>
                <a:gd name="T3" fmla="*/ 3 h 40"/>
                <a:gd name="T4" fmla="*/ 5 w 70"/>
                <a:gd name="T5" fmla="*/ 4 h 40"/>
                <a:gd name="T6" fmla="*/ 4 w 70"/>
                <a:gd name="T7" fmla="*/ 6 h 40"/>
                <a:gd name="T8" fmla="*/ 1 w 70"/>
                <a:gd name="T9" fmla="*/ 6 h 40"/>
                <a:gd name="T10" fmla="*/ 1 w 70"/>
                <a:gd name="T11" fmla="*/ 5 h 40"/>
                <a:gd name="T12" fmla="*/ 4 w 70"/>
                <a:gd name="T13" fmla="*/ 3 h 40"/>
                <a:gd name="T14" fmla="*/ 7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96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2 w 26"/>
                <a:gd name="T1" fmla="*/ 0 h 29"/>
                <a:gd name="T2" fmla="*/ 0 w 26"/>
                <a:gd name="T3" fmla="*/ 3 h 29"/>
                <a:gd name="T4" fmla="*/ 2 w 26"/>
                <a:gd name="T5" fmla="*/ 4 h 29"/>
                <a:gd name="T6" fmla="*/ 2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97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3 h 36"/>
                <a:gd name="T4" fmla="*/ 2 w 49"/>
                <a:gd name="T5" fmla="*/ 5 h 36"/>
                <a:gd name="T6" fmla="*/ 3 w 49"/>
                <a:gd name="T7" fmla="*/ 5 h 36"/>
                <a:gd name="T8" fmla="*/ 6 w 49"/>
                <a:gd name="T9" fmla="*/ 4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98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2 w 27"/>
                <a:gd name="T5" fmla="*/ 3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99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2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0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4 w 24"/>
                <a:gd name="T1" fmla="*/ 0 h 44"/>
                <a:gd name="T2" fmla="*/ 2 w 24"/>
                <a:gd name="T3" fmla="*/ 2 h 44"/>
                <a:gd name="T4" fmla="*/ 0 w 24"/>
                <a:gd name="T5" fmla="*/ 5 h 44"/>
                <a:gd name="T6" fmla="*/ 2 w 24"/>
                <a:gd name="T7" fmla="*/ 6 h 44"/>
                <a:gd name="T8" fmla="*/ 4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01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5 w 41"/>
                <a:gd name="T1" fmla="*/ 0 h 24"/>
                <a:gd name="T2" fmla="*/ 4 w 41"/>
                <a:gd name="T3" fmla="*/ 4 h 24"/>
                <a:gd name="T4" fmla="*/ 5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02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3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04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105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106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107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3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108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109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110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111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4" name="Picture 112" descr="artplus_nature_naturalcity42_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93933" y="3167063"/>
            <a:ext cx="5901267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Picture 113" descr="artplus_nature_naturalcity42_i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75234" y="3352800"/>
            <a:ext cx="2205567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Picture 114" descr="artplus_nature_naturalcity42_c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95200" y="2895601"/>
            <a:ext cx="1483784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" name="Picture 115" descr="artplus_nature_naturalcity42_f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67599" y="3144913"/>
            <a:ext cx="6478057" cy="247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118" descr="artplus_nature_naturalcity42_b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7851" y="3097213"/>
            <a:ext cx="3962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119" descr="artplus_nature_naturalcity42_e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4801" y="1993900"/>
            <a:ext cx="2061633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Picture 120" descr="artplus_nature_naturalcity42_d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1467" y="2862264"/>
            <a:ext cx="831851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121" descr="a1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479867" y="95250"/>
            <a:ext cx="2404533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122" descr="b_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05934" y="1968500"/>
            <a:ext cx="143933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4452" name="Rectangle 116"/>
          <p:cNvSpPr>
            <a:spLocks noGrp="1" noChangeArrowheads="1"/>
          </p:cNvSpPr>
          <p:nvPr>
            <p:ph type="ctrTitle"/>
          </p:nvPr>
        </p:nvSpPr>
        <p:spPr>
          <a:xfrm>
            <a:off x="406400" y="4419600"/>
            <a:ext cx="8534400" cy="1143000"/>
          </a:xfrm>
          <a:prstGeom prst="rect">
            <a:avLst/>
          </a:prstGeom>
        </p:spPr>
        <p:txBody>
          <a:bodyPr/>
          <a:lstStyle>
            <a:lvl1pPr algn="l">
              <a:defRPr sz="430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54453" name="Rectangle 117"/>
          <p:cNvSpPr>
            <a:spLocks noGrp="1" noChangeArrowheads="1"/>
          </p:cNvSpPr>
          <p:nvPr>
            <p:ph type="subTitle" idx="1"/>
          </p:nvPr>
        </p:nvSpPr>
        <p:spPr>
          <a:xfrm>
            <a:off x="406400" y="5715000"/>
            <a:ext cx="8534400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pic>
        <p:nvPicPr>
          <p:cNvPr id="123" name="Picture 16" descr="a1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573779" y="4593358"/>
            <a:ext cx="9429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60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7743E-6 L -0.21076 0.0478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38" y="238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300"/>
                            </p:stCondLst>
                            <p:childTnLst>
                              <p:par>
                                <p:cTn id="4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08906 0.01505 -0.38802 0.03033 -0.53472 0.09075 C -0.68142 0.15116 -0.81198 0.322 -0.88055 0.36297 C -0.94913 0.40394 -0.93229 0.34237 -0.94583 0.33704 " pathEditMode="relative" rAng="0" ptsTypes="aaaa">
                                      <p:cBhvr>
                                        <p:cTn id="42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65" y="2018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4629 C -0.07778 0.05393 -0.34948 0.0956 -0.46667 0.09166 C -0.58385 0.08773 -0.63611 -0.0007 -0.70278 0.02314 C -0.76944 0.04699 -0.83247 0.19027 -0.86667 0.23426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333" y="7037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8989E-6 -4.62214E-8 C -0.10149 -0.11578 -0.4135 -0.63115 -0.60787 -0.68939 C -0.80198 -0.7474 -1.04938 -0.42454 -1.16545 -0.35452 " pathEditMode="relative" rAng="0" ptsTypes="aaa">
                                      <p:cBhvr>
                                        <p:cTn id="46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73" y="-37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25A4A-BAED-4624-90D1-88F38BD6F015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66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467834"/>
            <a:ext cx="10972800" cy="5658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54891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254885449@qq.co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5024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96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计算机科学导论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A974B1-CF7E-F81A-EDDF-A5288C7DB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727" b="12682"/>
          <a:stretch/>
        </p:blipFill>
        <p:spPr>
          <a:xfrm>
            <a:off x="3711896" y="2683590"/>
            <a:ext cx="3997939" cy="410726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2" y="2683590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936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60714" y="1741292"/>
            <a:ext cx="10515600" cy="5116708"/>
          </a:xfrm>
        </p:spPr>
        <p:txBody>
          <a:bodyPr>
            <a:normAutofit/>
          </a:bodyPr>
          <a:lstStyle/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课程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教材：</a:t>
            </a:r>
            <a:endParaRPr lang="en-US" altLang="zh-CN" sz="4000" b="1" dirty="0">
              <a:solidFill>
                <a:srgbClr val="843C0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考试：</a:t>
            </a:r>
            <a:endParaRPr lang="en-US" altLang="zh-CN" sz="4000" b="1" dirty="0">
              <a:solidFill>
                <a:srgbClr val="843C0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联系：</a:t>
            </a:r>
            <a:endParaRPr lang="en-US" altLang="zh-CN" sz="4000" b="1" dirty="0">
              <a:solidFill>
                <a:srgbClr val="843C0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纪律：</a:t>
            </a:r>
            <a:endParaRPr lang="en-US" altLang="zh-CN" sz="4000" b="1" dirty="0">
              <a:solidFill>
                <a:srgbClr val="843C0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/>
            <a:endParaRPr lang="en-US" altLang="zh-CN" sz="4000" b="1" dirty="0">
              <a:solidFill>
                <a:srgbClr val="843C0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69" y="1025726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5131BA1-1693-7895-35C3-8C2B77709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471" y="1668424"/>
            <a:ext cx="5037373" cy="355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0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9069"/>
            <a:ext cx="10515600" cy="6341424"/>
          </a:xfrm>
        </p:spPr>
        <p:txBody>
          <a:bodyPr>
            <a:normAutofit/>
          </a:bodyPr>
          <a:lstStyle/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课程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buNone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  主干必修课，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学分，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42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学时，理论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28+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实验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12</a:t>
            </a:r>
          </a:p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教材：</a:t>
            </a:r>
            <a:endParaRPr lang="en-US" altLang="zh-CN" sz="4000" b="1" dirty="0">
              <a:solidFill>
                <a:srgbClr val="843C0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buNone/>
            </a:pPr>
            <a:r>
              <a:rPr lang="zh-CN" altLang="en-US" sz="3600" b="1" dirty="0">
                <a:latin typeface="华文楷体" pitchFamily="2" charset="-122"/>
                <a:ea typeface="华文楷体" pitchFamily="2" charset="-122"/>
              </a:rPr>
              <a:t>    </a:t>
            </a:r>
            <a:r>
              <a:rPr lang="zh-CN" altLang="en-US" sz="4000" b="1" dirty="0">
                <a:latin typeface="幼圆" panose="02010509060101010101" pitchFamily="49" charset="-122"/>
                <a:ea typeface="幼圆" panose="02010509060101010101" pitchFamily="49" charset="-122"/>
              </a:rPr>
              <a:t>主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：计算机与计算思维导论，郭艳华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马海燕，电子工业出版社，北京，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2006.6</a:t>
            </a:r>
          </a:p>
          <a:p>
            <a:pPr marL="0" indent="0">
              <a:buNone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lang="zh-CN" altLang="en-US" sz="4000" b="1" dirty="0">
                <a:latin typeface="幼圆" panose="02010509060101010101" pitchFamily="49" charset="-122"/>
                <a:ea typeface="幼圆" panose="02010509060101010101" pitchFamily="49" charset="-122"/>
              </a:rPr>
              <a:t>参考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：计算科学导论，易建勋，刘珺等著，清华大学出版社，北京，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2022.6</a:t>
            </a: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900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9069"/>
            <a:ext cx="10515600" cy="6341424"/>
          </a:xfrm>
        </p:spPr>
        <p:txBody>
          <a:bodyPr>
            <a:normAutofit/>
          </a:bodyPr>
          <a:lstStyle/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教材：</a:t>
            </a:r>
            <a:endParaRPr lang="en-US" altLang="zh-CN" sz="4000" b="1" dirty="0">
              <a:solidFill>
                <a:srgbClr val="843C0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buNone/>
            </a:pPr>
            <a:endParaRPr lang="en-US" altLang="zh-CN" sz="3600" dirty="0">
              <a:latin typeface="华文楷体" pitchFamily="2" charset="-122"/>
              <a:ea typeface="华文楷体" pitchFamily="2" charset="-122"/>
            </a:endParaRPr>
          </a:p>
          <a:p>
            <a:endParaRPr lang="zh-CN" altLang="en-US" sz="4800" dirty="0">
              <a:latin typeface="华文楷体" pitchFamily="2" charset="-122"/>
              <a:ea typeface="华文楷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727563-F374-9E37-50BE-92438736AA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8"/>
          <a:stretch/>
        </p:blipFill>
        <p:spPr>
          <a:xfrm>
            <a:off x="6983265" y="1101054"/>
            <a:ext cx="3788648" cy="421937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068CB9-633E-AF92-89BF-A80CAF79972B}"/>
              </a:ext>
            </a:extLst>
          </p:cNvPr>
          <p:cNvSpPr txBox="1"/>
          <p:nvPr/>
        </p:nvSpPr>
        <p:spPr>
          <a:xfrm>
            <a:off x="4301237" y="3429000"/>
            <a:ext cx="2100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主教材</a:t>
            </a:r>
            <a:r>
              <a:rPr lang="en-US" altLang="zh-CN" sz="36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2006</a:t>
            </a:r>
            <a:endParaRPr lang="zh-CN" altLang="en-US" sz="36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99B71B-80F3-1659-642B-01CBF8ADE178}"/>
              </a:ext>
            </a:extLst>
          </p:cNvPr>
          <p:cNvSpPr txBox="1"/>
          <p:nvPr/>
        </p:nvSpPr>
        <p:spPr>
          <a:xfrm>
            <a:off x="7199673" y="5362413"/>
            <a:ext cx="406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参考教材</a:t>
            </a:r>
            <a:r>
              <a:rPr lang="en-US" altLang="zh-CN" sz="36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2022</a:t>
            </a:r>
            <a:endParaRPr lang="zh-CN" altLang="en-US" sz="36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0B0689BB-F45B-96F6-A693-813A6F610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57FF764-585E-EB1D-0AB5-C040ABA4E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82" y="81132"/>
            <a:ext cx="5055177" cy="677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07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37278"/>
            <a:ext cx="10515600" cy="6341424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考试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65%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期末成绩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+ 20%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平时成绩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+ 15%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期中考试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buNone/>
            </a:pPr>
            <a:r>
              <a:rPr lang="zh-CN" altLang="en-US" sz="4800" dirty="0">
                <a:latin typeface="华文楷体" pitchFamily="2" charset="-122"/>
                <a:ea typeface="华文楷体" pitchFamily="2" charset="-122"/>
              </a:rPr>
              <a:t>  </a:t>
            </a:r>
            <a:r>
              <a:rPr lang="zh-CN" altLang="en-US" sz="4000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sz="4000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sz="4000" dirty="0">
                <a:latin typeface="华文楷体" pitchFamily="2" charset="-122"/>
                <a:ea typeface="华文楷体" pitchFamily="2" charset="-122"/>
              </a:rPr>
              <a:t>）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期末：纸质闭卷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buNone/>
            </a:pP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）期中：随堂测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buNone/>
            </a:pP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）平时成绩：平时作业，出勤，提问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buNone/>
            </a:pP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4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）平时作业（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次左右）：提交时间周六下午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点前，方式学习通，，平时作业第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次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100%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，第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次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90%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（延时一周），第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次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60%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（期末前）</a:t>
            </a:r>
          </a:p>
          <a:p>
            <a:pPr marL="0" indent="0">
              <a:buNone/>
            </a:pP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buNone/>
            </a:pP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</a:p>
          <a:p>
            <a:pPr marL="0" indent="0">
              <a:buNone/>
            </a:pP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255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D9F96C-60FD-E56F-515A-EC9A740A6C7F}"/>
              </a:ext>
            </a:extLst>
          </p:cNvPr>
          <p:cNvSpPr txBox="1"/>
          <p:nvPr/>
        </p:nvSpPr>
        <p:spPr>
          <a:xfrm>
            <a:off x="352887" y="2249904"/>
            <a:ext cx="2498597" cy="21236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下载学习通（手机或电脑端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3C079869-093C-D61E-19AB-CA6B726CDB2E}"/>
              </a:ext>
            </a:extLst>
          </p:cNvPr>
          <p:cNvSpPr/>
          <p:nvPr/>
        </p:nvSpPr>
        <p:spPr>
          <a:xfrm>
            <a:off x="2951203" y="2625932"/>
            <a:ext cx="1112003" cy="1058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58AFC4-81B9-7FC0-0BF4-0BB7AD16A9A5}"/>
              </a:ext>
            </a:extLst>
          </p:cNvPr>
          <p:cNvSpPr txBox="1"/>
          <p:nvPr/>
        </p:nvSpPr>
        <p:spPr>
          <a:xfrm>
            <a:off x="2005" y="228600"/>
            <a:ext cx="60939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学号</a:t>
            </a:r>
            <a:r>
              <a:rPr lang="zh-CN" altLang="en-US" sz="3600" b="1" dirty="0">
                <a:solidFill>
                  <a:prstClr val="black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登录学习</a:t>
            </a:r>
            <a:r>
              <a:rPr lang="zh-CN" altLang="en-US" sz="4000" b="1" dirty="0">
                <a:solidFill>
                  <a:prstClr val="black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通</a:t>
            </a:r>
            <a:endParaRPr lang="zh-CN" altLang="en-US" b="1" dirty="0">
              <a:highlight>
                <a:srgbClr val="FFFF00"/>
              </a:highlight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6D769B8B-B9EB-F966-4D28-C00684D3BC2E}"/>
              </a:ext>
            </a:extLst>
          </p:cNvPr>
          <p:cNvSpPr/>
          <p:nvPr/>
        </p:nvSpPr>
        <p:spPr>
          <a:xfrm>
            <a:off x="8472487" y="2625932"/>
            <a:ext cx="1112003" cy="1058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670558-157F-4DA1-DD73-E24C8F46F66E}"/>
              </a:ext>
            </a:extLst>
          </p:cNvPr>
          <p:cNvSpPr txBox="1"/>
          <p:nvPr/>
        </p:nvSpPr>
        <p:spPr>
          <a:xfrm>
            <a:off x="9441868" y="2440738"/>
            <a:ext cx="2498597" cy="28007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点击课程内作业，提交作业附件即可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B24EDF-1852-2DF9-3EBD-27672D4D0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512" y="228600"/>
            <a:ext cx="4752975" cy="64008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699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9043939-6446-2D3B-93EF-C86777E9D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597" y="0"/>
            <a:ext cx="7603957" cy="668114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94FDB4FB-6181-4CF1-1FA8-47BCAA726D3F}"/>
              </a:ext>
            </a:extLst>
          </p:cNvPr>
          <p:cNvSpPr/>
          <p:nvPr/>
        </p:nvSpPr>
        <p:spPr>
          <a:xfrm>
            <a:off x="3628103" y="786966"/>
            <a:ext cx="502906" cy="537287"/>
          </a:xfrm>
          <a:custGeom>
            <a:avLst/>
            <a:gdLst>
              <a:gd name="connsiteX0" fmla="*/ 0 w 502906"/>
              <a:gd name="connsiteY0" fmla="*/ 265086 h 537287"/>
              <a:gd name="connsiteX1" fmla="*/ 176981 w 502906"/>
              <a:gd name="connsiteY1" fmla="*/ 530557 h 537287"/>
              <a:gd name="connsiteX2" fmla="*/ 481781 w 502906"/>
              <a:gd name="connsiteY2" fmla="*/ 19279 h 537287"/>
              <a:gd name="connsiteX3" fmla="*/ 452284 w 502906"/>
              <a:gd name="connsiteY3" fmla="*/ 156931 h 53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906" h="537287">
                <a:moveTo>
                  <a:pt x="0" y="265086"/>
                </a:moveTo>
                <a:cubicBezTo>
                  <a:pt x="48342" y="418305"/>
                  <a:pt x="96684" y="571525"/>
                  <a:pt x="176981" y="530557"/>
                </a:cubicBezTo>
                <a:cubicBezTo>
                  <a:pt x="257278" y="489589"/>
                  <a:pt x="435897" y="81550"/>
                  <a:pt x="481781" y="19279"/>
                </a:cubicBezTo>
                <a:cubicBezTo>
                  <a:pt x="527665" y="-42992"/>
                  <a:pt x="489974" y="56969"/>
                  <a:pt x="452284" y="156931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201BAA-2F0F-C817-84B2-57134F1B9987}"/>
              </a:ext>
            </a:extLst>
          </p:cNvPr>
          <p:cNvSpPr txBox="1"/>
          <p:nvPr/>
        </p:nvSpPr>
        <p:spPr>
          <a:xfrm>
            <a:off x="0" y="176854"/>
            <a:ext cx="2498597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作业附件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6B321EA-5F05-13E1-224D-34B71293A5EC}"/>
              </a:ext>
            </a:extLst>
          </p:cNvPr>
          <p:cNvSpPr/>
          <p:nvPr/>
        </p:nvSpPr>
        <p:spPr>
          <a:xfrm>
            <a:off x="5844547" y="786965"/>
            <a:ext cx="502906" cy="537287"/>
          </a:xfrm>
          <a:custGeom>
            <a:avLst/>
            <a:gdLst>
              <a:gd name="connsiteX0" fmla="*/ 0 w 502906"/>
              <a:gd name="connsiteY0" fmla="*/ 265086 h 537287"/>
              <a:gd name="connsiteX1" fmla="*/ 176981 w 502906"/>
              <a:gd name="connsiteY1" fmla="*/ 530557 h 537287"/>
              <a:gd name="connsiteX2" fmla="*/ 481781 w 502906"/>
              <a:gd name="connsiteY2" fmla="*/ 19279 h 537287"/>
              <a:gd name="connsiteX3" fmla="*/ 452284 w 502906"/>
              <a:gd name="connsiteY3" fmla="*/ 156931 h 53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906" h="537287">
                <a:moveTo>
                  <a:pt x="0" y="265086"/>
                </a:moveTo>
                <a:cubicBezTo>
                  <a:pt x="48342" y="418305"/>
                  <a:pt x="96684" y="571525"/>
                  <a:pt x="176981" y="530557"/>
                </a:cubicBezTo>
                <a:cubicBezTo>
                  <a:pt x="257278" y="489589"/>
                  <a:pt x="435897" y="81550"/>
                  <a:pt x="481781" y="19279"/>
                </a:cubicBezTo>
                <a:cubicBezTo>
                  <a:pt x="527665" y="-42992"/>
                  <a:pt x="489974" y="56969"/>
                  <a:pt x="452284" y="156931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915FD94-CD45-9B0D-AD2E-330AA3D2CD75}"/>
              </a:ext>
            </a:extLst>
          </p:cNvPr>
          <p:cNvCxnSpPr/>
          <p:nvPr/>
        </p:nvCxnSpPr>
        <p:spPr>
          <a:xfrm>
            <a:off x="2646081" y="2408903"/>
            <a:ext cx="5445868" cy="0"/>
          </a:xfrm>
          <a:prstGeom prst="lin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12EF826-9FC5-BB81-8E2E-BFA52E7D2C58}"/>
              </a:ext>
            </a:extLst>
          </p:cNvPr>
          <p:cNvSpPr txBox="1"/>
          <p:nvPr/>
        </p:nvSpPr>
        <p:spPr>
          <a:xfrm>
            <a:off x="3008672" y="3733155"/>
            <a:ext cx="5836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至少</a:t>
            </a:r>
            <a:r>
              <a:rPr lang="en-US" altLang="zh-CN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80</a:t>
            </a:r>
            <a:r>
              <a:rPr lang="zh-CN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字，分（</a:t>
            </a:r>
            <a:r>
              <a:rPr lang="en-US" altLang="zh-CN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）（</a:t>
            </a:r>
            <a:r>
              <a:rPr lang="en-US" altLang="zh-CN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）（</a:t>
            </a:r>
            <a:r>
              <a:rPr lang="en-US" altLang="zh-CN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5898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37278"/>
            <a:ext cx="10515600" cy="6341424"/>
          </a:xfrm>
        </p:spPr>
        <p:txBody>
          <a:bodyPr>
            <a:normAutofit/>
          </a:bodyPr>
          <a:lstStyle/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联系：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邹峥 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  <a:hlinkClick r:id="rId2"/>
              </a:rPr>
              <a:t>254885449@qq.com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</a:p>
          <a:p>
            <a:pPr marL="0" indent="0">
              <a:buNone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     建议邮箱，标注：名字课程事由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/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buNone/>
            </a:pPr>
            <a:r>
              <a:rPr lang="zh-CN" altLang="en-US" sz="4800" dirty="0">
                <a:latin typeface="华文楷体" pitchFamily="2" charset="-122"/>
                <a:ea typeface="华文楷体" pitchFamily="2" charset="-122"/>
              </a:rPr>
              <a:t> </a:t>
            </a: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9429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37278"/>
            <a:ext cx="10515600" cy="6341424"/>
          </a:xfrm>
        </p:spPr>
        <p:txBody>
          <a:bodyPr>
            <a:normAutofit/>
          </a:bodyPr>
          <a:lstStyle/>
          <a:p>
            <a:pPr marL="0"/>
            <a:r>
              <a:rPr lang="zh-CN" altLang="en-US" sz="40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纪律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742950" indent="-742950">
              <a:buFont typeface="+mj-lt"/>
              <a:buAutoNum type="alphaLcParenR"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 不早退（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分钟都不可）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  <a:p>
            <a:pPr marL="742950" indent="-742950">
              <a:buFont typeface="+mj-lt"/>
              <a:buAutoNum type="alphaLcParenR"/>
            </a:pP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不带早餐，不用手机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742950" indent="-742950">
              <a:buFont typeface="+mj-lt"/>
              <a:buAutoNum type="alphaLcParenR"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 前排不留空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742950" indent="-742950">
              <a:buFont typeface="+mj-lt"/>
              <a:buAutoNum type="alphaLcParenR"/>
            </a:pP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作业不抄袭，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年内校方统一清查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742950" indent="-742950">
              <a:buFont typeface="+mj-lt"/>
              <a:buAutoNum type="alphaLcParenR"/>
            </a:pP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三急离开，勿扰他人，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/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buNone/>
            </a:pPr>
            <a:r>
              <a:rPr lang="zh-CN" altLang="en-US" sz="4800" dirty="0">
                <a:latin typeface="华文楷体" pitchFamily="2" charset="-122"/>
                <a:ea typeface="华文楷体" pitchFamily="2" charset="-122"/>
              </a:rPr>
              <a:t> </a:t>
            </a: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B73D13E-B2B0-C18B-D6BF-3522080B4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9" y="1352739"/>
            <a:ext cx="668990" cy="8588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891707-4168-825C-BCEB-280FC4B6F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609" y="2197642"/>
            <a:ext cx="668990" cy="85888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40B6946-FC01-E922-3F94-D75D62951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287" y="2817861"/>
            <a:ext cx="518242" cy="8588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511D02-07B9-831C-AAAF-67BA4A8C7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769" y="3429000"/>
            <a:ext cx="668990" cy="85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59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DC83537-2AF0-09C2-F107-1EADEDA89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13" y="2339326"/>
            <a:ext cx="2721526" cy="2179347"/>
          </a:xfrm>
          <a:prstGeom prst="rect">
            <a:avLst/>
          </a:prstGeom>
          <a:ln w="57150">
            <a:solidFill>
              <a:srgbClr val="843C0C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F9E1366-D91D-DA35-BEEE-CCA60D9BA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036" y="1628529"/>
            <a:ext cx="2546481" cy="2997354"/>
          </a:xfrm>
          <a:prstGeom prst="rect">
            <a:avLst/>
          </a:prstGeom>
          <a:ln w="57150">
            <a:solidFill>
              <a:srgbClr val="843C0C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30760E-3834-E36B-1098-B8A9BD48A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5028" y="1495172"/>
            <a:ext cx="3988005" cy="3130711"/>
          </a:xfrm>
          <a:prstGeom prst="rect">
            <a:avLst/>
          </a:prstGeom>
          <a:ln w="57150">
            <a:solidFill>
              <a:srgbClr val="843C0C"/>
            </a:solidFill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848184B-A67C-6D28-2627-D713C0D3BE53}"/>
              </a:ext>
            </a:extLst>
          </p:cNvPr>
          <p:cNvSpPr txBox="1"/>
          <p:nvPr/>
        </p:nvSpPr>
        <p:spPr>
          <a:xfrm>
            <a:off x="603648" y="480313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我什么样子？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99980B-6721-BDF1-D613-297285AD51BB}"/>
              </a:ext>
            </a:extLst>
          </p:cNvPr>
          <p:cNvSpPr txBox="1"/>
          <p:nvPr/>
        </p:nvSpPr>
        <p:spPr>
          <a:xfrm>
            <a:off x="3722116" y="4798302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我如何思考的？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A481E4-AD96-7699-3B31-3A3FC9C0222C}"/>
              </a:ext>
            </a:extLst>
          </p:cNvPr>
          <p:cNvSpPr txBox="1"/>
          <p:nvPr/>
        </p:nvSpPr>
        <p:spPr>
          <a:xfrm>
            <a:off x="7185028" y="4798302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我深耕哪些领域？</a:t>
            </a:r>
          </a:p>
        </p:txBody>
      </p:sp>
    </p:spTree>
    <p:extLst>
      <p:ext uri="{BB962C8B-B14F-4D97-AF65-F5344CB8AC3E}">
        <p14:creationId xmlns:p14="http://schemas.microsoft.com/office/powerpoint/2010/main" val="1835538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DC83537-2AF0-09C2-F107-1EADEDA89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13" y="2339326"/>
            <a:ext cx="2721526" cy="2179347"/>
          </a:xfrm>
          <a:prstGeom prst="rect">
            <a:avLst/>
          </a:prstGeom>
          <a:ln w="57150">
            <a:solidFill>
              <a:srgbClr val="843C0C"/>
            </a:solidFill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848184B-A67C-6D28-2627-D713C0D3BE53}"/>
              </a:ext>
            </a:extLst>
          </p:cNvPr>
          <p:cNvSpPr txBox="1"/>
          <p:nvPr/>
        </p:nvSpPr>
        <p:spPr>
          <a:xfrm>
            <a:off x="603648" y="480313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我什么样子？</a:t>
            </a: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79D156CB-FB09-CA22-6B0E-A14FD40389E2}"/>
              </a:ext>
            </a:extLst>
          </p:cNvPr>
          <p:cNvSpPr/>
          <p:nvPr/>
        </p:nvSpPr>
        <p:spPr>
          <a:xfrm>
            <a:off x="3625878" y="1685690"/>
            <a:ext cx="1022554" cy="2249795"/>
          </a:xfrm>
          <a:prstGeom prst="leftBrace">
            <a:avLst>
              <a:gd name="adj1" fmla="val 8333"/>
              <a:gd name="adj2" fmla="val 49563"/>
            </a:avLst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508D92-3DC3-3786-8CCB-27BCE751B1C3}"/>
              </a:ext>
            </a:extLst>
          </p:cNvPr>
          <p:cNvSpPr txBox="1"/>
          <p:nvPr/>
        </p:nvSpPr>
        <p:spPr>
          <a:xfrm>
            <a:off x="4624096" y="1147297"/>
            <a:ext cx="670834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第一章  认识计算机与计算</a:t>
            </a:r>
            <a:endParaRPr lang="en-US" altLang="zh-CN" sz="4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计算机，计算机科学，计算机发展史，计算思维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C35D68-2212-387A-F310-FB4142F02BF6}"/>
              </a:ext>
            </a:extLst>
          </p:cNvPr>
          <p:cNvSpPr txBox="1"/>
          <p:nvPr/>
        </p:nvSpPr>
        <p:spPr>
          <a:xfrm>
            <a:off x="4792592" y="3218088"/>
            <a:ext cx="753806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第二章  </a:t>
            </a:r>
            <a:r>
              <a:rPr lang="en-US" altLang="zh-CN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的信息世界</a:t>
            </a:r>
            <a:endParaRPr lang="en-US" altLang="zh-CN" sz="4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二进制， 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文字的数字化</a:t>
            </a:r>
            <a:r>
              <a:rPr lang="en-US" altLang="zh-CN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ASCII</a:t>
            </a: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码，</a:t>
            </a:r>
            <a:r>
              <a:rPr lang="en-US" altLang="zh-CN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Unicode</a:t>
            </a: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码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图像数字化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9500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DC83537-2AF0-09C2-F107-1EADEDA89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13" y="2339326"/>
            <a:ext cx="2721526" cy="2179347"/>
          </a:xfrm>
          <a:prstGeom prst="rect">
            <a:avLst/>
          </a:prstGeom>
          <a:ln w="57150">
            <a:solidFill>
              <a:srgbClr val="843C0C"/>
            </a:solidFill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848184B-A67C-6D28-2627-D713C0D3BE53}"/>
              </a:ext>
            </a:extLst>
          </p:cNvPr>
          <p:cNvSpPr txBox="1"/>
          <p:nvPr/>
        </p:nvSpPr>
        <p:spPr>
          <a:xfrm>
            <a:off x="603648" y="480313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我什么样子？</a:t>
            </a: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79D156CB-FB09-CA22-6B0E-A14FD40389E2}"/>
              </a:ext>
            </a:extLst>
          </p:cNvPr>
          <p:cNvSpPr/>
          <p:nvPr/>
        </p:nvSpPr>
        <p:spPr>
          <a:xfrm>
            <a:off x="3625878" y="1685690"/>
            <a:ext cx="1022554" cy="2249795"/>
          </a:xfrm>
          <a:prstGeom prst="leftBrace">
            <a:avLst>
              <a:gd name="adj1" fmla="val 8333"/>
              <a:gd name="adj2" fmla="val 49563"/>
            </a:avLst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508D92-3DC3-3786-8CCB-27BCE751B1C3}"/>
              </a:ext>
            </a:extLst>
          </p:cNvPr>
          <p:cNvSpPr txBox="1"/>
          <p:nvPr/>
        </p:nvSpPr>
        <p:spPr>
          <a:xfrm>
            <a:off x="4624096" y="1147297"/>
            <a:ext cx="67083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第三章  计算机系统</a:t>
            </a:r>
            <a:endParaRPr lang="en-US" altLang="zh-CN" sz="4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处理器，存储器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计算机语言，操作系统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C35D68-2212-387A-F310-FB4142F02BF6}"/>
              </a:ext>
            </a:extLst>
          </p:cNvPr>
          <p:cNvSpPr txBox="1"/>
          <p:nvPr/>
        </p:nvSpPr>
        <p:spPr>
          <a:xfrm>
            <a:off x="4792592" y="3218088"/>
            <a:ext cx="75380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第四章  信息存储</a:t>
            </a:r>
            <a:endParaRPr lang="en-US" altLang="zh-CN" sz="4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存储器组成和分类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内存，外存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数据库系统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1560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左大括号 15">
            <a:extLst>
              <a:ext uri="{FF2B5EF4-FFF2-40B4-BE49-F238E27FC236}">
                <a16:creationId xmlns:a16="http://schemas.microsoft.com/office/drawing/2014/main" id="{79D156CB-FB09-CA22-6B0E-A14FD40389E2}"/>
              </a:ext>
            </a:extLst>
          </p:cNvPr>
          <p:cNvSpPr/>
          <p:nvPr/>
        </p:nvSpPr>
        <p:spPr>
          <a:xfrm>
            <a:off x="3834579" y="2142891"/>
            <a:ext cx="1022554" cy="1286110"/>
          </a:xfrm>
          <a:prstGeom prst="leftBrace">
            <a:avLst>
              <a:gd name="adj1" fmla="val 8333"/>
              <a:gd name="adj2" fmla="val 49563"/>
            </a:avLst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508D92-3DC3-3786-8CCB-27BCE751B1C3}"/>
              </a:ext>
            </a:extLst>
          </p:cNvPr>
          <p:cNvSpPr txBox="1"/>
          <p:nvPr/>
        </p:nvSpPr>
        <p:spPr>
          <a:xfrm>
            <a:off x="4857133" y="1852015"/>
            <a:ext cx="67083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第六章  计算思维求解思想</a:t>
            </a:r>
            <a:endParaRPr lang="en-US" altLang="zh-CN" sz="4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算法，算法侧率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经典案例的算法实现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7F7DD0-3681-4B45-071B-6A46822E5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58" y="1626111"/>
            <a:ext cx="2546481" cy="2997354"/>
          </a:xfrm>
          <a:prstGeom prst="rect">
            <a:avLst/>
          </a:prstGeom>
          <a:ln w="57150">
            <a:solidFill>
              <a:srgbClr val="843C0C"/>
            </a:solidFill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A1A0247-3C1A-4B7F-C417-F9C2D5898198}"/>
              </a:ext>
            </a:extLst>
          </p:cNvPr>
          <p:cNvSpPr txBox="1"/>
          <p:nvPr/>
        </p:nvSpPr>
        <p:spPr>
          <a:xfrm>
            <a:off x="693773" y="4798302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我如何思考的？</a:t>
            </a:r>
          </a:p>
        </p:txBody>
      </p:sp>
    </p:spTree>
    <p:extLst>
      <p:ext uri="{BB962C8B-B14F-4D97-AF65-F5344CB8AC3E}">
        <p14:creationId xmlns:p14="http://schemas.microsoft.com/office/powerpoint/2010/main" val="491962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左大括号 15">
            <a:extLst>
              <a:ext uri="{FF2B5EF4-FFF2-40B4-BE49-F238E27FC236}">
                <a16:creationId xmlns:a16="http://schemas.microsoft.com/office/drawing/2014/main" id="{79D156CB-FB09-CA22-6B0E-A14FD40389E2}"/>
              </a:ext>
            </a:extLst>
          </p:cNvPr>
          <p:cNvSpPr/>
          <p:nvPr/>
        </p:nvSpPr>
        <p:spPr>
          <a:xfrm>
            <a:off x="3834579" y="2142890"/>
            <a:ext cx="1022554" cy="2249795"/>
          </a:xfrm>
          <a:prstGeom prst="leftBrace">
            <a:avLst>
              <a:gd name="adj1" fmla="val 8333"/>
              <a:gd name="adj2" fmla="val 49563"/>
            </a:avLst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508D92-3DC3-3786-8CCB-27BCE751B1C3}"/>
              </a:ext>
            </a:extLst>
          </p:cNvPr>
          <p:cNvSpPr txBox="1"/>
          <p:nvPr/>
        </p:nvSpPr>
        <p:spPr>
          <a:xfrm>
            <a:off x="4857133" y="1852015"/>
            <a:ext cx="670834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第三章  计算科学</a:t>
            </a:r>
            <a:endParaRPr lang="en-US" altLang="zh-CN" sz="4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计算模型，常用算法，排序查找，数据结构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计算科学及其分支科学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7F7DD0-3681-4B45-071B-6A46822E5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58" y="1626111"/>
            <a:ext cx="2546481" cy="2997354"/>
          </a:xfrm>
          <a:prstGeom prst="rect">
            <a:avLst/>
          </a:prstGeom>
          <a:ln w="57150">
            <a:solidFill>
              <a:srgbClr val="843C0C"/>
            </a:solidFill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A1A0247-3C1A-4B7F-C417-F9C2D5898198}"/>
              </a:ext>
            </a:extLst>
          </p:cNvPr>
          <p:cNvSpPr txBox="1"/>
          <p:nvPr/>
        </p:nvSpPr>
        <p:spPr>
          <a:xfrm>
            <a:off x="693773" y="4798302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我如何思考的？</a:t>
            </a:r>
          </a:p>
        </p:txBody>
      </p:sp>
    </p:spTree>
    <p:extLst>
      <p:ext uri="{BB962C8B-B14F-4D97-AF65-F5344CB8AC3E}">
        <p14:creationId xmlns:p14="http://schemas.microsoft.com/office/powerpoint/2010/main" val="3232178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左大括号 15">
            <a:extLst>
              <a:ext uri="{FF2B5EF4-FFF2-40B4-BE49-F238E27FC236}">
                <a16:creationId xmlns:a16="http://schemas.microsoft.com/office/drawing/2014/main" id="{79D156CB-FB09-CA22-6B0E-A14FD40389E2}"/>
              </a:ext>
            </a:extLst>
          </p:cNvPr>
          <p:cNvSpPr/>
          <p:nvPr/>
        </p:nvSpPr>
        <p:spPr>
          <a:xfrm>
            <a:off x="3834579" y="2142890"/>
            <a:ext cx="1022554" cy="2249795"/>
          </a:xfrm>
          <a:prstGeom prst="leftBrace">
            <a:avLst>
              <a:gd name="adj1" fmla="val 8333"/>
              <a:gd name="adj2" fmla="val 49563"/>
            </a:avLst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508D92-3DC3-3786-8CCB-27BCE751B1C3}"/>
              </a:ext>
            </a:extLst>
          </p:cNvPr>
          <p:cNvSpPr txBox="1"/>
          <p:nvPr/>
        </p:nvSpPr>
        <p:spPr>
          <a:xfrm>
            <a:off x="4992915" y="1828562"/>
            <a:ext cx="651836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第四章  网络和其他应用</a:t>
            </a:r>
            <a:endParaRPr lang="en-US" altLang="zh-CN" sz="4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网络概念，协议和设备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网络安全，物联网人工智能，大数据技术，，量子计算，计算社会学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0095FC-2E28-68D5-04F1-517BA77CB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" y="1495172"/>
            <a:ext cx="3988005" cy="3130711"/>
          </a:xfrm>
          <a:prstGeom prst="rect">
            <a:avLst/>
          </a:prstGeom>
          <a:ln w="57150">
            <a:solidFill>
              <a:srgbClr val="843C0C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92AE396-C848-CD2B-7432-31FA3B99D9FA}"/>
              </a:ext>
            </a:extLst>
          </p:cNvPr>
          <p:cNvSpPr txBox="1"/>
          <p:nvPr/>
        </p:nvSpPr>
        <p:spPr>
          <a:xfrm>
            <a:off x="7445" y="4798302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我深耕哪些领域？</a:t>
            </a:r>
          </a:p>
        </p:txBody>
      </p:sp>
    </p:spTree>
    <p:extLst>
      <p:ext uri="{BB962C8B-B14F-4D97-AF65-F5344CB8AC3E}">
        <p14:creationId xmlns:p14="http://schemas.microsoft.com/office/powerpoint/2010/main" val="530703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399980B-6721-BDF1-D613-297285AD51BB}"/>
              </a:ext>
            </a:extLst>
          </p:cNvPr>
          <p:cNvSpPr txBox="1"/>
          <p:nvPr/>
        </p:nvSpPr>
        <p:spPr>
          <a:xfrm>
            <a:off x="4236872" y="2405095"/>
            <a:ext cx="921277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和同学们有什么关系？</a:t>
            </a:r>
            <a:endParaRPr lang="en-US" altLang="zh-CN" sz="44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44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OR</a:t>
            </a:r>
          </a:p>
          <a:p>
            <a:r>
              <a:rPr lang="zh-CN" altLang="en-US" sz="44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计算机科学与网络工程关系和区别？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340E19-023B-ACF8-7479-CAD3BBF2C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68" y="1587405"/>
            <a:ext cx="2362321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032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399980B-6721-BDF1-D613-297285AD51BB}"/>
              </a:ext>
            </a:extLst>
          </p:cNvPr>
          <p:cNvSpPr txBox="1"/>
          <p:nvPr/>
        </p:nvSpPr>
        <p:spPr>
          <a:xfrm>
            <a:off x="995327" y="1530948"/>
            <a:ext cx="76867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54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网络工程专业</a:t>
            </a:r>
            <a:endParaRPr lang="en-US" altLang="zh-CN" sz="54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54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网络工程与计算机区别</a:t>
            </a:r>
          </a:p>
        </p:txBody>
      </p:sp>
    </p:spTree>
    <p:extLst>
      <p:ext uri="{BB962C8B-B14F-4D97-AF65-F5344CB8AC3E}">
        <p14:creationId xmlns:p14="http://schemas.microsoft.com/office/powerpoint/2010/main" val="3017296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399980B-6721-BDF1-D613-297285AD51BB}"/>
              </a:ext>
            </a:extLst>
          </p:cNvPr>
          <p:cNvSpPr txBox="1"/>
          <p:nvPr/>
        </p:nvSpPr>
        <p:spPr>
          <a:xfrm>
            <a:off x="838200" y="265739"/>
            <a:ext cx="4916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54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网络工程专业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CEDA8E-A7B6-5AF6-FDC8-9BC56AC2887E}"/>
              </a:ext>
            </a:extLst>
          </p:cNvPr>
          <p:cNvSpPr txBox="1"/>
          <p:nvPr/>
        </p:nvSpPr>
        <p:spPr>
          <a:xfrm>
            <a:off x="651083" y="1451274"/>
            <a:ext cx="11416146" cy="356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4000" b="1" i="0" dirty="0">
                <a:solidFill>
                  <a:srgbClr val="0000FF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毕业：</a:t>
            </a:r>
            <a:endParaRPr lang="en-US" altLang="zh-CN" sz="4000" b="1" i="0" dirty="0">
              <a:solidFill>
                <a:srgbClr val="0000FF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4000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课程：</a:t>
            </a:r>
            <a:endParaRPr lang="en-US" altLang="zh-CN" sz="4000" b="1" i="0" dirty="0">
              <a:solidFill>
                <a:srgbClr val="0000FF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4000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就业：</a:t>
            </a:r>
          </a:p>
        </p:txBody>
      </p:sp>
    </p:spTree>
    <p:extLst>
      <p:ext uri="{BB962C8B-B14F-4D97-AF65-F5344CB8AC3E}">
        <p14:creationId xmlns:p14="http://schemas.microsoft.com/office/powerpoint/2010/main" val="3691341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399980B-6721-BDF1-D613-297285AD51BB}"/>
              </a:ext>
            </a:extLst>
          </p:cNvPr>
          <p:cNvSpPr txBox="1"/>
          <p:nvPr/>
        </p:nvSpPr>
        <p:spPr>
          <a:xfrm>
            <a:off x="838200" y="265739"/>
            <a:ext cx="4916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54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网络工程专业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CEDA8E-A7B6-5AF6-FDC8-9BC56AC2887E}"/>
              </a:ext>
            </a:extLst>
          </p:cNvPr>
          <p:cNvSpPr txBox="1"/>
          <p:nvPr/>
        </p:nvSpPr>
        <p:spPr>
          <a:xfrm>
            <a:off x="540247" y="1362102"/>
            <a:ext cx="114161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4000" b="1" i="0" dirty="0">
                <a:solidFill>
                  <a:srgbClr val="FF000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毕业</a:t>
            </a:r>
            <a:r>
              <a:rPr lang="zh-CN" altLang="en-US" sz="4000" b="1" i="0" dirty="0"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：计算机类专业，授予工学学士学位</a:t>
            </a:r>
            <a:endParaRPr lang="en-US" altLang="zh-CN" sz="4000" b="1" i="0" dirty="0"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just"/>
            <a:r>
              <a:rPr lang="zh-CN" altLang="en-US" sz="4000" b="1" i="0" dirty="0"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课程：数学类；专业基础</a:t>
            </a:r>
            <a:r>
              <a:rPr lang="zh-CN" altLang="en-US" sz="4000" b="1" dirty="0">
                <a:latin typeface="幼圆" panose="02010509060101010101" pitchFamily="49" charset="-122"/>
                <a:ea typeface="幼圆" panose="02010509060101010101" pitchFamily="49" charset="-122"/>
              </a:rPr>
              <a:t>；专业类</a:t>
            </a:r>
            <a:endParaRPr lang="en-US" altLang="zh-CN" sz="4000" b="1" i="0" dirty="0"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404ADDD-1DC3-0442-57A8-3BA492537241}"/>
              </a:ext>
            </a:extLst>
          </p:cNvPr>
          <p:cNvSpPr/>
          <p:nvPr/>
        </p:nvSpPr>
        <p:spPr>
          <a:xfrm>
            <a:off x="249302" y="2964874"/>
            <a:ext cx="2964953" cy="220287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7E290B-1173-72BC-E232-E9EB5B1DE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7" y="3228542"/>
            <a:ext cx="2154257" cy="6310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493B452-8F5E-4A23-2D96-88737AB5C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99" y="4150479"/>
            <a:ext cx="2099634" cy="707245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EE4DE977-36D7-BEEE-EFA5-78FE76A6FA6E}"/>
              </a:ext>
            </a:extLst>
          </p:cNvPr>
          <p:cNvSpPr/>
          <p:nvPr/>
        </p:nvSpPr>
        <p:spPr>
          <a:xfrm>
            <a:off x="3342186" y="2685541"/>
            <a:ext cx="4431238" cy="3191592"/>
          </a:xfrm>
          <a:prstGeom prst="ellipse">
            <a:avLst/>
          </a:prstGeom>
          <a:solidFill>
            <a:srgbClr val="DBDB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6FE3F7-4582-C7D6-CD96-6D39EE3DB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226" y="3305175"/>
            <a:ext cx="3539707" cy="5544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6E49ECA-45A2-C797-3A94-650FE659BF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2203" y="4066310"/>
            <a:ext cx="2073912" cy="5544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DD06550-EEA7-A436-4C30-74920CE214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5330" y="3958729"/>
            <a:ext cx="2073912" cy="69814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8E68E20-81D0-B6FE-1774-57D848E47A3F}"/>
              </a:ext>
            </a:extLst>
          </p:cNvPr>
          <p:cNvSpPr/>
          <p:nvPr/>
        </p:nvSpPr>
        <p:spPr>
          <a:xfrm>
            <a:off x="4138890" y="4693034"/>
            <a:ext cx="3086298" cy="7251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C</a:t>
            </a:r>
            <a:r>
              <a:rPr lang="zh-CN" altLang="en-US" sz="2800" b="1" dirty="0">
                <a:solidFill>
                  <a:schemeClr val="tx1"/>
                </a:solidFill>
              </a:rPr>
              <a:t>等编程语言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6E87B1C-CB7C-F06C-A4A5-961E01143C9C}"/>
              </a:ext>
            </a:extLst>
          </p:cNvPr>
          <p:cNvSpPr/>
          <p:nvPr/>
        </p:nvSpPr>
        <p:spPr>
          <a:xfrm>
            <a:off x="8091055" y="2590096"/>
            <a:ext cx="4156364" cy="3737977"/>
          </a:xfrm>
          <a:prstGeom prst="ellipse">
            <a:avLst/>
          </a:prstGeom>
          <a:solidFill>
            <a:srgbClr val="C29E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8DB3E65-AB8E-C6D7-E8E2-56DD687DAB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6458" y="3004126"/>
            <a:ext cx="2234715" cy="50281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8D70569-3521-66C3-6486-2FE42FDDF4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1896" y="4357447"/>
            <a:ext cx="4132281" cy="69814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3E8C4D2-5B36-BFC4-6BC8-B95841FBFB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87152" y="5319922"/>
            <a:ext cx="2394400" cy="606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E6A70D3-775F-34C4-E994-B224B3827A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3258" y="3572191"/>
            <a:ext cx="3842525" cy="65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97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399980B-6721-BDF1-D613-297285AD51BB}"/>
              </a:ext>
            </a:extLst>
          </p:cNvPr>
          <p:cNvSpPr txBox="1"/>
          <p:nvPr/>
        </p:nvSpPr>
        <p:spPr>
          <a:xfrm>
            <a:off x="838200" y="265739"/>
            <a:ext cx="4916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54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网络工程专业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CEDA8E-A7B6-5AF6-FDC8-9BC56AC2887E}"/>
              </a:ext>
            </a:extLst>
          </p:cNvPr>
          <p:cNvSpPr txBox="1"/>
          <p:nvPr/>
        </p:nvSpPr>
        <p:spPr>
          <a:xfrm>
            <a:off x="387927" y="1189069"/>
            <a:ext cx="114161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40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就业</a:t>
            </a:r>
            <a:r>
              <a:rPr lang="zh-CN" altLang="en-US" sz="4000" b="1" dirty="0">
                <a:latin typeface="幼圆" panose="02010509060101010101" pitchFamily="49" charset="-122"/>
                <a:ea typeface="幼圆" panose="02010509060101010101" pitchFamily="49" charset="-122"/>
              </a:rPr>
              <a:t>：系统工程师，网络系统设计，网安，网络工程师，电信运营商，网络设备制造，语音和无线方法，网页端应用开发</a:t>
            </a:r>
          </a:p>
        </p:txBody>
      </p:sp>
    </p:spTree>
    <p:extLst>
      <p:ext uri="{BB962C8B-B14F-4D97-AF65-F5344CB8AC3E}">
        <p14:creationId xmlns:p14="http://schemas.microsoft.com/office/powerpoint/2010/main" val="2882408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BFD57CFE-D19F-96E0-964D-98954B0467D8}"/>
              </a:ext>
            </a:extLst>
          </p:cNvPr>
          <p:cNvSpPr/>
          <p:nvPr/>
        </p:nvSpPr>
        <p:spPr>
          <a:xfrm>
            <a:off x="1861419" y="1298602"/>
            <a:ext cx="8469162" cy="524059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75D065-F75F-BB22-DB35-7F515C6B7B5D}"/>
              </a:ext>
            </a:extLst>
          </p:cNvPr>
          <p:cNvSpPr txBox="1"/>
          <p:nvPr/>
        </p:nvSpPr>
        <p:spPr>
          <a:xfrm>
            <a:off x="4877043" y="1427244"/>
            <a:ext cx="2749471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计算机科学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FBBB1FE-B1C2-6D70-1E6D-3A41DBFEB57E}"/>
              </a:ext>
            </a:extLst>
          </p:cNvPr>
          <p:cNvSpPr/>
          <p:nvPr/>
        </p:nvSpPr>
        <p:spPr>
          <a:xfrm>
            <a:off x="3104985" y="2908272"/>
            <a:ext cx="1848464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8BBA7A7-4517-59CE-1B08-FCBD51E6F7E2}"/>
              </a:ext>
            </a:extLst>
          </p:cNvPr>
          <p:cNvSpPr/>
          <p:nvPr/>
        </p:nvSpPr>
        <p:spPr>
          <a:xfrm>
            <a:off x="4233561" y="4021599"/>
            <a:ext cx="1848464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1CCDF14-78C4-7F78-3EAB-2494F96307B4}"/>
              </a:ext>
            </a:extLst>
          </p:cNvPr>
          <p:cNvSpPr/>
          <p:nvPr/>
        </p:nvSpPr>
        <p:spPr>
          <a:xfrm>
            <a:off x="5272783" y="2587405"/>
            <a:ext cx="1848464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EDA752-8A69-5F07-7D56-B30D08DBF4DB}"/>
              </a:ext>
            </a:extLst>
          </p:cNvPr>
          <p:cNvSpPr/>
          <p:nvPr/>
        </p:nvSpPr>
        <p:spPr>
          <a:xfrm>
            <a:off x="7412434" y="2806949"/>
            <a:ext cx="1848464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701BBB-950F-3F30-AD36-EE430BC6DF05}"/>
              </a:ext>
            </a:extLst>
          </p:cNvPr>
          <p:cNvSpPr txBox="1"/>
          <p:nvPr/>
        </p:nvSpPr>
        <p:spPr>
          <a:xfrm>
            <a:off x="3291736" y="3288934"/>
            <a:ext cx="1620957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人工智能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6EBA13-FAC0-BF4F-2711-5D35070D7459}"/>
              </a:ext>
            </a:extLst>
          </p:cNvPr>
          <p:cNvSpPr txBox="1"/>
          <p:nvPr/>
        </p:nvSpPr>
        <p:spPr>
          <a:xfrm>
            <a:off x="4569116" y="4426060"/>
            <a:ext cx="12618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物联网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CED5DC-3115-BF5B-D0EF-7E778E778726}"/>
              </a:ext>
            </a:extLst>
          </p:cNvPr>
          <p:cNvSpPr txBox="1"/>
          <p:nvPr/>
        </p:nvSpPr>
        <p:spPr>
          <a:xfrm>
            <a:off x="5397723" y="3042892"/>
            <a:ext cx="1620957" cy="52322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网络工程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571EC8-C5C1-BD6A-210A-6863944CB7AB}"/>
              </a:ext>
            </a:extLst>
          </p:cNvPr>
          <p:cNvSpPr txBox="1"/>
          <p:nvPr/>
        </p:nvSpPr>
        <p:spPr>
          <a:xfrm>
            <a:off x="7526187" y="3229147"/>
            <a:ext cx="1620957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数字媒体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8194BDC-C426-85CE-A464-45F8A76D2293}"/>
              </a:ext>
            </a:extLst>
          </p:cNvPr>
          <p:cNvSpPr/>
          <p:nvPr/>
        </p:nvSpPr>
        <p:spPr>
          <a:xfrm>
            <a:off x="6342609" y="3965314"/>
            <a:ext cx="1848464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595D464-741D-AACB-A21B-77514E010BA6}"/>
              </a:ext>
            </a:extLst>
          </p:cNvPr>
          <p:cNvSpPr txBox="1"/>
          <p:nvPr/>
        </p:nvSpPr>
        <p:spPr>
          <a:xfrm>
            <a:off x="6635899" y="4319573"/>
            <a:ext cx="12618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大数据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9A4AAEF-26FD-05BA-A860-849B923303C8}"/>
              </a:ext>
            </a:extLst>
          </p:cNvPr>
          <p:cNvSpPr/>
          <p:nvPr/>
        </p:nvSpPr>
        <p:spPr>
          <a:xfrm>
            <a:off x="5214033" y="5241995"/>
            <a:ext cx="1848464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72F30F7-85A3-DA59-2ED4-E7197A59BA1C}"/>
              </a:ext>
            </a:extLst>
          </p:cNvPr>
          <p:cNvSpPr txBox="1"/>
          <p:nvPr/>
        </p:nvSpPr>
        <p:spPr>
          <a:xfrm>
            <a:off x="5386536" y="5618510"/>
            <a:ext cx="1620957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软件工程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A4CFE0-11F9-30C9-0C09-D4A6F11BC3BC}"/>
              </a:ext>
            </a:extLst>
          </p:cNvPr>
          <p:cNvSpPr txBox="1"/>
          <p:nvPr/>
        </p:nvSpPr>
        <p:spPr>
          <a:xfrm>
            <a:off x="651083" y="1391789"/>
            <a:ext cx="1787669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关系</a:t>
            </a:r>
            <a:endParaRPr lang="en-US" altLang="zh-CN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sz="4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从属</a:t>
            </a:r>
          </a:p>
        </p:txBody>
      </p:sp>
    </p:spTree>
    <p:extLst>
      <p:ext uri="{BB962C8B-B14F-4D97-AF65-F5344CB8AC3E}">
        <p14:creationId xmlns:p14="http://schemas.microsoft.com/office/powerpoint/2010/main" val="2486148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A75D065-F75F-BB22-DB35-7F515C6B7B5D}"/>
              </a:ext>
            </a:extLst>
          </p:cNvPr>
          <p:cNvSpPr txBox="1"/>
          <p:nvPr/>
        </p:nvSpPr>
        <p:spPr>
          <a:xfrm>
            <a:off x="838200" y="2261811"/>
            <a:ext cx="9800303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计算机科学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 sz="4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更偏理论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，利用计算机进行信息获取，表示，处理，控制等的理论原则和技术的学科。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11741E-39B1-312B-DBD7-7C5099180CB0}"/>
              </a:ext>
            </a:extLst>
          </p:cNvPr>
          <p:cNvSpPr txBox="1"/>
          <p:nvPr/>
        </p:nvSpPr>
        <p:spPr>
          <a:xfrm>
            <a:off x="838200" y="1451274"/>
            <a:ext cx="1787669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区别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507E5F-A9EA-35DE-75CB-F1AF9F13DB2F}"/>
              </a:ext>
            </a:extLst>
          </p:cNvPr>
          <p:cNvSpPr txBox="1"/>
          <p:nvPr/>
        </p:nvSpPr>
        <p:spPr>
          <a:xfrm>
            <a:off x="838200" y="4303455"/>
            <a:ext cx="10515600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网络工程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：核心知识领域有计算机、网络数字通信、网络工程设计、网络安全、网络管理、网络开发等等。</a:t>
            </a:r>
          </a:p>
        </p:txBody>
      </p:sp>
    </p:spTree>
    <p:extLst>
      <p:ext uri="{BB962C8B-B14F-4D97-AF65-F5344CB8AC3E}">
        <p14:creationId xmlns:p14="http://schemas.microsoft.com/office/powerpoint/2010/main" val="4161511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BFD57CFE-D19F-96E0-964D-98954B0467D8}"/>
              </a:ext>
            </a:extLst>
          </p:cNvPr>
          <p:cNvSpPr/>
          <p:nvPr/>
        </p:nvSpPr>
        <p:spPr>
          <a:xfrm>
            <a:off x="3067434" y="1139421"/>
            <a:ext cx="8469162" cy="524059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75D065-F75F-BB22-DB35-7F515C6B7B5D}"/>
              </a:ext>
            </a:extLst>
          </p:cNvPr>
          <p:cNvSpPr txBox="1"/>
          <p:nvPr/>
        </p:nvSpPr>
        <p:spPr>
          <a:xfrm>
            <a:off x="4877043" y="1427244"/>
            <a:ext cx="2749471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计算机科学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1CCDF14-78C4-7F78-3EAB-2494F96307B4}"/>
              </a:ext>
            </a:extLst>
          </p:cNvPr>
          <p:cNvSpPr/>
          <p:nvPr/>
        </p:nvSpPr>
        <p:spPr>
          <a:xfrm>
            <a:off x="5272783" y="2587405"/>
            <a:ext cx="1848464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CED5DC-3115-BF5B-D0EF-7E778E778726}"/>
              </a:ext>
            </a:extLst>
          </p:cNvPr>
          <p:cNvSpPr txBox="1"/>
          <p:nvPr/>
        </p:nvSpPr>
        <p:spPr>
          <a:xfrm>
            <a:off x="5397723" y="3042892"/>
            <a:ext cx="1620957" cy="52322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网络工程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A4CFE0-11F9-30C9-0C09-D4A6F11BC3BC}"/>
              </a:ext>
            </a:extLst>
          </p:cNvPr>
          <p:cNvSpPr txBox="1"/>
          <p:nvPr/>
        </p:nvSpPr>
        <p:spPr>
          <a:xfrm>
            <a:off x="651083" y="1391789"/>
            <a:ext cx="2813591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就业方向</a:t>
            </a:r>
            <a:endParaRPr lang="zh-CN" altLang="en-US" sz="4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9AC1A35-0F80-4627-BAC3-6C8D313DEABA}"/>
              </a:ext>
            </a:extLst>
          </p:cNvPr>
          <p:cNvSpPr/>
          <p:nvPr/>
        </p:nvSpPr>
        <p:spPr>
          <a:xfrm>
            <a:off x="6208201" y="2692400"/>
            <a:ext cx="162119" cy="162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1FCF9E9-D718-363E-EA1F-4EB493D80743}"/>
              </a:ext>
            </a:extLst>
          </p:cNvPr>
          <p:cNvSpPr/>
          <p:nvPr/>
        </p:nvSpPr>
        <p:spPr>
          <a:xfrm>
            <a:off x="6937620" y="2757584"/>
            <a:ext cx="162119" cy="162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376CA79E-F03F-DCF7-4233-EFACA5F6FAD9}"/>
              </a:ext>
            </a:extLst>
          </p:cNvPr>
          <p:cNvSpPr/>
          <p:nvPr/>
        </p:nvSpPr>
        <p:spPr>
          <a:xfrm>
            <a:off x="5749939" y="4174603"/>
            <a:ext cx="162119" cy="162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44E52D40-A35F-DEB5-A4B3-00533B28A84E}"/>
              </a:ext>
            </a:extLst>
          </p:cNvPr>
          <p:cNvSpPr/>
          <p:nvPr/>
        </p:nvSpPr>
        <p:spPr>
          <a:xfrm>
            <a:off x="9072259" y="4469243"/>
            <a:ext cx="162119" cy="162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A260A12-9580-A157-C0AE-7BB766526A7C}"/>
              </a:ext>
            </a:extLst>
          </p:cNvPr>
          <p:cNvSpPr/>
          <p:nvPr/>
        </p:nvSpPr>
        <p:spPr>
          <a:xfrm>
            <a:off x="11010914" y="1980330"/>
            <a:ext cx="162119" cy="162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FE6B059-43D8-8CDD-87F9-F131D8B51A14}"/>
              </a:ext>
            </a:extLst>
          </p:cNvPr>
          <p:cNvSpPr/>
          <p:nvPr/>
        </p:nvSpPr>
        <p:spPr>
          <a:xfrm>
            <a:off x="1211522" y="2359661"/>
            <a:ext cx="335536" cy="33273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1AC571-E700-4167-AE01-9F9C6F77E3D4}"/>
              </a:ext>
            </a:extLst>
          </p:cNvPr>
          <p:cNvSpPr txBox="1"/>
          <p:nvPr/>
        </p:nvSpPr>
        <p:spPr>
          <a:xfrm>
            <a:off x="424988" y="2761971"/>
            <a:ext cx="2579976" cy="3970318"/>
          </a:xfrm>
          <a:prstGeom prst="rect">
            <a:avLst/>
          </a:prstGeom>
          <a:solidFill>
            <a:srgbClr val="DBDBF9"/>
          </a:solidFill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网络协议分析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网络架构，运维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移动端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网页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网安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1513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00FAB08-3781-3D02-1D30-A3053E034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71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54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介绍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BEE541A-85E1-3C7F-5F34-6CDE076E3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3" y="1079532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8FC073A-324C-BC98-51A1-2F3F49BEC734}"/>
              </a:ext>
            </a:extLst>
          </p:cNvPr>
          <p:cNvSpPr txBox="1"/>
          <p:nvPr/>
        </p:nvSpPr>
        <p:spPr>
          <a:xfrm>
            <a:off x="651083" y="1391789"/>
            <a:ext cx="2813591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就业方向</a:t>
            </a:r>
            <a:endParaRPr lang="zh-CN" altLang="en-US" sz="4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DD4456-CE19-8897-4C46-4AEC0F5A7448}"/>
              </a:ext>
            </a:extLst>
          </p:cNvPr>
          <p:cNvSpPr txBox="1"/>
          <p:nvPr/>
        </p:nvSpPr>
        <p:spPr>
          <a:xfrm>
            <a:off x="538417" y="2320569"/>
            <a:ext cx="6096000" cy="797654"/>
          </a:xfrm>
          <a:noFill/>
          <a:ln w="76200">
            <a:solidFill>
              <a:srgbClr val="4D94FF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571500" indent="-571500" algn="just">
              <a:lnSpc>
                <a:spcPts val="5500"/>
              </a:lnSpc>
              <a:buFont typeface="Arial" panose="020B0604020202020204" pitchFamily="34" charset="0"/>
              <a:buChar char="•"/>
              <a:defRPr sz="4800" b="1"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r>
              <a:rPr lang="zh-CN" altLang="en-US" dirty="0"/>
              <a:t>交叉</a:t>
            </a:r>
            <a:r>
              <a:rPr lang="zh-CN" altLang="en-US"/>
              <a:t>和调整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889F00-2AB4-69D0-F163-DC81F43C2B7F}"/>
              </a:ext>
            </a:extLst>
          </p:cNvPr>
          <p:cNvSpPr txBox="1"/>
          <p:nvPr/>
        </p:nvSpPr>
        <p:spPr>
          <a:xfrm>
            <a:off x="538417" y="3630002"/>
            <a:ext cx="11477296" cy="1502976"/>
          </a:xfrm>
          <a:custGeom>
            <a:avLst/>
            <a:gdLst>
              <a:gd name="connsiteX0" fmla="*/ 0 w 11477296"/>
              <a:gd name="connsiteY0" fmla="*/ 0 h 1502976"/>
              <a:gd name="connsiteX1" fmla="*/ 573865 w 11477296"/>
              <a:gd name="connsiteY1" fmla="*/ 0 h 1502976"/>
              <a:gd name="connsiteX2" fmla="*/ 918184 w 11477296"/>
              <a:gd name="connsiteY2" fmla="*/ 0 h 1502976"/>
              <a:gd name="connsiteX3" fmla="*/ 1492048 w 11477296"/>
              <a:gd name="connsiteY3" fmla="*/ 0 h 1502976"/>
              <a:gd name="connsiteX4" fmla="*/ 1836367 w 11477296"/>
              <a:gd name="connsiteY4" fmla="*/ 0 h 1502976"/>
              <a:gd name="connsiteX5" fmla="*/ 2065913 w 11477296"/>
              <a:gd name="connsiteY5" fmla="*/ 0 h 1502976"/>
              <a:gd name="connsiteX6" fmla="*/ 2525005 w 11477296"/>
              <a:gd name="connsiteY6" fmla="*/ 0 h 1502976"/>
              <a:gd name="connsiteX7" fmla="*/ 2869324 w 11477296"/>
              <a:gd name="connsiteY7" fmla="*/ 0 h 1502976"/>
              <a:gd name="connsiteX8" fmla="*/ 3213643 w 11477296"/>
              <a:gd name="connsiteY8" fmla="*/ 0 h 1502976"/>
              <a:gd name="connsiteX9" fmla="*/ 3672735 w 11477296"/>
              <a:gd name="connsiteY9" fmla="*/ 0 h 1502976"/>
              <a:gd name="connsiteX10" fmla="*/ 4246600 w 11477296"/>
              <a:gd name="connsiteY10" fmla="*/ 0 h 1502976"/>
              <a:gd name="connsiteX11" fmla="*/ 4820464 w 11477296"/>
              <a:gd name="connsiteY11" fmla="*/ 0 h 1502976"/>
              <a:gd name="connsiteX12" fmla="*/ 5394329 w 11477296"/>
              <a:gd name="connsiteY12" fmla="*/ 0 h 1502976"/>
              <a:gd name="connsiteX13" fmla="*/ 5853421 w 11477296"/>
              <a:gd name="connsiteY13" fmla="*/ 0 h 1502976"/>
              <a:gd name="connsiteX14" fmla="*/ 6427286 w 11477296"/>
              <a:gd name="connsiteY14" fmla="*/ 0 h 1502976"/>
              <a:gd name="connsiteX15" fmla="*/ 7001151 w 11477296"/>
              <a:gd name="connsiteY15" fmla="*/ 0 h 1502976"/>
              <a:gd name="connsiteX16" fmla="*/ 7804561 w 11477296"/>
              <a:gd name="connsiteY16" fmla="*/ 0 h 1502976"/>
              <a:gd name="connsiteX17" fmla="*/ 8607972 w 11477296"/>
              <a:gd name="connsiteY17" fmla="*/ 0 h 1502976"/>
              <a:gd name="connsiteX18" fmla="*/ 9411383 w 11477296"/>
              <a:gd name="connsiteY18" fmla="*/ 0 h 1502976"/>
              <a:gd name="connsiteX19" fmla="*/ 9985248 w 11477296"/>
              <a:gd name="connsiteY19" fmla="*/ 0 h 1502976"/>
              <a:gd name="connsiteX20" fmla="*/ 10444339 w 11477296"/>
              <a:gd name="connsiteY20" fmla="*/ 0 h 1502976"/>
              <a:gd name="connsiteX21" fmla="*/ 11477296 w 11477296"/>
              <a:gd name="connsiteY21" fmla="*/ 0 h 1502976"/>
              <a:gd name="connsiteX22" fmla="*/ 11477296 w 11477296"/>
              <a:gd name="connsiteY22" fmla="*/ 516022 h 1502976"/>
              <a:gd name="connsiteX23" fmla="*/ 11477296 w 11477296"/>
              <a:gd name="connsiteY23" fmla="*/ 1017014 h 1502976"/>
              <a:gd name="connsiteX24" fmla="*/ 11477296 w 11477296"/>
              <a:gd name="connsiteY24" fmla="*/ 1502976 h 1502976"/>
              <a:gd name="connsiteX25" fmla="*/ 10903431 w 11477296"/>
              <a:gd name="connsiteY25" fmla="*/ 1502976 h 1502976"/>
              <a:gd name="connsiteX26" fmla="*/ 10444339 w 11477296"/>
              <a:gd name="connsiteY26" fmla="*/ 1502976 h 1502976"/>
              <a:gd name="connsiteX27" fmla="*/ 9985248 w 11477296"/>
              <a:gd name="connsiteY27" fmla="*/ 1502976 h 1502976"/>
              <a:gd name="connsiteX28" fmla="*/ 9526156 w 11477296"/>
              <a:gd name="connsiteY28" fmla="*/ 1502976 h 1502976"/>
              <a:gd name="connsiteX29" fmla="*/ 8952291 w 11477296"/>
              <a:gd name="connsiteY29" fmla="*/ 1502976 h 1502976"/>
              <a:gd name="connsiteX30" fmla="*/ 8493199 w 11477296"/>
              <a:gd name="connsiteY30" fmla="*/ 1502976 h 1502976"/>
              <a:gd name="connsiteX31" fmla="*/ 7919334 w 11477296"/>
              <a:gd name="connsiteY31" fmla="*/ 1502976 h 1502976"/>
              <a:gd name="connsiteX32" fmla="*/ 7115924 w 11477296"/>
              <a:gd name="connsiteY32" fmla="*/ 1502976 h 1502976"/>
              <a:gd name="connsiteX33" fmla="*/ 6771605 w 11477296"/>
              <a:gd name="connsiteY33" fmla="*/ 1502976 h 1502976"/>
              <a:gd name="connsiteX34" fmla="*/ 5968194 w 11477296"/>
              <a:gd name="connsiteY34" fmla="*/ 1502976 h 1502976"/>
              <a:gd name="connsiteX35" fmla="*/ 5164783 w 11477296"/>
              <a:gd name="connsiteY35" fmla="*/ 1502976 h 1502976"/>
              <a:gd name="connsiteX36" fmla="*/ 4476145 w 11477296"/>
              <a:gd name="connsiteY36" fmla="*/ 1502976 h 1502976"/>
              <a:gd name="connsiteX37" fmla="*/ 4246600 w 11477296"/>
              <a:gd name="connsiteY37" fmla="*/ 1502976 h 1502976"/>
              <a:gd name="connsiteX38" fmla="*/ 3902281 w 11477296"/>
              <a:gd name="connsiteY38" fmla="*/ 1502976 h 1502976"/>
              <a:gd name="connsiteX39" fmla="*/ 3328416 w 11477296"/>
              <a:gd name="connsiteY39" fmla="*/ 1502976 h 1502976"/>
              <a:gd name="connsiteX40" fmla="*/ 2525005 w 11477296"/>
              <a:gd name="connsiteY40" fmla="*/ 1502976 h 1502976"/>
              <a:gd name="connsiteX41" fmla="*/ 2065913 w 11477296"/>
              <a:gd name="connsiteY41" fmla="*/ 1502976 h 1502976"/>
              <a:gd name="connsiteX42" fmla="*/ 1836367 w 11477296"/>
              <a:gd name="connsiteY42" fmla="*/ 1502976 h 1502976"/>
              <a:gd name="connsiteX43" fmla="*/ 1147730 w 11477296"/>
              <a:gd name="connsiteY43" fmla="*/ 1502976 h 1502976"/>
              <a:gd name="connsiteX44" fmla="*/ 573865 w 11477296"/>
              <a:gd name="connsiteY44" fmla="*/ 1502976 h 1502976"/>
              <a:gd name="connsiteX45" fmla="*/ 0 w 11477296"/>
              <a:gd name="connsiteY45" fmla="*/ 1502976 h 1502976"/>
              <a:gd name="connsiteX46" fmla="*/ 0 w 11477296"/>
              <a:gd name="connsiteY46" fmla="*/ 1047073 h 1502976"/>
              <a:gd name="connsiteX47" fmla="*/ 0 w 11477296"/>
              <a:gd name="connsiteY47" fmla="*/ 516022 h 1502976"/>
              <a:gd name="connsiteX48" fmla="*/ 0 w 11477296"/>
              <a:gd name="connsiteY48" fmla="*/ 0 h 150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1477296" h="1502976" extrusionOk="0">
                <a:moveTo>
                  <a:pt x="0" y="0"/>
                </a:moveTo>
                <a:cubicBezTo>
                  <a:pt x="201217" y="-15512"/>
                  <a:pt x="318368" y="51849"/>
                  <a:pt x="573865" y="0"/>
                </a:cubicBezTo>
                <a:cubicBezTo>
                  <a:pt x="829362" y="-51849"/>
                  <a:pt x="771486" y="17581"/>
                  <a:pt x="918184" y="0"/>
                </a:cubicBezTo>
                <a:cubicBezTo>
                  <a:pt x="1064882" y="-17581"/>
                  <a:pt x="1376448" y="11872"/>
                  <a:pt x="1492048" y="0"/>
                </a:cubicBezTo>
                <a:cubicBezTo>
                  <a:pt x="1607648" y="-11872"/>
                  <a:pt x="1745410" y="30639"/>
                  <a:pt x="1836367" y="0"/>
                </a:cubicBezTo>
                <a:cubicBezTo>
                  <a:pt x="1927324" y="-30639"/>
                  <a:pt x="1973667" y="5856"/>
                  <a:pt x="2065913" y="0"/>
                </a:cubicBezTo>
                <a:cubicBezTo>
                  <a:pt x="2158159" y="-5856"/>
                  <a:pt x="2382021" y="31081"/>
                  <a:pt x="2525005" y="0"/>
                </a:cubicBezTo>
                <a:cubicBezTo>
                  <a:pt x="2667989" y="-31081"/>
                  <a:pt x="2758627" y="7999"/>
                  <a:pt x="2869324" y="0"/>
                </a:cubicBezTo>
                <a:cubicBezTo>
                  <a:pt x="2980021" y="-7999"/>
                  <a:pt x="3132117" y="40826"/>
                  <a:pt x="3213643" y="0"/>
                </a:cubicBezTo>
                <a:cubicBezTo>
                  <a:pt x="3295169" y="-40826"/>
                  <a:pt x="3534244" y="29736"/>
                  <a:pt x="3672735" y="0"/>
                </a:cubicBezTo>
                <a:cubicBezTo>
                  <a:pt x="3811226" y="-29736"/>
                  <a:pt x="3974512" y="2466"/>
                  <a:pt x="4246600" y="0"/>
                </a:cubicBezTo>
                <a:cubicBezTo>
                  <a:pt x="4518689" y="-2466"/>
                  <a:pt x="4644058" y="54594"/>
                  <a:pt x="4820464" y="0"/>
                </a:cubicBezTo>
                <a:cubicBezTo>
                  <a:pt x="4996870" y="-54594"/>
                  <a:pt x="5189236" y="37341"/>
                  <a:pt x="5394329" y="0"/>
                </a:cubicBezTo>
                <a:cubicBezTo>
                  <a:pt x="5599423" y="-37341"/>
                  <a:pt x="5687775" y="24453"/>
                  <a:pt x="5853421" y="0"/>
                </a:cubicBezTo>
                <a:cubicBezTo>
                  <a:pt x="6019067" y="-24453"/>
                  <a:pt x="6305981" y="54888"/>
                  <a:pt x="6427286" y="0"/>
                </a:cubicBezTo>
                <a:cubicBezTo>
                  <a:pt x="6548591" y="-54888"/>
                  <a:pt x="6856337" y="53506"/>
                  <a:pt x="7001151" y="0"/>
                </a:cubicBezTo>
                <a:cubicBezTo>
                  <a:pt x="7145966" y="-53506"/>
                  <a:pt x="7524143" y="30036"/>
                  <a:pt x="7804561" y="0"/>
                </a:cubicBezTo>
                <a:cubicBezTo>
                  <a:pt x="8084979" y="-30036"/>
                  <a:pt x="8372916" y="30069"/>
                  <a:pt x="8607972" y="0"/>
                </a:cubicBezTo>
                <a:cubicBezTo>
                  <a:pt x="8843028" y="-30069"/>
                  <a:pt x="9120265" y="11800"/>
                  <a:pt x="9411383" y="0"/>
                </a:cubicBezTo>
                <a:cubicBezTo>
                  <a:pt x="9702501" y="-11800"/>
                  <a:pt x="9713450" y="18281"/>
                  <a:pt x="9985248" y="0"/>
                </a:cubicBezTo>
                <a:cubicBezTo>
                  <a:pt x="10257046" y="-18281"/>
                  <a:pt x="10307396" y="21278"/>
                  <a:pt x="10444339" y="0"/>
                </a:cubicBezTo>
                <a:cubicBezTo>
                  <a:pt x="10581282" y="-21278"/>
                  <a:pt x="11189346" y="109481"/>
                  <a:pt x="11477296" y="0"/>
                </a:cubicBezTo>
                <a:cubicBezTo>
                  <a:pt x="11535864" y="117001"/>
                  <a:pt x="11434544" y="309556"/>
                  <a:pt x="11477296" y="516022"/>
                </a:cubicBezTo>
                <a:cubicBezTo>
                  <a:pt x="11520048" y="722488"/>
                  <a:pt x="11466920" y="851913"/>
                  <a:pt x="11477296" y="1017014"/>
                </a:cubicBezTo>
                <a:cubicBezTo>
                  <a:pt x="11487672" y="1182115"/>
                  <a:pt x="11451029" y="1296660"/>
                  <a:pt x="11477296" y="1502976"/>
                </a:cubicBezTo>
                <a:cubicBezTo>
                  <a:pt x="11222931" y="1547288"/>
                  <a:pt x="11075040" y="1439192"/>
                  <a:pt x="10903431" y="1502976"/>
                </a:cubicBezTo>
                <a:cubicBezTo>
                  <a:pt x="10731823" y="1566760"/>
                  <a:pt x="10607888" y="1450553"/>
                  <a:pt x="10444339" y="1502976"/>
                </a:cubicBezTo>
                <a:cubicBezTo>
                  <a:pt x="10280790" y="1555399"/>
                  <a:pt x="10143717" y="1488479"/>
                  <a:pt x="9985248" y="1502976"/>
                </a:cubicBezTo>
                <a:cubicBezTo>
                  <a:pt x="9826779" y="1517473"/>
                  <a:pt x="9652651" y="1453006"/>
                  <a:pt x="9526156" y="1502976"/>
                </a:cubicBezTo>
                <a:cubicBezTo>
                  <a:pt x="9399661" y="1552946"/>
                  <a:pt x="9195239" y="1437566"/>
                  <a:pt x="8952291" y="1502976"/>
                </a:cubicBezTo>
                <a:cubicBezTo>
                  <a:pt x="8709343" y="1568386"/>
                  <a:pt x="8679922" y="1471691"/>
                  <a:pt x="8493199" y="1502976"/>
                </a:cubicBezTo>
                <a:cubicBezTo>
                  <a:pt x="8306476" y="1534261"/>
                  <a:pt x="8159441" y="1478408"/>
                  <a:pt x="7919334" y="1502976"/>
                </a:cubicBezTo>
                <a:cubicBezTo>
                  <a:pt x="7679228" y="1527544"/>
                  <a:pt x="7390721" y="1493886"/>
                  <a:pt x="7115924" y="1502976"/>
                </a:cubicBezTo>
                <a:cubicBezTo>
                  <a:pt x="6841127" y="1512066"/>
                  <a:pt x="6897397" y="1493442"/>
                  <a:pt x="6771605" y="1502976"/>
                </a:cubicBezTo>
                <a:cubicBezTo>
                  <a:pt x="6645813" y="1512510"/>
                  <a:pt x="6359558" y="1428657"/>
                  <a:pt x="5968194" y="1502976"/>
                </a:cubicBezTo>
                <a:cubicBezTo>
                  <a:pt x="5576830" y="1577295"/>
                  <a:pt x="5404840" y="1448478"/>
                  <a:pt x="5164783" y="1502976"/>
                </a:cubicBezTo>
                <a:cubicBezTo>
                  <a:pt x="4924726" y="1557474"/>
                  <a:pt x="4818203" y="1439304"/>
                  <a:pt x="4476145" y="1502976"/>
                </a:cubicBezTo>
                <a:cubicBezTo>
                  <a:pt x="4134087" y="1566648"/>
                  <a:pt x="4326092" y="1501198"/>
                  <a:pt x="4246600" y="1502976"/>
                </a:cubicBezTo>
                <a:cubicBezTo>
                  <a:pt x="4167109" y="1504754"/>
                  <a:pt x="4002955" y="1498233"/>
                  <a:pt x="3902281" y="1502976"/>
                </a:cubicBezTo>
                <a:cubicBezTo>
                  <a:pt x="3801607" y="1507719"/>
                  <a:pt x="3444298" y="1492767"/>
                  <a:pt x="3328416" y="1502976"/>
                </a:cubicBezTo>
                <a:cubicBezTo>
                  <a:pt x="3212534" y="1513185"/>
                  <a:pt x="2843202" y="1477037"/>
                  <a:pt x="2525005" y="1502976"/>
                </a:cubicBezTo>
                <a:cubicBezTo>
                  <a:pt x="2206808" y="1528915"/>
                  <a:pt x="2226345" y="1457978"/>
                  <a:pt x="2065913" y="1502976"/>
                </a:cubicBezTo>
                <a:cubicBezTo>
                  <a:pt x="1905481" y="1547974"/>
                  <a:pt x="1906399" y="1478369"/>
                  <a:pt x="1836367" y="1502976"/>
                </a:cubicBezTo>
                <a:cubicBezTo>
                  <a:pt x="1766335" y="1527583"/>
                  <a:pt x="1449934" y="1486312"/>
                  <a:pt x="1147730" y="1502976"/>
                </a:cubicBezTo>
                <a:cubicBezTo>
                  <a:pt x="845526" y="1519640"/>
                  <a:pt x="700667" y="1477760"/>
                  <a:pt x="573865" y="1502976"/>
                </a:cubicBezTo>
                <a:cubicBezTo>
                  <a:pt x="447064" y="1528192"/>
                  <a:pt x="237003" y="1447099"/>
                  <a:pt x="0" y="1502976"/>
                </a:cubicBezTo>
                <a:cubicBezTo>
                  <a:pt x="-32801" y="1355667"/>
                  <a:pt x="50128" y="1261539"/>
                  <a:pt x="0" y="1047073"/>
                </a:cubicBezTo>
                <a:cubicBezTo>
                  <a:pt x="-50128" y="832607"/>
                  <a:pt x="57072" y="767353"/>
                  <a:pt x="0" y="516022"/>
                </a:cubicBezTo>
                <a:cubicBezTo>
                  <a:pt x="-57072" y="264691"/>
                  <a:pt x="58742" y="242822"/>
                  <a:pt x="0" y="0"/>
                </a:cubicBezTo>
                <a:close/>
              </a:path>
            </a:pathLst>
          </a:custGeom>
          <a:noFill/>
          <a:ln w="76200">
            <a:solidFill>
              <a:srgbClr val="4D94FF"/>
            </a:solidFill>
            <a:extLst>
              <a:ext uri="{C807C97D-BFC1-408E-A445-0C87EB9F89A2}">
                <ask:lineSketchStyleProps xmlns:ask="http://schemas.microsoft.com/office/drawing/2018/sketchyshapes" sd="354860372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571500" indent="-571500" algn="just">
              <a:lnSpc>
                <a:spcPts val="5500"/>
              </a:lnSpc>
              <a:buFont typeface="Arial" panose="020B0604020202020204" pitchFamily="34" charset="0"/>
              <a:buChar char="•"/>
            </a:pPr>
            <a:r>
              <a:rPr lang="zh-CN" altLang="en-US" sz="4800" b="1" dirty="0">
                <a:latin typeface="幼圆" panose="02010509060101010101" pitchFamily="49" charset="-122"/>
                <a:ea typeface="幼圆" panose="02010509060101010101" pitchFamily="49" charset="-122"/>
              </a:rPr>
              <a:t>心理建设：大胆探索，允许停滞，随时调整，勇敢坚持，终身学习</a:t>
            </a:r>
            <a:endParaRPr lang="en-US" altLang="zh-CN" sz="48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727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8350</TotalTime>
  <Words>794</Words>
  <Application>Microsoft Office PowerPoint</Application>
  <PresentationFormat>宽屏</PresentationFormat>
  <Paragraphs>130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等线</vt:lpstr>
      <vt:lpstr>等线 Light</vt:lpstr>
      <vt:lpstr>华文楷体</vt:lpstr>
      <vt:lpstr>微软雅黑</vt:lpstr>
      <vt:lpstr>幼圆</vt:lpstr>
      <vt:lpstr>Arial</vt:lpstr>
      <vt:lpstr>Calibri</vt:lpstr>
      <vt:lpstr>Times New Roman</vt:lpstr>
      <vt:lpstr>Wingdings</vt:lpstr>
      <vt:lpstr>Office 主题​​</vt:lpstr>
      <vt:lpstr>自定义设计方案</vt:lpstr>
      <vt:lpstr>计算机科学导论</vt:lpstr>
      <vt:lpstr>介绍</vt:lpstr>
      <vt:lpstr>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介绍</vt:lpstr>
      <vt:lpstr>介绍</vt:lpstr>
      <vt:lpstr>介绍</vt:lpstr>
      <vt:lpstr>介绍</vt:lpstr>
      <vt:lpstr>介绍</vt:lpstr>
      <vt:lpstr>介绍</vt:lpstr>
      <vt:lpstr>介绍</vt:lpstr>
      <vt:lpstr>介绍</vt:lpstr>
      <vt:lpstr>介绍</vt:lpstr>
      <vt:lpstr>介绍</vt:lpstr>
      <vt:lpstr>介绍</vt:lpstr>
      <vt:lpstr>介绍</vt:lpstr>
      <vt:lpstr>介绍</vt:lpstr>
      <vt:lpstr>介绍</vt:lpstr>
      <vt:lpstr>介绍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数据分析方法</dc:title>
  <dc:creator>Windows 用户</dc:creator>
  <cp:lastModifiedBy>254885449@qq.com</cp:lastModifiedBy>
  <cp:revision>354</cp:revision>
  <dcterms:created xsi:type="dcterms:W3CDTF">2020-02-05T02:41:26Z</dcterms:created>
  <dcterms:modified xsi:type="dcterms:W3CDTF">2024-10-17T03:09:39Z</dcterms:modified>
</cp:coreProperties>
</file>