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5" r:id="rId3"/>
    <p:sldMasterId id="2147483677" r:id="rId4"/>
  </p:sldMasterIdLst>
  <p:notesMasterIdLst>
    <p:notesMasterId r:id="rId112"/>
  </p:notesMasterIdLst>
  <p:handoutMasterIdLst>
    <p:handoutMasterId r:id="rId113"/>
  </p:handoutMasterIdLst>
  <p:sldIdLst>
    <p:sldId id="379" r:id="rId5"/>
    <p:sldId id="431" r:id="rId6"/>
    <p:sldId id="524" r:id="rId7"/>
    <p:sldId id="627" r:id="rId8"/>
    <p:sldId id="628" r:id="rId9"/>
    <p:sldId id="583" r:id="rId10"/>
    <p:sldId id="585" r:id="rId11"/>
    <p:sldId id="586" r:id="rId12"/>
    <p:sldId id="593" r:id="rId13"/>
    <p:sldId id="595" r:id="rId14"/>
    <p:sldId id="594" r:id="rId15"/>
    <p:sldId id="587" r:id="rId16"/>
    <p:sldId id="591" r:id="rId17"/>
    <p:sldId id="589" r:id="rId18"/>
    <p:sldId id="592" r:id="rId19"/>
    <p:sldId id="629" r:id="rId20"/>
    <p:sldId id="590" r:id="rId21"/>
    <p:sldId id="605" r:id="rId22"/>
    <p:sldId id="603" r:id="rId23"/>
    <p:sldId id="602" r:id="rId24"/>
    <p:sldId id="606" r:id="rId25"/>
    <p:sldId id="607" r:id="rId26"/>
    <p:sldId id="609" r:id="rId27"/>
    <p:sldId id="608" r:id="rId28"/>
    <p:sldId id="611" r:id="rId29"/>
    <p:sldId id="610" r:id="rId30"/>
    <p:sldId id="612" r:id="rId31"/>
    <p:sldId id="613" r:id="rId32"/>
    <p:sldId id="616" r:id="rId33"/>
    <p:sldId id="617" r:id="rId34"/>
    <p:sldId id="618" r:id="rId35"/>
    <p:sldId id="619" r:id="rId36"/>
    <p:sldId id="620" r:id="rId37"/>
    <p:sldId id="621" r:id="rId38"/>
    <p:sldId id="614" r:id="rId39"/>
    <p:sldId id="615" r:id="rId40"/>
    <p:sldId id="622" r:id="rId41"/>
    <p:sldId id="624" r:id="rId42"/>
    <p:sldId id="623" r:id="rId43"/>
    <p:sldId id="625" r:id="rId44"/>
    <p:sldId id="630" r:id="rId45"/>
    <p:sldId id="631" r:id="rId46"/>
    <p:sldId id="632" r:id="rId47"/>
    <p:sldId id="634" r:id="rId48"/>
    <p:sldId id="633" r:id="rId49"/>
    <p:sldId id="635" r:id="rId50"/>
    <p:sldId id="636" r:id="rId51"/>
    <p:sldId id="637" r:id="rId52"/>
    <p:sldId id="638" r:id="rId53"/>
    <p:sldId id="639" r:id="rId54"/>
    <p:sldId id="640" r:id="rId55"/>
    <p:sldId id="641" r:id="rId56"/>
    <p:sldId id="656" r:id="rId57"/>
    <p:sldId id="596" r:id="rId58"/>
    <p:sldId id="597" r:id="rId59"/>
    <p:sldId id="598" r:id="rId60"/>
    <p:sldId id="599" r:id="rId61"/>
    <p:sldId id="600" r:id="rId62"/>
    <p:sldId id="601" r:id="rId63"/>
    <p:sldId id="642" r:id="rId64"/>
    <p:sldId id="643" r:id="rId65"/>
    <p:sldId id="644" r:id="rId66"/>
    <p:sldId id="645" r:id="rId67"/>
    <p:sldId id="650" r:id="rId68"/>
    <p:sldId id="646" r:id="rId69"/>
    <p:sldId id="653" r:id="rId70"/>
    <p:sldId id="647" r:id="rId71"/>
    <p:sldId id="648" r:id="rId72"/>
    <p:sldId id="649" r:id="rId73"/>
    <p:sldId id="651" r:id="rId74"/>
    <p:sldId id="654" r:id="rId75"/>
    <p:sldId id="655" r:id="rId76"/>
    <p:sldId id="657" r:id="rId77"/>
    <p:sldId id="697" r:id="rId78"/>
    <p:sldId id="700" r:id="rId79"/>
    <p:sldId id="699" r:id="rId80"/>
    <p:sldId id="560" r:id="rId81"/>
    <p:sldId id="701" r:id="rId82"/>
    <p:sldId id="561" r:id="rId83"/>
    <p:sldId id="702" r:id="rId84"/>
    <p:sldId id="571" r:id="rId85"/>
    <p:sldId id="572" r:id="rId86"/>
    <p:sldId id="573" r:id="rId87"/>
    <p:sldId id="574" r:id="rId88"/>
    <p:sldId id="575" r:id="rId89"/>
    <p:sldId id="703" r:id="rId90"/>
    <p:sldId id="704" r:id="rId91"/>
    <p:sldId id="705" r:id="rId92"/>
    <p:sldId id="707" r:id="rId93"/>
    <p:sldId id="706" r:id="rId94"/>
    <p:sldId id="708" r:id="rId95"/>
    <p:sldId id="709" r:id="rId96"/>
    <p:sldId id="710" r:id="rId97"/>
    <p:sldId id="711" r:id="rId98"/>
    <p:sldId id="712" r:id="rId99"/>
    <p:sldId id="713" r:id="rId100"/>
    <p:sldId id="714" r:id="rId101"/>
    <p:sldId id="715" r:id="rId102"/>
    <p:sldId id="716" r:id="rId103"/>
    <p:sldId id="626" r:id="rId104"/>
    <p:sldId id="717" r:id="rId105"/>
    <p:sldId id="718" r:id="rId106"/>
    <p:sldId id="719" r:id="rId107"/>
    <p:sldId id="720" r:id="rId108"/>
    <p:sldId id="721" r:id="rId109"/>
    <p:sldId id="722" r:id="rId110"/>
    <p:sldId id="723" r:id="rId1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843C0C"/>
    <a:srgbClr val="FFE1E1"/>
    <a:srgbClr val="DBDBF9"/>
    <a:srgbClr val="C55A11"/>
    <a:srgbClr val="C29E86"/>
    <a:srgbClr val="CDCDF7"/>
    <a:srgbClr val="BEBE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85" autoAdjust="0"/>
    <p:restoredTop sz="80609" autoAdjust="0"/>
  </p:normalViewPr>
  <p:slideViewPr>
    <p:cSldViewPr snapToGrid="0">
      <p:cViewPr varScale="1">
        <p:scale>
          <a:sx n="62" d="100"/>
          <a:sy n="62" d="100"/>
        </p:scale>
        <p:origin x="994" y="96"/>
      </p:cViewPr>
      <p:guideLst>
        <p:guide orient="horz" pos="2160"/>
        <p:guide pos="3840"/>
      </p:guideLst>
    </p:cSldViewPr>
  </p:slideViewPr>
  <p:outlineViewPr>
    <p:cViewPr>
      <p:scale>
        <a:sx n="33" d="100"/>
        <a:sy n="33" d="100"/>
      </p:scale>
      <p:origin x="0" y="29802"/>
    </p:cViewPr>
  </p:outlineViewPr>
  <p:notesTextViewPr>
    <p:cViewPr>
      <p:scale>
        <a:sx n="1" d="1"/>
        <a:sy n="1" d="1"/>
      </p:scale>
      <p:origin x="0" y="0"/>
    </p:cViewPr>
  </p:notesTextViewPr>
  <p:notesViewPr>
    <p:cSldViewPr snapToGrid="0">
      <p:cViewPr varScale="1">
        <p:scale>
          <a:sx n="16" d="100"/>
          <a:sy n="16" d="100"/>
        </p:scale>
        <p:origin x="3950" y="3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tableStyles" Target="tableStyles.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notesMaster" Target="notesMasters/notesMaster1.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handoutMaster" Target="handoutMasters/handoutMaster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F13162-D2B1-4E72-8421-DEC99C0AB2F9}" type="doc">
      <dgm:prSet loTypeId="urn:microsoft.com/office/officeart/2005/8/layout/venn2" loCatId="relationship" qsTypeId="urn:microsoft.com/office/officeart/2005/8/quickstyle/3d2" qsCatId="3D" csTypeId="urn:microsoft.com/office/officeart/2005/8/colors/accent1_1" csCatId="accent1" phldr="1"/>
      <dgm:spPr/>
      <dgm:t>
        <a:bodyPr/>
        <a:lstStyle/>
        <a:p>
          <a:endParaRPr lang="zh-CN" altLang="en-US"/>
        </a:p>
      </dgm:t>
    </dgm:pt>
    <dgm:pt modelId="{AB44A0C3-4240-49B9-AC86-148572FF5805}">
      <dgm:prSet phldrT="[文本]" custT="1"/>
      <dgm:spPr>
        <a:xfrm>
          <a:off x="221966" y="0"/>
          <a:ext cx="3676323" cy="3676323"/>
        </a:xfrm>
        <a:prstGeom prst="ellipse">
          <a:avLst/>
        </a:prstGeom>
        <a:gradFill rotWithShape="0">
          <a:gsLst>
            <a:gs pos="0">
              <a:sysClr val="window" lastClr="FFFFFF">
                <a:hueOff val="0"/>
                <a:satOff val="0"/>
                <a:lumOff val="0"/>
                <a:alphaOff val="0"/>
                <a:shade val="51000"/>
                <a:satMod val="130000"/>
              </a:sysClr>
            </a:gs>
            <a:gs pos="80000">
              <a:sysClr val="window" lastClr="FFFFFF">
                <a:hueOff val="0"/>
                <a:satOff val="0"/>
                <a:lumOff val="0"/>
                <a:alphaOff val="0"/>
                <a:shade val="93000"/>
                <a:satMod val="130000"/>
              </a:sysClr>
            </a:gs>
            <a:gs pos="100000">
              <a:sysClr val="window" lastClr="FFFFFF">
                <a:hueOff val="0"/>
                <a:satOff val="0"/>
                <a:lumOff val="0"/>
                <a:alphaOff val="0"/>
                <a:shade val="94000"/>
                <a:satMod val="135000"/>
              </a:sys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gm:spPr>
      <dgm:t>
        <a:bodyPr/>
        <a:lstStyle/>
        <a:p>
          <a:pPr>
            <a:buNone/>
          </a:pPr>
          <a:endParaRPr lang="zh-CN" altLang="en-US" sz="3000" dirty="0">
            <a:solidFill>
              <a:sysClr val="windowText" lastClr="000000">
                <a:hueOff val="0"/>
                <a:satOff val="0"/>
                <a:lumOff val="0"/>
                <a:alphaOff val="0"/>
              </a:sysClr>
            </a:solidFill>
            <a:latin typeface="Trebuchet MS"/>
            <a:ea typeface="方正姚体" panose="02010601030101010101" pitchFamily="2" charset="-122"/>
            <a:cs typeface="+mn-cs"/>
          </a:endParaRPr>
        </a:p>
      </dgm:t>
    </dgm:pt>
    <dgm:pt modelId="{B915546E-C617-40E8-A579-B0E48C208EC6}" type="parTrans" cxnId="{53D5C473-22A7-445F-91A6-2F634FBBA812}">
      <dgm:prSet/>
      <dgm:spPr/>
      <dgm:t>
        <a:bodyPr/>
        <a:lstStyle/>
        <a:p>
          <a:endParaRPr lang="zh-CN" altLang="en-US"/>
        </a:p>
      </dgm:t>
    </dgm:pt>
    <dgm:pt modelId="{FDFB8E6F-B5AF-45E5-B714-8FC006B33817}" type="sibTrans" cxnId="{53D5C473-22A7-445F-91A6-2F634FBBA812}">
      <dgm:prSet/>
      <dgm:spPr/>
      <dgm:t>
        <a:bodyPr/>
        <a:lstStyle/>
        <a:p>
          <a:endParaRPr lang="zh-CN" altLang="en-US"/>
        </a:p>
      </dgm:t>
    </dgm:pt>
    <dgm:pt modelId="{6A5E6608-FAC2-4921-93AB-F72B4C82361C}">
      <dgm:prSet phldrT="[文本]" custT="1"/>
      <dgm:spPr>
        <a:xfrm>
          <a:off x="589598" y="735264"/>
          <a:ext cx="2941058" cy="2941058"/>
        </a:xfrm>
        <a:prstGeom prst="ellipse">
          <a:avLst/>
        </a:prstGeom>
        <a:solidFill>
          <a:srgbClr val="F79646">
            <a:lumMod val="40000"/>
            <a:lumOff val="60000"/>
          </a:srgb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gm:spPr>
      <dgm:t>
        <a:bodyPr/>
        <a:lstStyle/>
        <a:p>
          <a:pPr>
            <a:buNone/>
          </a:pPr>
          <a:endParaRPr lang="zh-CN" altLang="en-US" sz="3000" b="1" dirty="0">
            <a:solidFill>
              <a:sysClr val="windowText" lastClr="000000">
                <a:hueOff val="0"/>
                <a:satOff val="0"/>
                <a:lumOff val="0"/>
                <a:alphaOff val="0"/>
              </a:sysClr>
            </a:solidFill>
            <a:latin typeface="Trebuchet MS"/>
            <a:ea typeface="方正姚体" panose="02010601030101010101" pitchFamily="2" charset="-122"/>
            <a:cs typeface="+mn-cs"/>
          </a:endParaRPr>
        </a:p>
      </dgm:t>
    </dgm:pt>
    <dgm:pt modelId="{F10439C4-E1E5-41B5-AB97-2F378FC457F8}" type="parTrans" cxnId="{672EE0AA-A4B1-4285-905D-87A35C05FB23}">
      <dgm:prSet/>
      <dgm:spPr/>
      <dgm:t>
        <a:bodyPr/>
        <a:lstStyle/>
        <a:p>
          <a:endParaRPr lang="zh-CN" altLang="en-US"/>
        </a:p>
      </dgm:t>
    </dgm:pt>
    <dgm:pt modelId="{99B5516A-9C15-4638-815E-CC9FE5E38B8D}" type="sibTrans" cxnId="{672EE0AA-A4B1-4285-905D-87A35C05FB23}">
      <dgm:prSet/>
      <dgm:spPr/>
      <dgm:t>
        <a:bodyPr/>
        <a:lstStyle/>
        <a:p>
          <a:endParaRPr lang="zh-CN" altLang="en-US"/>
        </a:p>
      </dgm:t>
    </dgm:pt>
    <dgm:pt modelId="{46755EED-FEF9-4063-BA87-870AF3814974}">
      <dgm:prSet phldrT="[文本]"/>
      <dgm:spPr>
        <a:xfrm>
          <a:off x="957231" y="1470529"/>
          <a:ext cx="2205793" cy="2205793"/>
        </a:xfrm>
        <a:prstGeom prst="ellipse">
          <a:avLst/>
        </a:prstGeom>
        <a:solidFill>
          <a:srgbClr val="F79646">
            <a:lumMod val="75000"/>
          </a:srgb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gm:spPr>
      <dgm:t>
        <a:bodyPr/>
        <a:lstStyle/>
        <a:p>
          <a:pPr>
            <a:buNone/>
          </a:pPr>
          <a:endParaRPr lang="zh-CN" altLang="en-US" b="1" dirty="0">
            <a:solidFill>
              <a:sysClr val="windowText" lastClr="000000">
                <a:hueOff val="0"/>
                <a:satOff val="0"/>
                <a:lumOff val="0"/>
                <a:alphaOff val="0"/>
              </a:sysClr>
            </a:solidFill>
            <a:latin typeface="Trebuchet MS"/>
            <a:ea typeface="方正姚体" panose="02010601030101010101" pitchFamily="2" charset="-122"/>
            <a:cs typeface="+mn-cs"/>
          </a:endParaRPr>
        </a:p>
      </dgm:t>
    </dgm:pt>
    <dgm:pt modelId="{48A5D27F-DC62-4889-96B1-1517D4719F04}" type="parTrans" cxnId="{BBAAC3B6-DB27-4FD2-9713-41C664F2CA1D}">
      <dgm:prSet/>
      <dgm:spPr/>
      <dgm:t>
        <a:bodyPr/>
        <a:lstStyle/>
        <a:p>
          <a:endParaRPr lang="zh-CN" altLang="en-US"/>
        </a:p>
      </dgm:t>
    </dgm:pt>
    <dgm:pt modelId="{D9BA3AB9-CE0E-4104-AE64-2C95B2E97E30}" type="sibTrans" cxnId="{BBAAC3B6-DB27-4FD2-9713-41C664F2CA1D}">
      <dgm:prSet/>
      <dgm:spPr/>
      <dgm:t>
        <a:bodyPr/>
        <a:lstStyle/>
        <a:p>
          <a:endParaRPr lang="zh-CN" altLang="en-US"/>
        </a:p>
      </dgm:t>
    </dgm:pt>
    <dgm:pt modelId="{D0CBA98F-83F1-479E-B632-DF126BB7ADC8}">
      <dgm:prSet phldrT="[文本]"/>
      <dgm:spPr>
        <a:xfrm>
          <a:off x="1324863" y="2205793"/>
          <a:ext cx="1470529" cy="1470529"/>
        </a:xfrm>
        <a:prstGeom prst="ellipse">
          <a:avLst/>
        </a:prstGeom>
        <a:gradFill rotWithShape="0">
          <a:gsLst>
            <a:gs pos="0">
              <a:sysClr val="window" lastClr="FFFFFF">
                <a:hueOff val="0"/>
                <a:satOff val="0"/>
                <a:lumOff val="0"/>
                <a:alphaOff val="0"/>
                <a:shade val="51000"/>
                <a:satMod val="130000"/>
              </a:sysClr>
            </a:gs>
            <a:gs pos="80000">
              <a:sysClr val="window" lastClr="FFFFFF">
                <a:hueOff val="0"/>
                <a:satOff val="0"/>
                <a:lumOff val="0"/>
                <a:alphaOff val="0"/>
                <a:shade val="93000"/>
                <a:satMod val="130000"/>
              </a:sysClr>
            </a:gs>
            <a:gs pos="100000">
              <a:sysClr val="window" lastClr="FFFFFF">
                <a:hueOff val="0"/>
                <a:satOff val="0"/>
                <a:lumOff val="0"/>
                <a:alphaOff val="0"/>
                <a:shade val="94000"/>
                <a:satMod val="135000"/>
              </a:sys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gm:spPr>
      <dgm:t>
        <a:bodyPr/>
        <a:lstStyle/>
        <a:p>
          <a:pPr>
            <a:buNone/>
          </a:pPr>
          <a:endParaRPr lang="zh-CN" altLang="en-US" dirty="0">
            <a:solidFill>
              <a:sysClr val="windowText" lastClr="000000">
                <a:hueOff val="0"/>
                <a:satOff val="0"/>
                <a:lumOff val="0"/>
                <a:alphaOff val="0"/>
              </a:sysClr>
            </a:solidFill>
            <a:latin typeface="Trebuchet MS"/>
            <a:ea typeface="方正姚体" panose="02010601030101010101" pitchFamily="2" charset="-122"/>
            <a:cs typeface="+mn-cs"/>
          </a:endParaRPr>
        </a:p>
      </dgm:t>
    </dgm:pt>
    <dgm:pt modelId="{AE7D7F87-2C2D-41BF-81E9-15E2C4A692AB}" type="parTrans" cxnId="{A252E1C3-58A5-4937-98B7-69A6EB027092}">
      <dgm:prSet/>
      <dgm:spPr/>
      <dgm:t>
        <a:bodyPr/>
        <a:lstStyle/>
        <a:p>
          <a:endParaRPr lang="zh-CN" altLang="en-US"/>
        </a:p>
      </dgm:t>
    </dgm:pt>
    <dgm:pt modelId="{2094D99F-5EC0-4521-9A7C-A4C1488EAA26}" type="sibTrans" cxnId="{A252E1C3-58A5-4937-98B7-69A6EB027092}">
      <dgm:prSet/>
      <dgm:spPr/>
      <dgm:t>
        <a:bodyPr/>
        <a:lstStyle/>
        <a:p>
          <a:endParaRPr lang="zh-CN" altLang="en-US"/>
        </a:p>
      </dgm:t>
    </dgm:pt>
    <dgm:pt modelId="{E77619FE-797D-44B2-99A7-21CAA56C1009}" type="pres">
      <dgm:prSet presAssocID="{47F13162-D2B1-4E72-8421-DEC99C0AB2F9}" presName="Name0" presStyleCnt="0">
        <dgm:presLayoutVars>
          <dgm:chMax val="7"/>
          <dgm:resizeHandles val="exact"/>
        </dgm:presLayoutVars>
      </dgm:prSet>
      <dgm:spPr/>
    </dgm:pt>
    <dgm:pt modelId="{8746D105-BFB1-4E43-9F4A-9E9071306951}" type="pres">
      <dgm:prSet presAssocID="{47F13162-D2B1-4E72-8421-DEC99C0AB2F9}" presName="comp1" presStyleCnt="0"/>
      <dgm:spPr/>
    </dgm:pt>
    <dgm:pt modelId="{122B480D-09B8-4E19-A7B6-12705EC72E8C}" type="pres">
      <dgm:prSet presAssocID="{47F13162-D2B1-4E72-8421-DEC99C0AB2F9}" presName="circle1" presStyleLbl="node1" presStyleIdx="0" presStyleCnt="4"/>
      <dgm:spPr/>
    </dgm:pt>
    <dgm:pt modelId="{4765ED68-06F3-4E9A-B375-4A6E603B9C73}" type="pres">
      <dgm:prSet presAssocID="{47F13162-D2B1-4E72-8421-DEC99C0AB2F9}" presName="c1text" presStyleLbl="node1" presStyleIdx="0" presStyleCnt="4">
        <dgm:presLayoutVars>
          <dgm:bulletEnabled val="1"/>
        </dgm:presLayoutVars>
      </dgm:prSet>
      <dgm:spPr/>
    </dgm:pt>
    <dgm:pt modelId="{F0D98DC0-AB0D-47E8-90A8-445A83EA11F2}" type="pres">
      <dgm:prSet presAssocID="{47F13162-D2B1-4E72-8421-DEC99C0AB2F9}" presName="comp2" presStyleCnt="0"/>
      <dgm:spPr/>
    </dgm:pt>
    <dgm:pt modelId="{57D6C807-0B5D-43BA-9010-33D6DCABC2F0}" type="pres">
      <dgm:prSet presAssocID="{47F13162-D2B1-4E72-8421-DEC99C0AB2F9}" presName="circle2" presStyleLbl="node1" presStyleIdx="1" presStyleCnt="4"/>
      <dgm:spPr/>
    </dgm:pt>
    <dgm:pt modelId="{466D9800-AA65-406A-BE02-6F354D5D4399}" type="pres">
      <dgm:prSet presAssocID="{47F13162-D2B1-4E72-8421-DEC99C0AB2F9}" presName="c2text" presStyleLbl="node1" presStyleIdx="1" presStyleCnt="4">
        <dgm:presLayoutVars>
          <dgm:bulletEnabled val="1"/>
        </dgm:presLayoutVars>
      </dgm:prSet>
      <dgm:spPr/>
    </dgm:pt>
    <dgm:pt modelId="{A96B3613-102C-486E-BBF8-73738F742A41}" type="pres">
      <dgm:prSet presAssocID="{47F13162-D2B1-4E72-8421-DEC99C0AB2F9}" presName="comp3" presStyleCnt="0"/>
      <dgm:spPr/>
    </dgm:pt>
    <dgm:pt modelId="{841E3A71-6904-4DEF-B610-351A4149F40E}" type="pres">
      <dgm:prSet presAssocID="{47F13162-D2B1-4E72-8421-DEC99C0AB2F9}" presName="circle3" presStyleLbl="node1" presStyleIdx="2" presStyleCnt="4"/>
      <dgm:spPr/>
    </dgm:pt>
    <dgm:pt modelId="{933A01BC-7BC2-4029-918F-50A2DE2B8FB0}" type="pres">
      <dgm:prSet presAssocID="{47F13162-D2B1-4E72-8421-DEC99C0AB2F9}" presName="c3text" presStyleLbl="node1" presStyleIdx="2" presStyleCnt="4">
        <dgm:presLayoutVars>
          <dgm:bulletEnabled val="1"/>
        </dgm:presLayoutVars>
      </dgm:prSet>
      <dgm:spPr/>
    </dgm:pt>
    <dgm:pt modelId="{DEAE3142-C186-4E67-8751-D637D8324095}" type="pres">
      <dgm:prSet presAssocID="{47F13162-D2B1-4E72-8421-DEC99C0AB2F9}" presName="comp4" presStyleCnt="0"/>
      <dgm:spPr/>
    </dgm:pt>
    <dgm:pt modelId="{3347484E-D52C-479A-AABA-E2C1AD74492C}" type="pres">
      <dgm:prSet presAssocID="{47F13162-D2B1-4E72-8421-DEC99C0AB2F9}" presName="circle4" presStyleLbl="node1" presStyleIdx="3" presStyleCnt="4"/>
      <dgm:spPr/>
    </dgm:pt>
    <dgm:pt modelId="{44606556-92AE-4350-8F9E-9D9B9E3F6D64}" type="pres">
      <dgm:prSet presAssocID="{47F13162-D2B1-4E72-8421-DEC99C0AB2F9}" presName="c4text" presStyleLbl="node1" presStyleIdx="3" presStyleCnt="4">
        <dgm:presLayoutVars>
          <dgm:bulletEnabled val="1"/>
        </dgm:presLayoutVars>
      </dgm:prSet>
      <dgm:spPr/>
    </dgm:pt>
  </dgm:ptLst>
  <dgm:cxnLst>
    <dgm:cxn modelId="{35F42A30-E829-4E73-829E-CACA51AEB5C2}" type="presOf" srcId="{D0CBA98F-83F1-479E-B632-DF126BB7ADC8}" destId="{44606556-92AE-4350-8F9E-9D9B9E3F6D64}" srcOrd="1" destOrd="0" presId="urn:microsoft.com/office/officeart/2005/8/layout/venn2"/>
    <dgm:cxn modelId="{E03E9F6A-3E30-4853-87CB-9179C5A06527}" type="presOf" srcId="{46755EED-FEF9-4063-BA87-870AF3814974}" destId="{933A01BC-7BC2-4029-918F-50A2DE2B8FB0}" srcOrd="1" destOrd="0" presId="urn:microsoft.com/office/officeart/2005/8/layout/venn2"/>
    <dgm:cxn modelId="{967D916B-D607-41CD-A55A-338CDFA8F580}" type="presOf" srcId="{6A5E6608-FAC2-4921-93AB-F72B4C82361C}" destId="{466D9800-AA65-406A-BE02-6F354D5D4399}" srcOrd="1" destOrd="0" presId="urn:microsoft.com/office/officeart/2005/8/layout/venn2"/>
    <dgm:cxn modelId="{9B6A136C-FF9B-437D-925C-087228D87AEF}" type="presOf" srcId="{AB44A0C3-4240-49B9-AC86-148572FF5805}" destId="{4765ED68-06F3-4E9A-B375-4A6E603B9C73}" srcOrd="1" destOrd="0" presId="urn:microsoft.com/office/officeart/2005/8/layout/venn2"/>
    <dgm:cxn modelId="{F52C714D-EB79-4786-8585-AC541A246FC1}" type="presOf" srcId="{D0CBA98F-83F1-479E-B632-DF126BB7ADC8}" destId="{3347484E-D52C-479A-AABA-E2C1AD74492C}" srcOrd="0" destOrd="0" presId="urn:microsoft.com/office/officeart/2005/8/layout/venn2"/>
    <dgm:cxn modelId="{53D5C473-22A7-445F-91A6-2F634FBBA812}" srcId="{47F13162-D2B1-4E72-8421-DEC99C0AB2F9}" destId="{AB44A0C3-4240-49B9-AC86-148572FF5805}" srcOrd="0" destOrd="0" parTransId="{B915546E-C617-40E8-A579-B0E48C208EC6}" sibTransId="{FDFB8E6F-B5AF-45E5-B714-8FC006B33817}"/>
    <dgm:cxn modelId="{BEF9CC7B-E1D4-402C-A0DF-6531F7CDFF93}" type="presOf" srcId="{6A5E6608-FAC2-4921-93AB-F72B4C82361C}" destId="{57D6C807-0B5D-43BA-9010-33D6DCABC2F0}" srcOrd="0" destOrd="0" presId="urn:microsoft.com/office/officeart/2005/8/layout/venn2"/>
    <dgm:cxn modelId="{77126EA8-E74D-4C78-86D2-9B139EDBB192}" type="presOf" srcId="{46755EED-FEF9-4063-BA87-870AF3814974}" destId="{841E3A71-6904-4DEF-B610-351A4149F40E}" srcOrd="0" destOrd="0" presId="urn:microsoft.com/office/officeart/2005/8/layout/venn2"/>
    <dgm:cxn modelId="{672EE0AA-A4B1-4285-905D-87A35C05FB23}" srcId="{47F13162-D2B1-4E72-8421-DEC99C0AB2F9}" destId="{6A5E6608-FAC2-4921-93AB-F72B4C82361C}" srcOrd="1" destOrd="0" parTransId="{F10439C4-E1E5-41B5-AB97-2F378FC457F8}" sibTransId="{99B5516A-9C15-4638-815E-CC9FE5E38B8D}"/>
    <dgm:cxn modelId="{73D4D6AE-F215-4873-88C8-02454DAF70E1}" type="presOf" srcId="{AB44A0C3-4240-49B9-AC86-148572FF5805}" destId="{122B480D-09B8-4E19-A7B6-12705EC72E8C}" srcOrd="0" destOrd="0" presId="urn:microsoft.com/office/officeart/2005/8/layout/venn2"/>
    <dgm:cxn modelId="{BBAAC3B6-DB27-4FD2-9713-41C664F2CA1D}" srcId="{47F13162-D2B1-4E72-8421-DEC99C0AB2F9}" destId="{46755EED-FEF9-4063-BA87-870AF3814974}" srcOrd="2" destOrd="0" parTransId="{48A5D27F-DC62-4889-96B1-1517D4719F04}" sibTransId="{D9BA3AB9-CE0E-4104-AE64-2C95B2E97E30}"/>
    <dgm:cxn modelId="{A252E1C3-58A5-4937-98B7-69A6EB027092}" srcId="{47F13162-D2B1-4E72-8421-DEC99C0AB2F9}" destId="{D0CBA98F-83F1-479E-B632-DF126BB7ADC8}" srcOrd="3" destOrd="0" parTransId="{AE7D7F87-2C2D-41BF-81E9-15E2C4A692AB}" sibTransId="{2094D99F-5EC0-4521-9A7C-A4C1488EAA26}"/>
    <dgm:cxn modelId="{09FCC1CD-728E-4EE1-8CB8-30DB43D7416B}" type="presOf" srcId="{47F13162-D2B1-4E72-8421-DEC99C0AB2F9}" destId="{E77619FE-797D-44B2-99A7-21CAA56C1009}" srcOrd="0" destOrd="0" presId="urn:microsoft.com/office/officeart/2005/8/layout/venn2"/>
    <dgm:cxn modelId="{595F18DE-F311-4AB7-A941-977858656D07}" type="presParOf" srcId="{E77619FE-797D-44B2-99A7-21CAA56C1009}" destId="{8746D105-BFB1-4E43-9F4A-9E9071306951}" srcOrd="0" destOrd="0" presId="urn:microsoft.com/office/officeart/2005/8/layout/venn2"/>
    <dgm:cxn modelId="{5D9C6210-4FF9-4A44-945B-E06C778EF81D}" type="presParOf" srcId="{8746D105-BFB1-4E43-9F4A-9E9071306951}" destId="{122B480D-09B8-4E19-A7B6-12705EC72E8C}" srcOrd="0" destOrd="0" presId="urn:microsoft.com/office/officeart/2005/8/layout/venn2"/>
    <dgm:cxn modelId="{81D66F01-C9BB-415E-9423-118E7F927F0F}" type="presParOf" srcId="{8746D105-BFB1-4E43-9F4A-9E9071306951}" destId="{4765ED68-06F3-4E9A-B375-4A6E603B9C73}" srcOrd="1" destOrd="0" presId="urn:microsoft.com/office/officeart/2005/8/layout/venn2"/>
    <dgm:cxn modelId="{B86C89D0-9E09-403E-A1EB-FA9BE559CE06}" type="presParOf" srcId="{E77619FE-797D-44B2-99A7-21CAA56C1009}" destId="{F0D98DC0-AB0D-47E8-90A8-445A83EA11F2}" srcOrd="1" destOrd="0" presId="urn:microsoft.com/office/officeart/2005/8/layout/venn2"/>
    <dgm:cxn modelId="{41FF886B-0578-4A3F-B5EA-06CA62EDFB5D}" type="presParOf" srcId="{F0D98DC0-AB0D-47E8-90A8-445A83EA11F2}" destId="{57D6C807-0B5D-43BA-9010-33D6DCABC2F0}" srcOrd="0" destOrd="0" presId="urn:microsoft.com/office/officeart/2005/8/layout/venn2"/>
    <dgm:cxn modelId="{99E0205D-7887-4FAA-B5F7-0776B19964BB}" type="presParOf" srcId="{F0D98DC0-AB0D-47E8-90A8-445A83EA11F2}" destId="{466D9800-AA65-406A-BE02-6F354D5D4399}" srcOrd="1" destOrd="0" presId="urn:microsoft.com/office/officeart/2005/8/layout/venn2"/>
    <dgm:cxn modelId="{79DD48A2-EF62-4E61-95F2-BF5735CF0CAA}" type="presParOf" srcId="{E77619FE-797D-44B2-99A7-21CAA56C1009}" destId="{A96B3613-102C-486E-BBF8-73738F742A41}" srcOrd="2" destOrd="0" presId="urn:microsoft.com/office/officeart/2005/8/layout/venn2"/>
    <dgm:cxn modelId="{6D369F1C-6983-4D7F-981E-EF3246F46EED}" type="presParOf" srcId="{A96B3613-102C-486E-BBF8-73738F742A41}" destId="{841E3A71-6904-4DEF-B610-351A4149F40E}" srcOrd="0" destOrd="0" presId="urn:microsoft.com/office/officeart/2005/8/layout/venn2"/>
    <dgm:cxn modelId="{6E41A50C-0CED-4D6C-AB14-677E89654018}" type="presParOf" srcId="{A96B3613-102C-486E-BBF8-73738F742A41}" destId="{933A01BC-7BC2-4029-918F-50A2DE2B8FB0}" srcOrd="1" destOrd="0" presId="urn:microsoft.com/office/officeart/2005/8/layout/venn2"/>
    <dgm:cxn modelId="{FAB709E9-A33E-4632-BE93-6A5B5791558A}" type="presParOf" srcId="{E77619FE-797D-44B2-99A7-21CAA56C1009}" destId="{DEAE3142-C186-4E67-8751-D637D8324095}" srcOrd="3" destOrd="0" presId="urn:microsoft.com/office/officeart/2005/8/layout/venn2"/>
    <dgm:cxn modelId="{DE96C4B6-433B-4451-BA79-E07D9A079028}" type="presParOf" srcId="{DEAE3142-C186-4E67-8751-D637D8324095}" destId="{3347484E-D52C-479A-AABA-E2C1AD74492C}" srcOrd="0" destOrd="0" presId="urn:microsoft.com/office/officeart/2005/8/layout/venn2"/>
    <dgm:cxn modelId="{5C1FF4F2-4ADE-40C4-86BC-136B2210F3EF}" type="presParOf" srcId="{DEAE3142-C186-4E67-8751-D637D8324095}" destId="{44606556-92AE-4350-8F9E-9D9B9E3F6D64}" srcOrd="1" destOrd="0" presId="urn:microsoft.com/office/officeart/2005/8/layout/ven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12ADCB-C89F-4E7D-BC1B-CEBB4BD3DB92}" type="doc">
      <dgm:prSet loTypeId="urn:microsoft.com/office/officeart/2005/8/layout/hierarchy1" loCatId="hierarchy" qsTypeId="urn:microsoft.com/office/officeart/2005/8/quickstyle/simple3" qsCatId="simple" csTypeId="urn:microsoft.com/office/officeart/2005/8/colors/accent1_2" csCatId="accent1" phldr="1"/>
      <dgm:spPr/>
      <dgm:t>
        <a:bodyPr/>
        <a:lstStyle/>
        <a:p>
          <a:endParaRPr lang="zh-CN" altLang="en-US"/>
        </a:p>
      </dgm:t>
    </dgm:pt>
    <dgm:pt modelId="{4992EC14-4673-48A2-A0F1-3988F28E7EDD}">
      <dgm:prSet phldrT="[文本]"/>
      <dgm:spPr/>
      <dgm:t>
        <a:bodyPr/>
        <a:lstStyle/>
        <a:p>
          <a:r>
            <a:rPr lang="zh-CN" altLang="en-US" dirty="0"/>
            <a:t>计算机软件</a:t>
          </a:r>
        </a:p>
      </dgm:t>
    </dgm:pt>
    <dgm:pt modelId="{743407A6-65DF-410A-949D-1DE24B52BF4F}" type="parTrans" cxnId="{E12640A6-5D2A-4739-82F7-76F60C6F3B1D}">
      <dgm:prSet/>
      <dgm:spPr/>
      <dgm:t>
        <a:bodyPr/>
        <a:lstStyle/>
        <a:p>
          <a:endParaRPr lang="zh-CN" altLang="en-US"/>
        </a:p>
      </dgm:t>
    </dgm:pt>
    <dgm:pt modelId="{7A46F1D4-0C61-431B-A88D-A52D7A104483}" type="sibTrans" cxnId="{E12640A6-5D2A-4739-82F7-76F60C6F3B1D}">
      <dgm:prSet/>
      <dgm:spPr/>
      <dgm:t>
        <a:bodyPr/>
        <a:lstStyle/>
        <a:p>
          <a:endParaRPr lang="zh-CN" altLang="en-US"/>
        </a:p>
      </dgm:t>
    </dgm:pt>
    <dgm:pt modelId="{43121E82-A1C1-49BA-B92D-F370E59EA9A1}">
      <dgm:prSet phldrT="[文本]"/>
      <dgm:spPr/>
      <dgm:t>
        <a:bodyPr/>
        <a:lstStyle/>
        <a:p>
          <a:r>
            <a:rPr lang="zh-CN"/>
            <a:t>系统软件</a:t>
          </a:r>
          <a:endParaRPr lang="zh-CN" altLang="en-US"/>
        </a:p>
      </dgm:t>
    </dgm:pt>
    <dgm:pt modelId="{03E420FE-AA2F-4105-8DD0-54C43D73527E}" type="parTrans" cxnId="{297F0D8D-971C-42F5-B07E-C71EDFD2825D}">
      <dgm:prSet/>
      <dgm:spPr/>
      <dgm:t>
        <a:bodyPr/>
        <a:lstStyle/>
        <a:p>
          <a:endParaRPr lang="zh-CN" altLang="en-US"/>
        </a:p>
      </dgm:t>
    </dgm:pt>
    <dgm:pt modelId="{BA9D39EF-896F-442E-A369-BB829BEB815B}" type="sibTrans" cxnId="{297F0D8D-971C-42F5-B07E-C71EDFD2825D}">
      <dgm:prSet/>
      <dgm:spPr/>
      <dgm:t>
        <a:bodyPr/>
        <a:lstStyle/>
        <a:p>
          <a:endParaRPr lang="zh-CN" altLang="en-US"/>
        </a:p>
      </dgm:t>
    </dgm:pt>
    <dgm:pt modelId="{B9CA1006-ADFF-4095-8FCF-63494B385944}">
      <dgm:prSet phldrT="[文本]"/>
      <dgm:spPr/>
      <dgm:t>
        <a:bodyPr/>
        <a:lstStyle/>
        <a:p>
          <a:r>
            <a:rPr lang="zh-CN" altLang="en-US"/>
            <a:t>应用软件</a:t>
          </a:r>
        </a:p>
      </dgm:t>
    </dgm:pt>
    <dgm:pt modelId="{22A7F5DC-7157-4BBC-A461-38F2793D441C}" type="parTrans" cxnId="{844A7219-4DDC-4D2D-AC08-3EC0BE2C598F}">
      <dgm:prSet/>
      <dgm:spPr/>
      <dgm:t>
        <a:bodyPr/>
        <a:lstStyle/>
        <a:p>
          <a:endParaRPr lang="zh-CN" altLang="en-US"/>
        </a:p>
      </dgm:t>
    </dgm:pt>
    <dgm:pt modelId="{CC45A157-E1F4-4382-B4DC-7DEC0BCE9A53}" type="sibTrans" cxnId="{844A7219-4DDC-4D2D-AC08-3EC0BE2C598F}">
      <dgm:prSet/>
      <dgm:spPr/>
      <dgm:t>
        <a:bodyPr/>
        <a:lstStyle/>
        <a:p>
          <a:endParaRPr lang="zh-CN" altLang="en-US"/>
        </a:p>
      </dgm:t>
    </dgm:pt>
    <dgm:pt modelId="{05EC8AE0-D8F0-43E9-83DE-9287C5AE8198}">
      <dgm:prSet phldrT="[文本]"/>
      <dgm:spPr/>
      <dgm:t>
        <a:bodyPr/>
        <a:lstStyle/>
        <a:p>
          <a:r>
            <a:rPr lang="zh-CN"/>
            <a:t>操作系统</a:t>
          </a:r>
          <a:endParaRPr lang="zh-CN" altLang="en-US"/>
        </a:p>
      </dgm:t>
    </dgm:pt>
    <dgm:pt modelId="{506AC885-C377-438F-8A67-2964A868D2BD}" type="parTrans" cxnId="{E98DEBC4-1D75-4823-AD02-6107CB1D5637}">
      <dgm:prSet/>
      <dgm:spPr/>
      <dgm:t>
        <a:bodyPr/>
        <a:lstStyle/>
        <a:p>
          <a:endParaRPr lang="zh-CN" altLang="en-US"/>
        </a:p>
      </dgm:t>
    </dgm:pt>
    <dgm:pt modelId="{52D16609-8B58-4643-9256-517BD0736EFC}" type="sibTrans" cxnId="{E98DEBC4-1D75-4823-AD02-6107CB1D5637}">
      <dgm:prSet/>
      <dgm:spPr/>
      <dgm:t>
        <a:bodyPr/>
        <a:lstStyle/>
        <a:p>
          <a:endParaRPr lang="zh-CN" altLang="en-US"/>
        </a:p>
      </dgm:t>
    </dgm:pt>
    <dgm:pt modelId="{02AD9FEA-9E83-4386-A763-8A4FA225B130}">
      <dgm:prSet phldrT="[文本]"/>
      <dgm:spPr/>
      <dgm:t>
        <a:bodyPr/>
        <a:lstStyle/>
        <a:p>
          <a:r>
            <a:rPr lang="zh-CN"/>
            <a:t>语言处</a:t>
          </a:r>
          <a:endParaRPr lang="en-US" altLang="zh-CN"/>
        </a:p>
        <a:p>
          <a:r>
            <a:rPr lang="zh-CN"/>
            <a:t>理程序</a:t>
          </a:r>
          <a:endParaRPr lang="zh-CN" altLang="en-US"/>
        </a:p>
      </dgm:t>
    </dgm:pt>
    <dgm:pt modelId="{44769B51-B3A6-4603-B689-ADD2A06004B7}" type="parTrans" cxnId="{CEEA2B56-1468-458C-9EAD-64E0FD3B1EC0}">
      <dgm:prSet/>
      <dgm:spPr/>
      <dgm:t>
        <a:bodyPr/>
        <a:lstStyle/>
        <a:p>
          <a:endParaRPr lang="zh-CN" altLang="en-US"/>
        </a:p>
      </dgm:t>
    </dgm:pt>
    <dgm:pt modelId="{55C10BA4-92D0-4ED4-93B0-FDA0D5BB528F}" type="sibTrans" cxnId="{CEEA2B56-1468-458C-9EAD-64E0FD3B1EC0}">
      <dgm:prSet/>
      <dgm:spPr/>
      <dgm:t>
        <a:bodyPr/>
        <a:lstStyle/>
        <a:p>
          <a:endParaRPr lang="zh-CN" altLang="en-US"/>
        </a:p>
      </dgm:t>
    </dgm:pt>
    <dgm:pt modelId="{0A832E2F-68CD-4515-B018-2BBF55916730}">
      <dgm:prSet phldrT="[文本]"/>
      <dgm:spPr/>
      <dgm:t>
        <a:bodyPr/>
        <a:lstStyle/>
        <a:p>
          <a:r>
            <a:rPr lang="zh-CN"/>
            <a:t>数据库</a:t>
          </a:r>
          <a:endParaRPr lang="en-US" altLang="zh-CN"/>
        </a:p>
        <a:p>
          <a:r>
            <a:rPr lang="zh-CN"/>
            <a:t>管理系统</a:t>
          </a:r>
          <a:endParaRPr lang="zh-CN" altLang="en-US"/>
        </a:p>
      </dgm:t>
    </dgm:pt>
    <dgm:pt modelId="{1A0BD41B-D7ED-4791-A4E2-49F801195344}" type="parTrans" cxnId="{268A2CDD-8321-4F3F-A040-B5FC267A380C}">
      <dgm:prSet/>
      <dgm:spPr/>
      <dgm:t>
        <a:bodyPr/>
        <a:lstStyle/>
        <a:p>
          <a:endParaRPr lang="zh-CN" altLang="en-US"/>
        </a:p>
      </dgm:t>
    </dgm:pt>
    <dgm:pt modelId="{6866FD28-03C7-4C9D-B7F7-675E0B950953}" type="sibTrans" cxnId="{268A2CDD-8321-4F3F-A040-B5FC267A380C}">
      <dgm:prSet/>
      <dgm:spPr/>
      <dgm:t>
        <a:bodyPr/>
        <a:lstStyle/>
        <a:p>
          <a:endParaRPr lang="zh-CN" altLang="en-US"/>
        </a:p>
      </dgm:t>
    </dgm:pt>
    <dgm:pt modelId="{C86CB5B6-F835-4361-9E30-C3E111CA0379}">
      <dgm:prSet phldrT="[文本]"/>
      <dgm:spPr/>
      <dgm:t>
        <a:bodyPr/>
        <a:lstStyle/>
        <a:p>
          <a:r>
            <a:rPr lang="zh-CN"/>
            <a:t>系统支撑和服务程序</a:t>
          </a:r>
          <a:endParaRPr lang="zh-CN" altLang="en-US"/>
        </a:p>
      </dgm:t>
    </dgm:pt>
    <dgm:pt modelId="{6FB82052-0DA4-400C-8636-8244FAAEA0D7}" type="parTrans" cxnId="{2049081F-4F67-48BB-968F-309DA82734B9}">
      <dgm:prSet/>
      <dgm:spPr/>
      <dgm:t>
        <a:bodyPr/>
        <a:lstStyle/>
        <a:p>
          <a:endParaRPr lang="zh-CN" altLang="en-US"/>
        </a:p>
      </dgm:t>
    </dgm:pt>
    <dgm:pt modelId="{D52977C3-7D74-4B5A-AF1D-5112DFA4CFCB}" type="sibTrans" cxnId="{2049081F-4F67-48BB-968F-309DA82734B9}">
      <dgm:prSet/>
      <dgm:spPr/>
      <dgm:t>
        <a:bodyPr/>
        <a:lstStyle/>
        <a:p>
          <a:endParaRPr lang="zh-CN" altLang="en-US"/>
        </a:p>
      </dgm:t>
    </dgm:pt>
    <dgm:pt modelId="{17720117-3F90-4F0A-8B65-769020B4873D}">
      <dgm:prSet phldrT="[文本]"/>
      <dgm:spPr/>
      <dgm:t>
        <a:bodyPr/>
        <a:lstStyle/>
        <a:p>
          <a:r>
            <a:rPr lang="zh-CN"/>
            <a:t>通用软件</a:t>
          </a:r>
          <a:endParaRPr lang="zh-CN" altLang="en-US"/>
        </a:p>
      </dgm:t>
    </dgm:pt>
    <dgm:pt modelId="{4D996847-FA9D-40CD-AB22-7509916D96C1}" type="parTrans" cxnId="{57775D36-F157-45E9-AEE3-0BC27F7C512E}">
      <dgm:prSet/>
      <dgm:spPr/>
      <dgm:t>
        <a:bodyPr/>
        <a:lstStyle/>
        <a:p>
          <a:endParaRPr lang="zh-CN" altLang="en-US"/>
        </a:p>
      </dgm:t>
    </dgm:pt>
    <dgm:pt modelId="{BF52F3F8-E559-4947-A088-F7A3C5913F20}" type="sibTrans" cxnId="{57775D36-F157-45E9-AEE3-0BC27F7C512E}">
      <dgm:prSet/>
      <dgm:spPr/>
      <dgm:t>
        <a:bodyPr/>
        <a:lstStyle/>
        <a:p>
          <a:endParaRPr lang="zh-CN" altLang="en-US"/>
        </a:p>
      </dgm:t>
    </dgm:pt>
    <dgm:pt modelId="{E82CE0B6-AA20-4F35-8932-37DC0985528B}">
      <dgm:prSet phldrT="[文本]"/>
      <dgm:spPr/>
      <dgm:t>
        <a:bodyPr/>
        <a:lstStyle/>
        <a:p>
          <a:r>
            <a:rPr lang="zh-CN" altLang="en-US"/>
            <a:t>专用软件</a:t>
          </a:r>
        </a:p>
      </dgm:t>
    </dgm:pt>
    <dgm:pt modelId="{4828C526-CBEA-43A3-8DE6-9FAC8AC05313}" type="parTrans" cxnId="{42E11510-4593-4C6C-A073-45ADFA15994A}">
      <dgm:prSet/>
      <dgm:spPr/>
      <dgm:t>
        <a:bodyPr/>
        <a:lstStyle/>
        <a:p>
          <a:endParaRPr lang="zh-CN" altLang="en-US"/>
        </a:p>
      </dgm:t>
    </dgm:pt>
    <dgm:pt modelId="{A9B5C379-EFAE-4B3A-93C2-280D1C9A4C8F}" type="sibTrans" cxnId="{42E11510-4593-4C6C-A073-45ADFA15994A}">
      <dgm:prSet/>
      <dgm:spPr/>
      <dgm:t>
        <a:bodyPr/>
        <a:lstStyle/>
        <a:p>
          <a:endParaRPr lang="zh-CN" altLang="en-US"/>
        </a:p>
      </dgm:t>
    </dgm:pt>
    <dgm:pt modelId="{CBB3FB60-C1E8-42A8-BC67-30BF6D29EE3F}" type="pres">
      <dgm:prSet presAssocID="{E712ADCB-C89F-4E7D-BC1B-CEBB4BD3DB92}" presName="hierChild1" presStyleCnt="0">
        <dgm:presLayoutVars>
          <dgm:chPref val="1"/>
          <dgm:dir/>
          <dgm:animOne val="branch"/>
          <dgm:animLvl val="lvl"/>
          <dgm:resizeHandles/>
        </dgm:presLayoutVars>
      </dgm:prSet>
      <dgm:spPr/>
    </dgm:pt>
    <dgm:pt modelId="{251D7B3F-02C7-4874-828F-05D92DA00F13}" type="pres">
      <dgm:prSet presAssocID="{4992EC14-4673-48A2-A0F1-3988F28E7EDD}" presName="hierRoot1" presStyleCnt="0"/>
      <dgm:spPr/>
    </dgm:pt>
    <dgm:pt modelId="{1D81AE59-7E21-4DC9-BBF7-53AE79956A84}" type="pres">
      <dgm:prSet presAssocID="{4992EC14-4673-48A2-A0F1-3988F28E7EDD}" presName="composite" presStyleCnt="0"/>
      <dgm:spPr/>
    </dgm:pt>
    <dgm:pt modelId="{00560322-8027-4A00-9929-7DC29595FB15}" type="pres">
      <dgm:prSet presAssocID="{4992EC14-4673-48A2-A0F1-3988F28E7EDD}" presName="background" presStyleLbl="node0" presStyleIdx="0" presStyleCnt="1"/>
      <dgm:spPr/>
    </dgm:pt>
    <dgm:pt modelId="{BF8FB9D3-F70C-4C7E-8573-01FAE774C5C7}" type="pres">
      <dgm:prSet presAssocID="{4992EC14-4673-48A2-A0F1-3988F28E7EDD}" presName="text" presStyleLbl="fgAcc0" presStyleIdx="0" presStyleCnt="1">
        <dgm:presLayoutVars>
          <dgm:chPref val="3"/>
        </dgm:presLayoutVars>
      </dgm:prSet>
      <dgm:spPr/>
    </dgm:pt>
    <dgm:pt modelId="{6C589A01-0DDA-4B77-9D32-86C4BC41B5EF}" type="pres">
      <dgm:prSet presAssocID="{4992EC14-4673-48A2-A0F1-3988F28E7EDD}" presName="hierChild2" presStyleCnt="0"/>
      <dgm:spPr/>
    </dgm:pt>
    <dgm:pt modelId="{3D9CC441-2909-4B7D-9523-715436B158C5}" type="pres">
      <dgm:prSet presAssocID="{03E420FE-AA2F-4105-8DD0-54C43D73527E}" presName="Name10" presStyleLbl="parChTrans1D2" presStyleIdx="0" presStyleCnt="2"/>
      <dgm:spPr/>
    </dgm:pt>
    <dgm:pt modelId="{671109F0-0F4B-4C8C-A3E7-3031EECF21F7}" type="pres">
      <dgm:prSet presAssocID="{43121E82-A1C1-49BA-B92D-F370E59EA9A1}" presName="hierRoot2" presStyleCnt="0"/>
      <dgm:spPr/>
    </dgm:pt>
    <dgm:pt modelId="{EA8871B4-4B75-4671-9486-7780ADD785BD}" type="pres">
      <dgm:prSet presAssocID="{43121E82-A1C1-49BA-B92D-F370E59EA9A1}" presName="composite2" presStyleCnt="0"/>
      <dgm:spPr/>
    </dgm:pt>
    <dgm:pt modelId="{37D72EAA-6ABF-4E03-9C88-3AD59A5123AE}" type="pres">
      <dgm:prSet presAssocID="{43121E82-A1C1-49BA-B92D-F370E59EA9A1}" presName="background2" presStyleLbl="node2" presStyleIdx="0" presStyleCnt="2"/>
      <dgm:spPr/>
    </dgm:pt>
    <dgm:pt modelId="{CC478F0C-CD39-4F0A-9EAF-C7E5622099F5}" type="pres">
      <dgm:prSet presAssocID="{43121E82-A1C1-49BA-B92D-F370E59EA9A1}" presName="text2" presStyleLbl="fgAcc2" presStyleIdx="0" presStyleCnt="2">
        <dgm:presLayoutVars>
          <dgm:chPref val="3"/>
        </dgm:presLayoutVars>
      </dgm:prSet>
      <dgm:spPr/>
    </dgm:pt>
    <dgm:pt modelId="{9E5BF1B2-3AD3-42DC-B3E9-147F0F31402F}" type="pres">
      <dgm:prSet presAssocID="{43121E82-A1C1-49BA-B92D-F370E59EA9A1}" presName="hierChild3" presStyleCnt="0"/>
      <dgm:spPr/>
    </dgm:pt>
    <dgm:pt modelId="{CD2B6D52-754C-430B-9754-B2B44C17B85A}" type="pres">
      <dgm:prSet presAssocID="{506AC885-C377-438F-8A67-2964A868D2BD}" presName="Name17" presStyleLbl="parChTrans1D3" presStyleIdx="0" presStyleCnt="6"/>
      <dgm:spPr/>
    </dgm:pt>
    <dgm:pt modelId="{4CDEF802-2023-487E-BD1F-F5B4E979A50D}" type="pres">
      <dgm:prSet presAssocID="{05EC8AE0-D8F0-43E9-83DE-9287C5AE8198}" presName="hierRoot3" presStyleCnt="0"/>
      <dgm:spPr/>
    </dgm:pt>
    <dgm:pt modelId="{FD111B40-B952-4CF1-A690-12D8F3404136}" type="pres">
      <dgm:prSet presAssocID="{05EC8AE0-D8F0-43E9-83DE-9287C5AE8198}" presName="composite3" presStyleCnt="0"/>
      <dgm:spPr/>
    </dgm:pt>
    <dgm:pt modelId="{DA663962-0B20-4F3B-AC85-560CEFB94ED8}" type="pres">
      <dgm:prSet presAssocID="{05EC8AE0-D8F0-43E9-83DE-9287C5AE8198}" presName="background3" presStyleLbl="node3" presStyleIdx="0" presStyleCnt="6"/>
      <dgm:spPr/>
    </dgm:pt>
    <dgm:pt modelId="{5EA836F6-61D1-4D73-A328-863675643B00}" type="pres">
      <dgm:prSet presAssocID="{05EC8AE0-D8F0-43E9-83DE-9287C5AE8198}" presName="text3" presStyleLbl="fgAcc3" presStyleIdx="0" presStyleCnt="6">
        <dgm:presLayoutVars>
          <dgm:chPref val="3"/>
        </dgm:presLayoutVars>
      </dgm:prSet>
      <dgm:spPr/>
    </dgm:pt>
    <dgm:pt modelId="{62E52C8D-33BA-4E8E-8704-F3A84C58FA95}" type="pres">
      <dgm:prSet presAssocID="{05EC8AE0-D8F0-43E9-83DE-9287C5AE8198}" presName="hierChild4" presStyleCnt="0"/>
      <dgm:spPr/>
    </dgm:pt>
    <dgm:pt modelId="{32547123-2105-46DD-8C7B-EDDE558B872E}" type="pres">
      <dgm:prSet presAssocID="{44769B51-B3A6-4603-B689-ADD2A06004B7}" presName="Name17" presStyleLbl="parChTrans1D3" presStyleIdx="1" presStyleCnt="6"/>
      <dgm:spPr/>
    </dgm:pt>
    <dgm:pt modelId="{290ADC12-EDB0-4ABA-B569-B2C1DE0F08F7}" type="pres">
      <dgm:prSet presAssocID="{02AD9FEA-9E83-4386-A763-8A4FA225B130}" presName="hierRoot3" presStyleCnt="0"/>
      <dgm:spPr/>
    </dgm:pt>
    <dgm:pt modelId="{A2F5922C-7F74-4819-8345-44ED5042C1B7}" type="pres">
      <dgm:prSet presAssocID="{02AD9FEA-9E83-4386-A763-8A4FA225B130}" presName="composite3" presStyleCnt="0"/>
      <dgm:spPr/>
    </dgm:pt>
    <dgm:pt modelId="{A0515191-8F86-4EBB-8898-6A2305FA8EE1}" type="pres">
      <dgm:prSet presAssocID="{02AD9FEA-9E83-4386-A763-8A4FA225B130}" presName="background3" presStyleLbl="node3" presStyleIdx="1" presStyleCnt="6"/>
      <dgm:spPr/>
    </dgm:pt>
    <dgm:pt modelId="{CD21F49D-3A69-48FE-9056-D3DA1B7D6690}" type="pres">
      <dgm:prSet presAssocID="{02AD9FEA-9E83-4386-A763-8A4FA225B130}" presName="text3" presStyleLbl="fgAcc3" presStyleIdx="1" presStyleCnt="6">
        <dgm:presLayoutVars>
          <dgm:chPref val="3"/>
        </dgm:presLayoutVars>
      </dgm:prSet>
      <dgm:spPr/>
    </dgm:pt>
    <dgm:pt modelId="{963035AB-3469-478C-B42D-6E954EE4A170}" type="pres">
      <dgm:prSet presAssocID="{02AD9FEA-9E83-4386-A763-8A4FA225B130}" presName="hierChild4" presStyleCnt="0"/>
      <dgm:spPr/>
    </dgm:pt>
    <dgm:pt modelId="{231675F4-0953-4A3D-9AA3-71F722A79405}" type="pres">
      <dgm:prSet presAssocID="{1A0BD41B-D7ED-4791-A4E2-49F801195344}" presName="Name17" presStyleLbl="parChTrans1D3" presStyleIdx="2" presStyleCnt="6"/>
      <dgm:spPr/>
    </dgm:pt>
    <dgm:pt modelId="{3D5A9CFC-7E03-4008-B4DD-04645D667410}" type="pres">
      <dgm:prSet presAssocID="{0A832E2F-68CD-4515-B018-2BBF55916730}" presName="hierRoot3" presStyleCnt="0"/>
      <dgm:spPr/>
    </dgm:pt>
    <dgm:pt modelId="{79A133FA-D04E-4538-B07D-14319BF0D15E}" type="pres">
      <dgm:prSet presAssocID="{0A832E2F-68CD-4515-B018-2BBF55916730}" presName="composite3" presStyleCnt="0"/>
      <dgm:spPr/>
    </dgm:pt>
    <dgm:pt modelId="{30D0F974-7B53-4D8D-AAB1-882E065B0881}" type="pres">
      <dgm:prSet presAssocID="{0A832E2F-68CD-4515-B018-2BBF55916730}" presName="background3" presStyleLbl="node3" presStyleIdx="2" presStyleCnt="6"/>
      <dgm:spPr/>
    </dgm:pt>
    <dgm:pt modelId="{9CCE455F-72FE-430D-A7FC-C73910616D13}" type="pres">
      <dgm:prSet presAssocID="{0A832E2F-68CD-4515-B018-2BBF55916730}" presName="text3" presStyleLbl="fgAcc3" presStyleIdx="2" presStyleCnt="6">
        <dgm:presLayoutVars>
          <dgm:chPref val="3"/>
        </dgm:presLayoutVars>
      </dgm:prSet>
      <dgm:spPr/>
    </dgm:pt>
    <dgm:pt modelId="{AB9109A1-7A96-4D6F-BED6-E616E162A355}" type="pres">
      <dgm:prSet presAssocID="{0A832E2F-68CD-4515-B018-2BBF55916730}" presName="hierChild4" presStyleCnt="0"/>
      <dgm:spPr/>
    </dgm:pt>
    <dgm:pt modelId="{7CBF1CC2-499E-4922-8487-72E6BD0B726C}" type="pres">
      <dgm:prSet presAssocID="{6FB82052-0DA4-400C-8636-8244FAAEA0D7}" presName="Name17" presStyleLbl="parChTrans1D3" presStyleIdx="3" presStyleCnt="6"/>
      <dgm:spPr/>
    </dgm:pt>
    <dgm:pt modelId="{0D4280AF-5FCC-411A-B098-2EA3FD50A57C}" type="pres">
      <dgm:prSet presAssocID="{C86CB5B6-F835-4361-9E30-C3E111CA0379}" presName="hierRoot3" presStyleCnt="0"/>
      <dgm:spPr/>
    </dgm:pt>
    <dgm:pt modelId="{7005CAA7-772B-41B6-9552-4A3529A0D990}" type="pres">
      <dgm:prSet presAssocID="{C86CB5B6-F835-4361-9E30-C3E111CA0379}" presName="composite3" presStyleCnt="0"/>
      <dgm:spPr/>
    </dgm:pt>
    <dgm:pt modelId="{96BBA8FA-0965-4688-A34D-799D79BBAB58}" type="pres">
      <dgm:prSet presAssocID="{C86CB5B6-F835-4361-9E30-C3E111CA0379}" presName="background3" presStyleLbl="node3" presStyleIdx="3" presStyleCnt="6"/>
      <dgm:spPr/>
    </dgm:pt>
    <dgm:pt modelId="{9B3E8DFC-CAF1-4486-93BC-D64D5FEF6653}" type="pres">
      <dgm:prSet presAssocID="{C86CB5B6-F835-4361-9E30-C3E111CA0379}" presName="text3" presStyleLbl="fgAcc3" presStyleIdx="3" presStyleCnt="6">
        <dgm:presLayoutVars>
          <dgm:chPref val="3"/>
        </dgm:presLayoutVars>
      </dgm:prSet>
      <dgm:spPr/>
    </dgm:pt>
    <dgm:pt modelId="{FAA23156-C41E-4E8F-A602-0200115E323E}" type="pres">
      <dgm:prSet presAssocID="{C86CB5B6-F835-4361-9E30-C3E111CA0379}" presName="hierChild4" presStyleCnt="0"/>
      <dgm:spPr/>
    </dgm:pt>
    <dgm:pt modelId="{76D0551C-255E-4E6C-BEC9-7D6A100BDA51}" type="pres">
      <dgm:prSet presAssocID="{22A7F5DC-7157-4BBC-A461-38F2793D441C}" presName="Name10" presStyleLbl="parChTrans1D2" presStyleIdx="1" presStyleCnt="2"/>
      <dgm:spPr/>
    </dgm:pt>
    <dgm:pt modelId="{D46D244C-FE88-4BDD-B432-50EA5D267505}" type="pres">
      <dgm:prSet presAssocID="{B9CA1006-ADFF-4095-8FCF-63494B385944}" presName="hierRoot2" presStyleCnt="0"/>
      <dgm:spPr/>
    </dgm:pt>
    <dgm:pt modelId="{7BC03836-95A7-49BF-8130-6EF731E93188}" type="pres">
      <dgm:prSet presAssocID="{B9CA1006-ADFF-4095-8FCF-63494B385944}" presName="composite2" presStyleCnt="0"/>
      <dgm:spPr/>
    </dgm:pt>
    <dgm:pt modelId="{2908018A-943C-4DB6-A1C0-A4AD9A39DC5F}" type="pres">
      <dgm:prSet presAssocID="{B9CA1006-ADFF-4095-8FCF-63494B385944}" presName="background2" presStyleLbl="node2" presStyleIdx="1" presStyleCnt="2"/>
      <dgm:spPr/>
    </dgm:pt>
    <dgm:pt modelId="{90C0F05A-54D3-404C-B393-F41FDC63E8EA}" type="pres">
      <dgm:prSet presAssocID="{B9CA1006-ADFF-4095-8FCF-63494B385944}" presName="text2" presStyleLbl="fgAcc2" presStyleIdx="1" presStyleCnt="2">
        <dgm:presLayoutVars>
          <dgm:chPref val="3"/>
        </dgm:presLayoutVars>
      </dgm:prSet>
      <dgm:spPr/>
    </dgm:pt>
    <dgm:pt modelId="{B52FD357-419E-4B06-B01C-DDF82B2EFDD3}" type="pres">
      <dgm:prSet presAssocID="{B9CA1006-ADFF-4095-8FCF-63494B385944}" presName="hierChild3" presStyleCnt="0"/>
      <dgm:spPr/>
    </dgm:pt>
    <dgm:pt modelId="{716BFBE5-71A8-4E58-898A-5B91B70C066E}" type="pres">
      <dgm:prSet presAssocID="{4D996847-FA9D-40CD-AB22-7509916D96C1}" presName="Name17" presStyleLbl="parChTrans1D3" presStyleIdx="4" presStyleCnt="6"/>
      <dgm:spPr/>
    </dgm:pt>
    <dgm:pt modelId="{B64E5802-23D8-4867-AB08-2586BF0ABDDB}" type="pres">
      <dgm:prSet presAssocID="{17720117-3F90-4F0A-8B65-769020B4873D}" presName="hierRoot3" presStyleCnt="0"/>
      <dgm:spPr/>
    </dgm:pt>
    <dgm:pt modelId="{ED60EB22-A503-4BBA-B495-47C72AC5A84A}" type="pres">
      <dgm:prSet presAssocID="{17720117-3F90-4F0A-8B65-769020B4873D}" presName="composite3" presStyleCnt="0"/>
      <dgm:spPr/>
    </dgm:pt>
    <dgm:pt modelId="{440C5621-121D-400D-A470-C2391FC98FD2}" type="pres">
      <dgm:prSet presAssocID="{17720117-3F90-4F0A-8B65-769020B4873D}" presName="background3" presStyleLbl="node3" presStyleIdx="4" presStyleCnt="6"/>
      <dgm:spPr/>
    </dgm:pt>
    <dgm:pt modelId="{C1CA5825-F824-4EB7-B5F5-1D2B6A7CFDFF}" type="pres">
      <dgm:prSet presAssocID="{17720117-3F90-4F0A-8B65-769020B4873D}" presName="text3" presStyleLbl="fgAcc3" presStyleIdx="4" presStyleCnt="6">
        <dgm:presLayoutVars>
          <dgm:chPref val="3"/>
        </dgm:presLayoutVars>
      </dgm:prSet>
      <dgm:spPr/>
    </dgm:pt>
    <dgm:pt modelId="{8491F4CE-A14D-4EA4-9B34-8DAF88B83EED}" type="pres">
      <dgm:prSet presAssocID="{17720117-3F90-4F0A-8B65-769020B4873D}" presName="hierChild4" presStyleCnt="0"/>
      <dgm:spPr/>
    </dgm:pt>
    <dgm:pt modelId="{165703CE-2A60-483D-AE89-A639323668F2}" type="pres">
      <dgm:prSet presAssocID="{4828C526-CBEA-43A3-8DE6-9FAC8AC05313}" presName="Name17" presStyleLbl="parChTrans1D3" presStyleIdx="5" presStyleCnt="6"/>
      <dgm:spPr/>
    </dgm:pt>
    <dgm:pt modelId="{5DB48C57-D9E2-4F00-9C1A-9744F550F383}" type="pres">
      <dgm:prSet presAssocID="{E82CE0B6-AA20-4F35-8932-37DC0985528B}" presName="hierRoot3" presStyleCnt="0"/>
      <dgm:spPr/>
    </dgm:pt>
    <dgm:pt modelId="{A6A09EF9-383F-4807-B379-1999069FE48A}" type="pres">
      <dgm:prSet presAssocID="{E82CE0B6-AA20-4F35-8932-37DC0985528B}" presName="composite3" presStyleCnt="0"/>
      <dgm:spPr/>
    </dgm:pt>
    <dgm:pt modelId="{9477AD7C-D8AE-4B64-A9DD-EFB402CC558F}" type="pres">
      <dgm:prSet presAssocID="{E82CE0B6-AA20-4F35-8932-37DC0985528B}" presName="background3" presStyleLbl="node3" presStyleIdx="5" presStyleCnt="6"/>
      <dgm:spPr/>
    </dgm:pt>
    <dgm:pt modelId="{1AFDE203-79DB-440F-A08E-26EDF49F2F6A}" type="pres">
      <dgm:prSet presAssocID="{E82CE0B6-AA20-4F35-8932-37DC0985528B}" presName="text3" presStyleLbl="fgAcc3" presStyleIdx="5" presStyleCnt="6">
        <dgm:presLayoutVars>
          <dgm:chPref val="3"/>
        </dgm:presLayoutVars>
      </dgm:prSet>
      <dgm:spPr/>
    </dgm:pt>
    <dgm:pt modelId="{4BE14383-0BFE-443D-99BA-B6FF5487A6E4}" type="pres">
      <dgm:prSet presAssocID="{E82CE0B6-AA20-4F35-8932-37DC0985528B}" presName="hierChild4" presStyleCnt="0"/>
      <dgm:spPr/>
    </dgm:pt>
  </dgm:ptLst>
  <dgm:cxnLst>
    <dgm:cxn modelId="{E48C9201-F496-4E0E-AF38-02E197969128}" type="presOf" srcId="{C86CB5B6-F835-4361-9E30-C3E111CA0379}" destId="{9B3E8DFC-CAF1-4486-93BC-D64D5FEF6653}" srcOrd="0" destOrd="0" presId="urn:microsoft.com/office/officeart/2005/8/layout/hierarchy1"/>
    <dgm:cxn modelId="{42E11510-4593-4C6C-A073-45ADFA15994A}" srcId="{B9CA1006-ADFF-4095-8FCF-63494B385944}" destId="{E82CE0B6-AA20-4F35-8932-37DC0985528B}" srcOrd="1" destOrd="0" parTransId="{4828C526-CBEA-43A3-8DE6-9FAC8AC05313}" sibTransId="{A9B5C379-EFAE-4B3A-93C2-280D1C9A4C8F}"/>
    <dgm:cxn modelId="{844A7219-4DDC-4D2D-AC08-3EC0BE2C598F}" srcId="{4992EC14-4673-48A2-A0F1-3988F28E7EDD}" destId="{B9CA1006-ADFF-4095-8FCF-63494B385944}" srcOrd="1" destOrd="0" parTransId="{22A7F5DC-7157-4BBC-A461-38F2793D441C}" sibTransId="{CC45A157-E1F4-4382-B4DC-7DEC0BCE9A53}"/>
    <dgm:cxn modelId="{2049081F-4F67-48BB-968F-309DA82734B9}" srcId="{43121E82-A1C1-49BA-B92D-F370E59EA9A1}" destId="{C86CB5B6-F835-4361-9E30-C3E111CA0379}" srcOrd="3" destOrd="0" parTransId="{6FB82052-0DA4-400C-8636-8244FAAEA0D7}" sibTransId="{D52977C3-7D74-4B5A-AF1D-5112DFA4CFCB}"/>
    <dgm:cxn modelId="{5B7EC422-DAB3-49E7-BB1C-D4798AC4E567}" type="presOf" srcId="{05EC8AE0-D8F0-43E9-83DE-9287C5AE8198}" destId="{5EA836F6-61D1-4D73-A328-863675643B00}" srcOrd="0" destOrd="0" presId="urn:microsoft.com/office/officeart/2005/8/layout/hierarchy1"/>
    <dgm:cxn modelId="{57775D36-F157-45E9-AEE3-0BC27F7C512E}" srcId="{B9CA1006-ADFF-4095-8FCF-63494B385944}" destId="{17720117-3F90-4F0A-8B65-769020B4873D}" srcOrd="0" destOrd="0" parTransId="{4D996847-FA9D-40CD-AB22-7509916D96C1}" sibTransId="{BF52F3F8-E559-4947-A088-F7A3C5913F20}"/>
    <dgm:cxn modelId="{99D0875B-26EE-48F4-8DC7-A62E4D44F12D}" type="presOf" srcId="{6FB82052-0DA4-400C-8636-8244FAAEA0D7}" destId="{7CBF1CC2-499E-4922-8487-72E6BD0B726C}" srcOrd="0" destOrd="0" presId="urn:microsoft.com/office/officeart/2005/8/layout/hierarchy1"/>
    <dgm:cxn modelId="{3A60AB5B-2795-4984-B54A-4C0EB0CC0845}" type="presOf" srcId="{17720117-3F90-4F0A-8B65-769020B4873D}" destId="{C1CA5825-F824-4EB7-B5F5-1D2B6A7CFDFF}" srcOrd="0" destOrd="0" presId="urn:microsoft.com/office/officeart/2005/8/layout/hierarchy1"/>
    <dgm:cxn modelId="{FF80F95B-CAE6-49E2-BFEC-A606D73551EB}" type="presOf" srcId="{4D996847-FA9D-40CD-AB22-7509916D96C1}" destId="{716BFBE5-71A8-4E58-898A-5B91B70C066E}" srcOrd="0" destOrd="0" presId="urn:microsoft.com/office/officeart/2005/8/layout/hierarchy1"/>
    <dgm:cxn modelId="{F2FCC16F-8447-484C-952A-9B48C9542C99}" type="presOf" srcId="{E82CE0B6-AA20-4F35-8932-37DC0985528B}" destId="{1AFDE203-79DB-440F-A08E-26EDF49F2F6A}" srcOrd="0" destOrd="0" presId="urn:microsoft.com/office/officeart/2005/8/layout/hierarchy1"/>
    <dgm:cxn modelId="{CEEA2B56-1468-458C-9EAD-64E0FD3B1EC0}" srcId="{43121E82-A1C1-49BA-B92D-F370E59EA9A1}" destId="{02AD9FEA-9E83-4386-A763-8A4FA225B130}" srcOrd="1" destOrd="0" parTransId="{44769B51-B3A6-4603-B689-ADD2A06004B7}" sibTransId="{55C10BA4-92D0-4ED4-93B0-FDA0D5BB528F}"/>
    <dgm:cxn modelId="{C16A527D-1284-42B1-A898-2B900A1D49AF}" type="presOf" srcId="{03E420FE-AA2F-4105-8DD0-54C43D73527E}" destId="{3D9CC441-2909-4B7D-9523-715436B158C5}" srcOrd="0" destOrd="0" presId="urn:microsoft.com/office/officeart/2005/8/layout/hierarchy1"/>
    <dgm:cxn modelId="{FA774987-6487-412C-A01D-C74C126ECF27}" type="presOf" srcId="{B9CA1006-ADFF-4095-8FCF-63494B385944}" destId="{90C0F05A-54D3-404C-B393-F41FDC63E8EA}" srcOrd="0" destOrd="0" presId="urn:microsoft.com/office/officeart/2005/8/layout/hierarchy1"/>
    <dgm:cxn modelId="{07A3EB8C-6920-4C67-9154-9D77DAA9D21B}" type="presOf" srcId="{0A832E2F-68CD-4515-B018-2BBF55916730}" destId="{9CCE455F-72FE-430D-A7FC-C73910616D13}" srcOrd="0" destOrd="0" presId="urn:microsoft.com/office/officeart/2005/8/layout/hierarchy1"/>
    <dgm:cxn modelId="{297F0D8D-971C-42F5-B07E-C71EDFD2825D}" srcId="{4992EC14-4673-48A2-A0F1-3988F28E7EDD}" destId="{43121E82-A1C1-49BA-B92D-F370E59EA9A1}" srcOrd="0" destOrd="0" parTransId="{03E420FE-AA2F-4105-8DD0-54C43D73527E}" sibTransId="{BA9D39EF-896F-442E-A369-BB829BEB815B}"/>
    <dgm:cxn modelId="{53795097-C3C0-4B89-B554-BD941034B246}" type="presOf" srcId="{4992EC14-4673-48A2-A0F1-3988F28E7EDD}" destId="{BF8FB9D3-F70C-4C7E-8573-01FAE774C5C7}" srcOrd="0" destOrd="0" presId="urn:microsoft.com/office/officeart/2005/8/layout/hierarchy1"/>
    <dgm:cxn modelId="{E12640A6-5D2A-4739-82F7-76F60C6F3B1D}" srcId="{E712ADCB-C89F-4E7D-BC1B-CEBB4BD3DB92}" destId="{4992EC14-4673-48A2-A0F1-3988F28E7EDD}" srcOrd="0" destOrd="0" parTransId="{743407A6-65DF-410A-949D-1DE24B52BF4F}" sibTransId="{7A46F1D4-0C61-431B-A88D-A52D7A104483}"/>
    <dgm:cxn modelId="{8D85C2AD-C0E0-4981-A615-E8973E1CD54B}" type="presOf" srcId="{22A7F5DC-7157-4BBC-A461-38F2793D441C}" destId="{76D0551C-255E-4E6C-BEC9-7D6A100BDA51}" srcOrd="0" destOrd="0" presId="urn:microsoft.com/office/officeart/2005/8/layout/hierarchy1"/>
    <dgm:cxn modelId="{9E734AAF-1CF0-4F30-A317-21A8A70DD4B0}" type="presOf" srcId="{43121E82-A1C1-49BA-B92D-F370E59EA9A1}" destId="{CC478F0C-CD39-4F0A-9EAF-C7E5622099F5}" srcOrd="0" destOrd="0" presId="urn:microsoft.com/office/officeart/2005/8/layout/hierarchy1"/>
    <dgm:cxn modelId="{E98DEBC4-1D75-4823-AD02-6107CB1D5637}" srcId="{43121E82-A1C1-49BA-B92D-F370E59EA9A1}" destId="{05EC8AE0-D8F0-43E9-83DE-9287C5AE8198}" srcOrd="0" destOrd="0" parTransId="{506AC885-C377-438F-8A67-2964A868D2BD}" sibTransId="{52D16609-8B58-4643-9256-517BD0736EFC}"/>
    <dgm:cxn modelId="{2A3DE0D3-B0A7-4AF6-8086-D7127180B745}" type="presOf" srcId="{1A0BD41B-D7ED-4791-A4E2-49F801195344}" destId="{231675F4-0953-4A3D-9AA3-71F722A79405}" srcOrd="0" destOrd="0" presId="urn:microsoft.com/office/officeart/2005/8/layout/hierarchy1"/>
    <dgm:cxn modelId="{268A2CDD-8321-4F3F-A040-B5FC267A380C}" srcId="{43121E82-A1C1-49BA-B92D-F370E59EA9A1}" destId="{0A832E2F-68CD-4515-B018-2BBF55916730}" srcOrd="2" destOrd="0" parTransId="{1A0BD41B-D7ED-4791-A4E2-49F801195344}" sibTransId="{6866FD28-03C7-4C9D-B7F7-675E0B950953}"/>
    <dgm:cxn modelId="{CA7DB4E9-6DA1-4F6C-B078-131B64BADFA4}" type="presOf" srcId="{02AD9FEA-9E83-4386-A763-8A4FA225B130}" destId="{CD21F49D-3A69-48FE-9056-D3DA1B7D6690}" srcOrd="0" destOrd="0" presId="urn:microsoft.com/office/officeart/2005/8/layout/hierarchy1"/>
    <dgm:cxn modelId="{2D5B52EE-0951-4774-BE1D-379F6D1810CF}" type="presOf" srcId="{E712ADCB-C89F-4E7D-BC1B-CEBB4BD3DB92}" destId="{CBB3FB60-C1E8-42A8-BC67-30BF6D29EE3F}" srcOrd="0" destOrd="0" presId="urn:microsoft.com/office/officeart/2005/8/layout/hierarchy1"/>
    <dgm:cxn modelId="{0D1722EF-FE59-4767-A539-A93C7667F62A}" type="presOf" srcId="{44769B51-B3A6-4603-B689-ADD2A06004B7}" destId="{32547123-2105-46DD-8C7B-EDDE558B872E}" srcOrd="0" destOrd="0" presId="urn:microsoft.com/office/officeart/2005/8/layout/hierarchy1"/>
    <dgm:cxn modelId="{ED2EB1F3-B1E9-4EEE-B1AE-909300CD3069}" type="presOf" srcId="{506AC885-C377-438F-8A67-2964A868D2BD}" destId="{CD2B6D52-754C-430B-9754-B2B44C17B85A}" srcOrd="0" destOrd="0" presId="urn:microsoft.com/office/officeart/2005/8/layout/hierarchy1"/>
    <dgm:cxn modelId="{7DBC23F5-73D6-4DB0-99E6-60423D11AFEF}" type="presOf" srcId="{4828C526-CBEA-43A3-8DE6-9FAC8AC05313}" destId="{165703CE-2A60-483D-AE89-A639323668F2}" srcOrd="0" destOrd="0" presId="urn:microsoft.com/office/officeart/2005/8/layout/hierarchy1"/>
    <dgm:cxn modelId="{4A4EBA4E-F7FC-401D-9757-0B19C95EDCD1}" type="presParOf" srcId="{CBB3FB60-C1E8-42A8-BC67-30BF6D29EE3F}" destId="{251D7B3F-02C7-4874-828F-05D92DA00F13}" srcOrd="0" destOrd="0" presId="urn:microsoft.com/office/officeart/2005/8/layout/hierarchy1"/>
    <dgm:cxn modelId="{49DFA30A-1FB1-45DC-A5D4-B59AEBD6FE38}" type="presParOf" srcId="{251D7B3F-02C7-4874-828F-05D92DA00F13}" destId="{1D81AE59-7E21-4DC9-BBF7-53AE79956A84}" srcOrd="0" destOrd="0" presId="urn:microsoft.com/office/officeart/2005/8/layout/hierarchy1"/>
    <dgm:cxn modelId="{36F5F284-7D4D-43EA-9636-336DD0C80EAE}" type="presParOf" srcId="{1D81AE59-7E21-4DC9-BBF7-53AE79956A84}" destId="{00560322-8027-4A00-9929-7DC29595FB15}" srcOrd="0" destOrd="0" presId="urn:microsoft.com/office/officeart/2005/8/layout/hierarchy1"/>
    <dgm:cxn modelId="{DB3B19C1-7159-4DF2-AF2D-0155945871FF}" type="presParOf" srcId="{1D81AE59-7E21-4DC9-BBF7-53AE79956A84}" destId="{BF8FB9D3-F70C-4C7E-8573-01FAE774C5C7}" srcOrd="1" destOrd="0" presId="urn:microsoft.com/office/officeart/2005/8/layout/hierarchy1"/>
    <dgm:cxn modelId="{2299669A-DB5E-48C2-AE13-DFF6058E6212}" type="presParOf" srcId="{251D7B3F-02C7-4874-828F-05D92DA00F13}" destId="{6C589A01-0DDA-4B77-9D32-86C4BC41B5EF}" srcOrd="1" destOrd="0" presId="urn:microsoft.com/office/officeart/2005/8/layout/hierarchy1"/>
    <dgm:cxn modelId="{ABBE6C3F-1800-426C-97B3-403ED96761BF}" type="presParOf" srcId="{6C589A01-0DDA-4B77-9D32-86C4BC41B5EF}" destId="{3D9CC441-2909-4B7D-9523-715436B158C5}" srcOrd="0" destOrd="0" presId="urn:microsoft.com/office/officeart/2005/8/layout/hierarchy1"/>
    <dgm:cxn modelId="{BEEF3FD2-59E1-48C2-82BF-F8CE965D1812}" type="presParOf" srcId="{6C589A01-0DDA-4B77-9D32-86C4BC41B5EF}" destId="{671109F0-0F4B-4C8C-A3E7-3031EECF21F7}" srcOrd="1" destOrd="0" presId="urn:microsoft.com/office/officeart/2005/8/layout/hierarchy1"/>
    <dgm:cxn modelId="{53569623-2357-4E35-B3F9-1BD07BCF055E}" type="presParOf" srcId="{671109F0-0F4B-4C8C-A3E7-3031EECF21F7}" destId="{EA8871B4-4B75-4671-9486-7780ADD785BD}" srcOrd="0" destOrd="0" presId="urn:microsoft.com/office/officeart/2005/8/layout/hierarchy1"/>
    <dgm:cxn modelId="{FD311E90-907C-4CB5-B8D1-AC3660E1A211}" type="presParOf" srcId="{EA8871B4-4B75-4671-9486-7780ADD785BD}" destId="{37D72EAA-6ABF-4E03-9C88-3AD59A5123AE}" srcOrd="0" destOrd="0" presId="urn:microsoft.com/office/officeart/2005/8/layout/hierarchy1"/>
    <dgm:cxn modelId="{DD513F39-2CE3-4B96-BD09-DF8C09EF3F30}" type="presParOf" srcId="{EA8871B4-4B75-4671-9486-7780ADD785BD}" destId="{CC478F0C-CD39-4F0A-9EAF-C7E5622099F5}" srcOrd="1" destOrd="0" presId="urn:microsoft.com/office/officeart/2005/8/layout/hierarchy1"/>
    <dgm:cxn modelId="{2589D2B9-6CF6-437C-866E-41127F73D9EB}" type="presParOf" srcId="{671109F0-0F4B-4C8C-A3E7-3031EECF21F7}" destId="{9E5BF1B2-3AD3-42DC-B3E9-147F0F31402F}" srcOrd="1" destOrd="0" presId="urn:microsoft.com/office/officeart/2005/8/layout/hierarchy1"/>
    <dgm:cxn modelId="{3BFFF3F6-06DB-4743-B187-8F0721947517}" type="presParOf" srcId="{9E5BF1B2-3AD3-42DC-B3E9-147F0F31402F}" destId="{CD2B6D52-754C-430B-9754-B2B44C17B85A}" srcOrd="0" destOrd="0" presId="urn:microsoft.com/office/officeart/2005/8/layout/hierarchy1"/>
    <dgm:cxn modelId="{D66506C8-FD02-4738-956B-2CDB52E42D2C}" type="presParOf" srcId="{9E5BF1B2-3AD3-42DC-B3E9-147F0F31402F}" destId="{4CDEF802-2023-487E-BD1F-F5B4E979A50D}" srcOrd="1" destOrd="0" presId="urn:microsoft.com/office/officeart/2005/8/layout/hierarchy1"/>
    <dgm:cxn modelId="{4F2779C1-6FD2-4063-9701-7B66C6F419F5}" type="presParOf" srcId="{4CDEF802-2023-487E-BD1F-F5B4E979A50D}" destId="{FD111B40-B952-4CF1-A690-12D8F3404136}" srcOrd="0" destOrd="0" presId="urn:microsoft.com/office/officeart/2005/8/layout/hierarchy1"/>
    <dgm:cxn modelId="{1C027B23-1530-4B5D-A2BB-870D8861C13E}" type="presParOf" srcId="{FD111B40-B952-4CF1-A690-12D8F3404136}" destId="{DA663962-0B20-4F3B-AC85-560CEFB94ED8}" srcOrd="0" destOrd="0" presId="urn:microsoft.com/office/officeart/2005/8/layout/hierarchy1"/>
    <dgm:cxn modelId="{6FBA51A1-E1B7-4B63-A142-9BC9127A6C60}" type="presParOf" srcId="{FD111B40-B952-4CF1-A690-12D8F3404136}" destId="{5EA836F6-61D1-4D73-A328-863675643B00}" srcOrd="1" destOrd="0" presId="urn:microsoft.com/office/officeart/2005/8/layout/hierarchy1"/>
    <dgm:cxn modelId="{3729E593-A0F0-415E-84F8-0ECE472929C2}" type="presParOf" srcId="{4CDEF802-2023-487E-BD1F-F5B4E979A50D}" destId="{62E52C8D-33BA-4E8E-8704-F3A84C58FA95}" srcOrd="1" destOrd="0" presId="urn:microsoft.com/office/officeart/2005/8/layout/hierarchy1"/>
    <dgm:cxn modelId="{F805DF48-83E5-45BE-996F-754C989F9973}" type="presParOf" srcId="{9E5BF1B2-3AD3-42DC-B3E9-147F0F31402F}" destId="{32547123-2105-46DD-8C7B-EDDE558B872E}" srcOrd="2" destOrd="0" presId="urn:microsoft.com/office/officeart/2005/8/layout/hierarchy1"/>
    <dgm:cxn modelId="{F1BF67E6-8766-4946-8F1D-A5F7A0B2910E}" type="presParOf" srcId="{9E5BF1B2-3AD3-42DC-B3E9-147F0F31402F}" destId="{290ADC12-EDB0-4ABA-B569-B2C1DE0F08F7}" srcOrd="3" destOrd="0" presId="urn:microsoft.com/office/officeart/2005/8/layout/hierarchy1"/>
    <dgm:cxn modelId="{15F3DE48-99B5-4A10-BEDB-F03B64D432FE}" type="presParOf" srcId="{290ADC12-EDB0-4ABA-B569-B2C1DE0F08F7}" destId="{A2F5922C-7F74-4819-8345-44ED5042C1B7}" srcOrd="0" destOrd="0" presId="urn:microsoft.com/office/officeart/2005/8/layout/hierarchy1"/>
    <dgm:cxn modelId="{03957BAA-9E47-4A29-BEB8-34082571CC1C}" type="presParOf" srcId="{A2F5922C-7F74-4819-8345-44ED5042C1B7}" destId="{A0515191-8F86-4EBB-8898-6A2305FA8EE1}" srcOrd="0" destOrd="0" presId="urn:microsoft.com/office/officeart/2005/8/layout/hierarchy1"/>
    <dgm:cxn modelId="{ABFE3D53-97E7-4E00-B2E0-FDD921F3308C}" type="presParOf" srcId="{A2F5922C-7F74-4819-8345-44ED5042C1B7}" destId="{CD21F49D-3A69-48FE-9056-D3DA1B7D6690}" srcOrd="1" destOrd="0" presId="urn:microsoft.com/office/officeart/2005/8/layout/hierarchy1"/>
    <dgm:cxn modelId="{CC62A9A6-E11F-43DC-AF97-25CC2AF120EA}" type="presParOf" srcId="{290ADC12-EDB0-4ABA-B569-B2C1DE0F08F7}" destId="{963035AB-3469-478C-B42D-6E954EE4A170}" srcOrd="1" destOrd="0" presId="urn:microsoft.com/office/officeart/2005/8/layout/hierarchy1"/>
    <dgm:cxn modelId="{49ADB3F7-F686-4E97-BCF6-C47677D4A8FE}" type="presParOf" srcId="{9E5BF1B2-3AD3-42DC-B3E9-147F0F31402F}" destId="{231675F4-0953-4A3D-9AA3-71F722A79405}" srcOrd="4" destOrd="0" presId="urn:microsoft.com/office/officeart/2005/8/layout/hierarchy1"/>
    <dgm:cxn modelId="{A17969F0-FFA0-4DA5-9F09-9C311874A1DA}" type="presParOf" srcId="{9E5BF1B2-3AD3-42DC-B3E9-147F0F31402F}" destId="{3D5A9CFC-7E03-4008-B4DD-04645D667410}" srcOrd="5" destOrd="0" presId="urn:microsoft.com/office/officeart/2005/8/layout/hierarchy1"/>
    <dgm:cxn modelId="{06CD98F0-233A-4AE6-BC5F-EC98C89C2E40}" type="presParOf" srcId="{3D5A9CFC-7E03-4008-B4DD-04645D667410}" destId="{79A133FA-D04E-4538-B07D-14319BF0D15E}" srcOrd="0" destOrd="0" presId="urn:microsoft.com/office/officeart/2005/8/layout/hierarchy1"/>
    <dgm:cxn modelId="{135C1BBA-0D30-4711-883A-0CDD4D6C445E}" type="presParOf" srcId="{79A133FA-D04E-4538-B07D-14319BF0D15E}" destId="{30D0F974-7B53-4D8D-AAB1-882E065B0881}" srcOrd="0" destOrd="0" presId="urn:microsoft.com/office/officeart/2005/8/layout/hierarchy1"/>
    <dgm:cxn modelId="{BBB94C91-9C6F-4F03-B83A-B7E1362393D7}" type="presParOf" srcId="{79A133FA-D04E-4538-B07D-14319BF0D15E}" destId="{9CCE455F-72FE-430D-A7FC-C73910616D13}" srcOrd="1" destOrd="0" presId="urn:microsoft.com/office/officeart/2005/8/layout/hierarchy1"/>
    <dgm:cxn modelId="{4ABECD0D-4D2E-41B6-969E-87A7E4EFCC58}" type="presParOf" srcId="{3D5A9CFC-7E03-4008-B4DD-04645D667410}" destId="{AB9109A1-7A96-4D6F-BED6-E616E162A355}" srcOrd="1" destOrd="0" presId="urn:microsoft.com/office/officeart/2005/8/layout/hierarchy1"/>
    <dgm:cxn modelId="{6D2C3877-1F48-4CB0-80F6-4460E337349A}" type="presParOf" srcId="{9E5BF1B2-3AD3-42DC-B3E9-147F0F31402F}" destId="{7CBF1CC2-499E-4922-8487-72E6BD0B726C}" srcOrd="6" destOrd="0" presId="urn:microsoft.com/office/officeart/2005/8/layout/hierarchy1"/>
    <dgm:cxn modelId="{EEADAF46-12F7-4B67-A253-CF472A824C22}" type="presParOf" srcId="{9E5BF1B2-3AD3-42DC-B3E9-147F0F31402F}" destId="{0D4280AF-5FCC-411A-B098-2EA3FD50A57C}" srcOrd="7" destOrd="0" presId="urn:microsoft.com/office/officeart/2005/8/layout/hierarchy1"/>
    <dgm:cxn modelId="{6A6C5323-9C2A-4F57-85CA-800EDE72E46E}" type="presParOf" srcId="{0D4280AF-5FCC-411A-B098-2EA3FD50A57C}" destId="{7005CAA7-772B-41B6-9552-4A3529A0D990}" srcOrd="0" destOrd="0" presId="urn:microsoft.com/office/officeart/2005/8/layout/hierarchy1"/>
    <dgm:cxn modelId="{D6C6128A-F8D9-4BCD-83BA-FB6E874ACA2F}" type="presParOf" srcId="{7005CAA7-772B-41B6-9552-4A3529A0D990}" destId="{96BBA8FA-0965-4688-A34D-799D79BBAB58}" srcOrd="0" destOrd="0" presId="urn:microsoft.com/office/officeart/2005/8/layout/hierarchy1"/>
    <dgm:cxn modelId="{405FB690-05E4-4714-B6BF-24C3FD65D561}" type="presParOf" srcId="{7005CAA7-772B-41B6-9552-4A3529A0D990}" destId="{9B3E8DFC-CAF1-4486-93BC-D64D5FEF6653}" srcOrd="1" destOrd="0" presId="urn:microsoft.com/office/officeart/2005/8/layout/hierarchy1"/>
    <dgm:cxn modelId="{0145887A-D44E-44A6-9903-7369359408D0}" type="presParOf" srcId="{0D4280AF-5FCC-411A-B098-2EA3FD50A57C}" destId="{FAA23156-C41E-4E8F-A602-0200115E323E}" srcOrd="1" destOrd="0" presId="urn:microsoft.com/office/officeart/2005/8/layout/hierarchy1"/>
    <dgm:cxn modelId="{BCBC26B9-585E-4B05-AE93-C709D29450AF}" type="presParOf" srcId="{6C589A01-0DDA-4B77-9D32-86C4BC41B5EF}" destId="{76D0551C-255E-4E6C-BEC9-7D6A100BDA51}" srcOrd="2" destOrd="0" presId="urn:microsoft.com/office/officeart/2005/8/layout/hierarchy1"/>
    <dgm:cxn modelId="{B4A72078-BFA3-40D4-897E-DBDAC4BBA27F}" type="presParOf" srcId="{6C589A01-0DDA-4B77-9D32-86C4BC41B5EF}" destId="{D46D244C-FE88-4BDD-B432-50EA5D267505}" srcOrd="3" destOrd="0" presId="urn:microsoft.com/office/officeart/2005/8/layout/hierarchy1"/>
    <dgm:cxn modelId="{C5CA5447-3D56-44EB-8C38-C2F165E4519B}" type="presParOf" srcId="{D46D244C-FE88-4BDD-B432-50EA5D267505}" destId="{7BC03836-95A7-49BF-8130-6EF731E93188}" srcOrd="0" destOrd="0" presId="urn:microsoft.com/office/officeart/2005/8/layout/hierarchy1"/>
    <dgm:cxn modelId="{04FED8DA-36BC-45DD-8F00-AEB6551EA3EB}" type="presParOf" srcId="{7BC03836-95A7-49BF-8130-6EF731E93188}" destId="{2908018A-943C-4DB6-A1C0-A4AD9A39DC5F}" srcOrd="0" destOrd="0" presId="urn:microsoft.com/office/officeart/2005/8/layout/hierarchy1"/>
    <dgm:cxn modelId="{AB2EE3A1-52E7-4BB3-9082-BCD3927C7F71}" type="presParOf" srcId="{7BC03836-95A7-49BF-8130-6EF731E93188}" destId="{90C0F05A-54D3-404C-B393-F41FDC63E8EA}" srcOrd="1" destOrd="0" presId="urn:microsoft.com/office/officeart/2005/8/layout/hierarchy1"/>
    <dgm:cxn modelId="{889A3919-893C-4674-A6CD-CF3A9EF4949E}" type="presParOf" srcId="{D46D244C-FE88-4BDD-B432-50EA5D267505}" destId="{B52FD357-419E-4B06-B01C-DDF82B2EFDD3}" srcOrd="1" destOrd="0" presId="urn:microsoft.com/office/officeart/2005/8/layout/hierarchy1"/>
    <dgm:cxn modelId="{F691F9EC-AA51-4FE6-BEEB-D863BFAB3B3F}" type="presParOf" srcId="{B52FD357-419E-4B06-B01C-DDF82B2EFDD3}" destId="{716BFBE5-71A8-4E58-898A-5B91B70C066E}" srcOrd="0" destOrd="0" presId="urn:microsoft.com/office/officeart/2005/8/layout/hierarchy1"/>
    <dgm:cxn modelId="{787022D2-2F8A-47FF-81FB-6F486554B0AF}" type="presParOf" srcId="{B52FD357-419E-4B06-B01C-DDF82B2EFDD3}" destId="{B64E5802-23D8-4867-AB08-2586BF0ABDDB}" srcOrd="1" destOrd="0" presId="urn:microsoft.com/office/officeart/2005/8/layout/hierarchy1"/>
    <dgm:cxn modelId="{B5D0C51C-012A-42BE-849B-2311516B7ECC}" type="presParOf" srcId="{B64E5802-23D8-4867-AB08-2586BF0ABDDB}" destId="{ED60EB22-A503-4BBA-B495-47C72AC5A84A}" srcOrd="0" destOrd="0" presId="urn:microsoft.com/office/officeart/2005/8/layout/hierarchy1"/>
    <dgm:cxn modelId="{2D1D61C2-07AE-4921-AE9E-348B9BAE3F57}" type="presParOf" srcId="{ED60EB22-A503-4BBA-B495-47C72AC5A84A}" destId="{440C5621-121D-400D-A470-C2391FC98FD2}" srcOrd="0" destOrd="0" presId="urn:microsoft.com/office/officeart/2005/8/layout/hierarchy1"/>
    <dgm:cxn modelId="{83FC1DFA-8234-4550-9689-9D2458C608D4}" type="presParOf" srcId="{ED60EB22-A503-4BBA-B495-47C72AC5A84A}" destId="{C1CA5825-F824-4EB7-B5F5-1D2B6A7CFDFF}" srcOrd="1" destOrd="0" presId="urn:microsoft.com/office/officeart/2005/8/layout/hierarchy1"/>
    <dgm:cxn modelId="{FF5B8A26-3307-4736-9AFD-256955F8713D}" type="presParOf" srcId="{B64E5802-23D8-4867-AB08-2586BF0ABDDB}" destId="{8491F4CE-A14D-4EA4-9B34-8DAF88B83EED}" srcOrd="1" destOrd="0" presId="urn:microsoft.com/office/officeart/2005/8/layout/hierarchy1"/>
    <dgm:cxn modelId="{4C6441C6-410C-4C31-A1A1-DE7E0DE04DF4}" type="presParOf" srcId="{B52FD357-419E-4B06-B01C-DDF82B2EFDD3}" destId="{165703CE-2A60-483D-AE89-A639323668F2}" srcOrd="2" destOrd="0" presId="urn:microsoft.com/office/officeart/2005/8/layout/hierarchy1"/>
    <dgm:cxn modelId="{80E44729-11C9-46CB-81ED-41E8AC24779C}" type="presParOf" srcId="{B52FD357-419E-4B06-B01C-DDF82B2EFDD3}" destId="{5DB48C57-D9E2-4F00-9C1A-9744F550F383}" srcOrd="3" destOrd="0" presId="urn:microsoft.com/office/officeart/2005/8/layout/hierarchy1"/>
    <dgm:cxn modelId="{338654E2-D8E5-47BD-B628-92A7A4CBEF77}" type="presParOf" srcId="{5DB48C57-D9E2-4F00-9C1A-9744F550F383}" destId="{A6A09EF9-383F-4807-B379-1999069FE48A}" srcOrd="0" destOrd="0" presId="urn:microsoft.com/office/officeart/2005/8/layout/hierarchy1"/>
    <dgm:cxn modelId="{3398E43A-1813-4559-B9F6-C09B1E06E8A7}" type="presParOf" srcId="{A6A09EF9-383F-4807-B379-1999069FE48A}" destId="{9477AD7C-D8AE-4B64-A9DD-EFB402CC558F}" srcOrd="0" destOrd="0" presId="urn:microsoft.com/office/officeart/2005/8/layout/hierarchy1"/>
    <dgm:cxn modelId="{56839683-9254-4D5B-8CD6-F763A9CC673A}" type="presParOf" srcId="{A6A09EF9-383F-4807-B379-1999069FE48A}" destId="{1AFDE203-79DB-440F-A08E-26EDF49F2F6A}" srcOrd="1" destOrd="0" presId="urn:microsoft.com/office/officeart/2005/8/layout/hierarchy1"/>
    <dgm:cxn modelId="{CE394B20-6EEE-43F5-9968-53C86618E7E1}" type="presParOf" srcId="{5DB48C57-D9E2-4F00-9C1A-9744F550F383}" destId="{4BE14383-0BFE-443D-99BA-B6FF5487A6E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75F63C2-E7DF-4FEB-8069-459853711906}" type="doc">
      <dgm:prSet loTypeId="urn:microsoft.com/office/officeart/2005/8/layout/chevron1" loCatId="process" qsTypeId="urn:microsoft.com/office/officeart/2005/8/quickstyle/simple1" qsCatId="simple" csTypeId="urn:microsoft.com/office/officeart/2005/8/colors/accent1_2" csCatId="accent1" phldr="1"/>
      <dgm:spPr/>
    </dgm:pt>
    <dgm:pt modelId="{AF2EC0C6-30D6-4B1A-86F6-9421239E0E77}">
      <dgm:prSet phldrT="[文本]" custT="1">
        <dgm:style>
          <a:lnRef idx="0">
            <a:schemeClr val="accent1"/>
          </a:lnRef>
          <a:fillRef idx="3">
            <a:schemeClr val="accent1"/>
          </a:fillRef>
          <a:effectRef idx="3">
            <a:schemeClr val="accent1"/>
          </a:effectRef>
          <a:fontRef idx="minor">
            <a:schemeClr val="lt1"/>
          </a:fontRef>
        </dgm:style>
      </dgm:prSet>
      <dgm:spPr/>
      <dgm:t>
        <a:bodyPr/>
        <a:lstStyle/>
        <a:p>
          <a:r>
            <a:rPr lang="zh-CN" altLang="en-US" sz="24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源程序</a:t>
          </a:r>
        </a:p>
      </dgm:t>
    </dgm:pt>
    <dgm:pt modelId="{DF27C16E-44F7-4759-BFEC-A8EC83F76175}" type="parTrans" cxnId="{56C1F934-1239-47F3-9884-A98FC41C6E6C}">
      <dgm:prSet/>
      <dgm:spPr/>
      <dgm:t>
        <a:bodyPr/>
        <a:lstStyle/>
        <a:p>
          <a:endParaRPr lang="zh-CN" altLang="en-US" sz="24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53238DF4-62A4-4265-93CD-F49DC9C8B25F}" type="sibTrans" cxnId="{56C1F934-1239-47F3-9884-A98FC41C6E6C}">
      <dgm:prSet/>
      <dgm:spPr/>
      <dgm:t>
        <a:bodyPr/>
        <a:lstStyle/>
        <a:p>
          <a:endParaRPr lang="zh-CN" altLang="en-US" sz="24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67A4CC98-787C-471E-9E87-A35A9CDE8887}">
      <dgm:prSet phldrT="[文本]" custT="1">
        <dgm:style>
          <a:lnRef idx="0">
            <a:schemeClr val="accent3"/>
          </a:lnRef>
          <a:fillRef idx="3">
            <a:schemeClr val="accent3"/>
          </a:fillRef>
          <a:effectRef idx="3">
            <a:schemeClr val="accent3"/>
          </a:effectRef>
          <a:fontRef idx="minor">
            <a:schemeClr val="lt1"/>
          </a:fontRef>
        </dgm:style>
      </dgm:prSet>
      <dgm:spPr/>
      <dgm:t>
        <a:bodyPr/>
        <a:lstStyle/>
        <a:p>
          <a:r>
            <a:rPr lang="zh-CN" altLang="en-US" sz="24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解释程序</a:t>
          </a:r>
        </a:p>
      </dgm:t>
    </dgm:pt>
    <dgm:pt modelId="{5DCE24C8-88B1-4F9D-A4EF-86EDE8191D8D}" type="parTrans" cxnId="{A22D5E48-7BDB-4E77-8690-3F35113928DB}">
      <dgm:prSet/>
      <dgm:spPr/>
      <dgm:t>
        <a:bodyPr/>
        <a:lstStyle/>
        <a:p>
          <a:endParaRPr lang="zh-CN" altLang="en-US" sz="24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9D72E74D-2942-4053-8976-9D9058A6A358}" type="sibTrans" cxnId="{A22D5E48-7BDB-4E77-8690-3F35113928DB}">
      <dgm:prSet/>
      <dgm:spPr/>
      <dgm:t>
        <a:bodyPr/>
        <a:lstStyle/>
        <a:p>
          <a:endParaRPr lang="zh-CN" altLang="en-US" sz="24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E80B6E4B-109C-45F8-A4E1-A86A46443490}">
      <dgm:prSet phldrT="[文本]" custT="1">
        <dgm:style>
          <a:lnRef idx="0">
            <a:schemeClr val="accent5"/>
          </a:lnRef>
          <a:fillRef idx="3">
            <a:schemeClr val="accent5"/>
          </a:fillRef>
          <a:effectRef idx="3">
            <a:schemeClr val="accent5"/>
          </a:effectRef>
          <a:fontRef idx="minor">
            <a:schemeClr val="lt1"/>
          </a:fontRef>
        </dgm:style>
      </dgm:prSet>
      <dgm:spPr/>
      <dgm:t>
        <a:bodyPr/>
        <a:lstStyle/>
        <a:p>
          <a:r>
            <a:rPr lang="zh-CN" altLang="en-US" sz="24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执行代码</a:t>
          </a:r>
        </a:p>
      </dgm:t>
    </dgm:pt>
    <dgm:pt modelId="{977E3110-C293-449C-AAC5-1C3E3C8223AA}" type="parTrans" cxnId="{8EE7A042-9A8A-4DCC-9144-9DEFD43B27C4}">
      <dgm:prSet/>
      <dgm:spPr/>
      <dgm:t>
        <a:bodyPr/>
        <a:lstStyle/>
        <a:p>
          <a:endParaRPr lang="zh-CN" altLang="en-US" sz="24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7B93CBF3-F82A-4D4A-A521-98664E5CADAB}" type="sibTrans" cxnId="{8EE7A042-9A8A-4DCC-9144-9DEFD43B27C4}">
      <dgm:prSet/>
      <dgm:spPr/>
      <dgm:t>
        <a:bodyPr/>
        <a:lstStyle/>
        <a:p>
          <a:endParaRPr lang="zh-CN" altLang="en-US" sz="24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D7E796B5-2B10-4A31-85E0-9B30F546213F}">
      <dgm:prSet phldrT="[文本]" custT="1">
        <dgm:style>
          <a:lnRef idx="0">
            <a:schemeClr val="accent2"/>
          </a:lnRef>
          <a:fillRef idx="3">
            <a:schemeClr val="accent2"/>
          </a:fillRef>
          <a:effectRef idx="3">
            <a:schemeClr val="accent2"/>
          </a:effectRef>
          <a:fontRef idx="minor">
            <a:schemeClr val="lt1"/>
          </a:fontRef>
        </dgm:style>
      </dgm:prSet>
      <dgm:spPr/>
      <dgm:t>
        <a:bodyPr/>
        <a:lstStyle/>
        <a:p>
          <a:r>
            <a:rPr lang="zh-CN" altLang="en-US" sz="24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执行结果</a:t>
          </a:r>
        </a:p>
      </dgm:t>
    </dgm:pt>
    <dgm:pt modelId="{C4E9AD4F-9FF5-48B0-8D13-498EC2586D45}" type="parTrans" cxnId="{4B3583A7-6964-4A23-BA27-6C0E70FFC874}">
      <dgm:prSet/>
      <dgm:spPr/>
      <dgm:t>
        <a:bodyPr/>
        <a:lstStyle/>
        <a:p>
          <a:endParaRPr lang="zh-CN" altLang="en-US" sz="24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FB5843AA-B39E-46E8-844E-E8FC3AE5911B}" type="sibTrans" cxnId="{4B3583A7-6964-4A23-BA27-6C0E70FFC874}">
      <dgm:prSet/>
      <dgm:spPr/>
      <dgm:t>
        <a:bodyPr/>
        <a:lstStyle/>
        <a:p>
          <a:endParaRPr lang="zh-CN" altLang="en-US" sz="24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FD5AE54B-9215-4CF8-89F9-3444F4A0D024}" type="pres">
      <dgm:prSet presAssocID="{775F63C2-E7DF-4FEB-8069-459853711906}" presName="Name0" presStyleCnt="0">
        <dgm:presLayoutVars>
          <dgm:dir/>
          <dgm:animLvl val="lvl"/>
          <dgm:resizeHandles val="exact"/>
        </dgm:presLayoutVars>
      </dgm:prSet>
      <dgm:spPr/>
    </dgm:pt>
    <dgm:pt modelId="{A9D3CDB4-7C92-4406-9ECF-24B913EFB7BE}" type="pres">
      <dgm:prSet presAssocID="{AF2EC0C6-30D6-4B1A-86F6-9421239E0E77}" presName="parTxOnly" presStyleLbl="node1" presStyleIdx="0" presStyleCnt="4">
        <dgm:presLayoutVars>
          <dgm:chMax val="0"/>
          <dgm:chPref val="0"/>
          <dgm:bulletEnabled val="1"/>
        </dgm:presLayoutVars>
      </dgm:prSet>
      <dgm:spPr/>
    </dgm:pt>
    <dgm:pt modelId="{9F9E87E3-52C8-4727-839C-89C2EAA0183E}" type="pres">
      <dgm:prSet presAssocID="{53238DF4-62A4-4265-93CD-F49DC9C8B25F}" presName="parTxOnlySpace" presStyleCnt="0"/>
      <dgm:spPr/>
    </dgm:pt>
    <dgm:pt modelId="{BFF8FD40-854F-4F0E-9C95-66B386C590AC}" type="pres">
      <dgm:prSet presAssocID="{67A4CC98-787C-471E-9E87-A35A9CDE8887}" presName="parTxOnly" presStyleLbl="node1" presStyleIdx="1" presStyleCnt="4">
        <dgm:presLayoutVars>
          <dgm:chMax val="0"/>
          <dgm:chPref val="0"/>
          <dgm:bulletEnabled val="1"/>
        </dgm:presLayoutVars>
      </dgm:prSet>
      <dgm:spPr/>
    </dgm:pt>
    <dgm:pt modelId="{FAF5C7BF-25E2-4207-A54E-843AF9BBA83B}" type="pres">
      <dgm:prSet presAssocID="{9D72E74D-2942-4053-8976-9D9058A6A358}" presName="parTxOnlySpace" presStyleCnt="0"/>
      <dgm:spPr/>
    </dgm:pt>
    <dgm:pt modelId="{FC9B91D5-4482-495A-A4BC-998A763F675B}" type="pres">
      <dgm:prSet presAssocID="{E80B6E4B-109C-45F8-A4E1-A86A46443490}" presName="parTxOnly" presStyleLbl="node1" presStyleIdx="2" presStyleCnt="4">
        <dgm:presLayoutVars>
          <dgm:chMax val="0"/>
          <dgm:chPref val="0"/>
          <dgm:bulletEnabled val="1"/>
        </dgm:presLayoutVars>
      </dgm:prSet>
      <dgm:spPr/>
    </dgm:pt>
    <dgm:pt modelId="{A9E307EB-DA10-4975-A7D9-7B22A7A1C076}" type="pres">
      <dgm:prSet presAssocID="{7B93CBF3-F82A-4D4A-A521-98664E5CADAB}" presName="parTxOnlySpace" presStyleCnt="0"/>
      <dgm:spPr/>
    </dgm:pt>
    <dgm:pt modelId="{2C33E8D6-C7F6-4BE5-BF4F-F11993FC2AB6}" type="pres">
      <dgm:prSet presAssocID="{D7E796B5-2B10-4A31-85E0-9B30F546213F}" presName="parTxOnly" presStyleLbl="node1" presStyleIdx="3" presStyleCnt="4">
        <dgm:presLayoutVars>
          <dgm:chMax val="0"/>
          <dgm:chPref val="0"/>
          <dgm:bulletEnabled val="1"/>
        </dgm:presLayoutVars>
      </dgm:prSet>
      <dgm:spPr/>
    </dgm:pt>
  </dgm:ptLst>
  <dgm:cxnLst>
    <dgm:cxn modelId="{4AB47E0C-F1B2-45E3-80E4-627796147075}" type="presOf" srcId="{E80B6E4B-109C-45F8-A4E1-A86A46443490}" destId="{FC9B91D5-4482-495A-A4BC-998A763F675B}" srcOrd="0" destOrd="0" presId="urn:microsoft.com/office/officeart/2005/8/layout/chevron1"/>
    <dgm:cxn modelId="{2E06A920-95AB-4768-B0EE-40104420E72D}" type="presOf" srcId="{67A4CC98-787C-471E-9E87-A35A9CDE8887}" destId="{BFF8FD40-854F-4F0E-9C95-66B386C590AC}" srcOrd="0" destOrd="0" presId="urn:microsoft.com/office/officeart/2005/8/layout/chevron1"/>
    <dgm:cxn modelId="{56C1F934-1239-47F3-9884-A98FC41C6E6C}" srcId="{775F63C2-E7DF-4FEB-8069-459853711906}" destId="{AF2EC0C6-30D6-4B1A-86F6-9421239E0E77}" srcOrd="0" destOrd="0" parTransId="{DF27C16E-44F7-4759-BFEC-A8EC83F76175}" sibTransId="{53238DF4-62A4-4265-93CD-F49DC9C8B25F}"/>
    <dgm:cxn modelId="{5934135B-E044-4C7E-8576-B9FF6C2137A5}" type="presOf" srcId="{AF2EC0C6-30D6-4B1A-86F6-9421239E0E77}" destId="{A9D3CDB4-7C92-4406-9ECF-24B913EFB7BE}" srcOrd="0" destOrd="0" presId="urn:microsoft.com/office/officeart/2005/8/layout/chevron1"/>
    <dgm:cxn modelId="{8EE7A042-9A8A-4DCC-9144-9DEFD43B27C4}" srcId="{775F63C2-E7DF-4FEB-8069-459853711906}" destId="{E80B6E4B-109C-45F8-A4E1-A86A46443490}" srcOrd="2" destOrd="0" parTransId="{977E3110-C293-449C-AAC5-1C3E3C8223AA}" sibTransId="{7B93CBF3-F82A-4D4A-A521-98664E5CADAB}"/>
    <dgm:cxn modelId="{A22D5E48-7BDB-4E77-8690-3F35113928DB}" srcId="{775F63C2-E7DF-4FEB-8069-459853711906}" destId="{67A4CC98-787C-471E-9E87-A35A9CDE8887}" srcOrd="1" destOrd="0" parTransId="{5DCE24C8-88B1-4F9D-A4EF-86EDE8191D8D}" sibTransId="{9D72E74D-2942-4053-8976-9D9058A6A358}"/>
    <dgm:cxn modelId="{FB5AB14B-573D-48EB-A5FA-ECFB900762B7}" type="presOf" srcId="{775F63C2-E7DF-4FEB-8069-459853711906}" destId="{FD5AE54B-9215-4CF8-89F9-3444F4A0D024}" srcOrd="0" destOrd="0" presId="urn:microsoft.com/office/officeart/2005/8/layout/chevron1"/>
    <dgm:cxn modelId="{9C7900A5-964C-4D85-88F8-90E617C84D98}" type="presOf" srcId="{D7E796B5-2B10-4A31-85E0-9B30F546213F}" destId="{2C33E8D6-C7F6-4BE5-BF4F-F11993FC2AB6}" srcOrd="0" destOrd="0" presId="urn:microsoft.com/office/officeart/2005/8/layout/chevron1"/>
    <dgm:cxn modelId="{4B3583A7-6964-4A23-BA27-6C0E70FFC874}" srcId="{775F63C2-E7DF-4FEB-8069-459853711906}" destId="{D7E796B5-2B10-4A31-85E0-9B30F546213F}" srcOrd="3" destOrd="0" parTransId="{C4E9AD4F-9FF5-48B0-8D13-498EC2586D45}" sibTransId="{FB5843AA-B39E-46E8-844E-E8FC3AE5911B}"/>
    <dgm:cxn modelId="{574E2599-44AB-4150-A58F-1AD65E4F72CD}" type="presParOf" srcId="{FD5AE54B-9215-4CF8-89F9-3444F4A0D024}" destId="{A9D3CDB4-7C92-4406-9ECF-24B913EFB7BE}" srcOrd="0" destOrd="0" presId="urn:microsoft.com/office/officeart/2005/8/layout/chevron1"/>
    <dgm:cxn modelId="{BE997275-95C2-4303-9B68-267A1676CF36}" type="presParOf" srcId="{FD5AE54B-9215-4CF8-89F9-3444F4A0D024}" destId="{9F9E87E3-52C8-4727-839C-89C2EAA0183E}" srcOrd="1" destOrd="0" presId="urn:microsoft.com/office/officeart/2005/8/layout/chevron1"/>
    <dgm:cxn modelId="{7318FE9D-6B41-4E3B-9EC2-A9B4C2261F1B}" type="presParOf" srcId="{FD5AE54B-9215-4CF8-89F9-3444F4A0D024}" destId="{BFF8FD40-854F-4F0E-9C95-66B386C590AC}" srcOrd="2" destOrd="0" presId="urn:microsoft.com/office/officeart/2005/8/layout/chevron1"/>
    <dgm:cxn modelId="{2E04F758-DF7D-46ED-A0A8-488A6AD69E28}" type="presParOf" srcId="{FD5AE54B-9215-4CF8-89F9-3444F4A0D024}" destId="{FAF5C7BF-25E2-4207-A54E-843AF9BBA83B}" srcOrd="3" destOrd="0" presId="urn:microsoft.com/office/officeart/2005/8/layout/chevron1"/>
    <dgm:cxn modelId="{02D66607-C378-43A5-B89C-8B883825490A}" type="presParOf" srcId="{FD5AE54B-9215-4CF8-89F9-3444F4A0D024}" destId="{FC9B91D5-4482-495A-A4BC-998A763F675B}" srcOrd="4" destOrd="0" presId="urn:microsoft.com/office/officeart/2005/8/layout/chevron1"/>
    <dgm:cxn modelId="{386F9417-AAEC-4EA7-A86E-4C43836D58AB}" type="presParOf" srcId="{FD5AE54B-9215-4CF8-89F9-3444F4A0D024}" destId="{A9E307EB-DA10-4975-A7D9-7B22A7A1C076}" srcOrd="5" destOrd="0" presId="urn:microsoft.com/office/officeart/2005/8/layout/chevron1"/>
    <dgm:cxn modelId="{DD90C0B8-D8FE-4883-A70D-126F46A5C19A}" type="presParOf" srcId="{FD5AE54B-9215-4CF8-89F9-3444F4A0D024}" destId="{2C33E8D6-C7F6-4BE5-BF4F-F11993FC2AB6}"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CF16A89-5096-4D44-9177-AB717D6D0FDF}" type="doc">
      <dgm:prSet loTypeId="urn:microsoft.com/office/officeart/2009/3/layout/StepUpProcess" loCatId="process" qsTypeId="urn:microsoft.com/office/officeart/2005/8/quickstyle/simple1" qsCatId="simple" csTypeId="urn:microsoft.com/office/officeart/2005/8/colors/colorful5" csCatId="colorful" phldr="1"/>
      <dgm:spPr/>
      <dgm:t>
        <a:bodyPr/>
        <a:lstStyle/>
        <a:p>
          <a:endParaRPr lang="zh-CN" altLang="en-US"/>
        </a:p>
      </dgm:t>
    </dgm:pt>
    <dgm:pt modelId="{9D6D3A8F-3830-4627-B146-6A14E1399F83}">
      <dgm:prSet phldrT="[文本]" custT="1"/>
      <dgm:spPr/>
      <dgm:t>
        <a:bodyPr/>
        <a:lstStyle/>
        <a:p>
          <a:r>
            <a:rPr lang="en-US" altLang="zh-CN" sz="2800" b="1" dirty="0">
              <a:latin typeface="微软雅黑" panose="020B0503020204020204" pitchFamily="34" charset="-122"/>
              <a:ea typeface="微软雅黑" panose="020B0503020204020204" pitchFamily="34" charset="-122"/>
            </a:rPr>
            <a:t>C</a:t>
          </a:r>
          <a:endParaRPr lang="zh-CN" altLang="en-US" sz="2800" b="1" dirty="0">
            <a:latin typeface="微软雅黑" panose="020B0503020204020204" pitchFamily="34" charset="-122"/>
            <a:ea typeface="微软雅黑" panose="020B0503020204020204" pitchFamily="34" charset="-122"/>
          </a:endParaRPr>
        </a:p>
      </dgm:t>
    </dgm:pt>
    <dgm:pt modelId="{632668CC-82E4-4F86-AD34-9D6F3DEE5777}" type="parTrans" cxnId="{BE731CB3-B26A-45B1-9C46-7F945C29C52C}">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A76A464-2BB3-441E-888F-87D18A977FEA}" type="sibTrans" cxnId="{BE731CB3-B26A-45B1-9C46-7F945C29C52C}">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998AEF1-A72A-4D8E-9DCC-A4389EE34B4E}">
      <dgm:prSet phldrT="[文本]" custT="1"/>
      <dgm:spPr/>
      <dgm:t>
        <a:bodyPr/>
        <a:lstStyle/>
        <a:p>
          <a:pPr marL="0" lvl="0" indent="0" algn="l" defTabSz="1244600">
            <a:lnSpc>
              <a:spcPct val="90000"/>
            </a:lnSpc>
            <a:spcBef>
              <a:spcPct val="0"/>
            </a:spcBef>
            <a:spcAft>
              <a:spcPct val="35000"/>
            </a:spcAft>
            <a:buNone/>
          </a:pPr>
          <a:r>
            <a:rPr lang="en-US" altLang="zh-CN" sz="2800" b="1" kern="1200" dirty="0">
              <a:solidFill>
                <a:prstClr val="black">
                  <a:hueOff val="0"/>
                  <a:satOff val="0"/>
                  <a:lumOff val="0"/>
                  <a:alphaOff val="0"/>
                </a:prstClr>
              </a:solidFill>
              <a:latin typeface="等线"/>
              <a:ea typeface="等线" panose="02010600030101010101" pitchFamily="2" charset="-122"/>
              <a:cs typeface="+mn-cs"/>
            </a:rPr>
            <a:t>C++</a:t>
          </a:r>
          <a:endParaRPr lang="zh-CN" altLang="en-US" sz="2800" b="1" kern="1200" dirty="0">
            <a:solidFill>
              <a:prstClr val="black">
                <a:hueOff val="0"/>
                <a:satOff val="0"/>
                <a:lumOff val="0"/>
                <a:alphaOff val="0"/>
              </a:prstClr>
            </a:solidFill>
            <a:latin typeface="等线"/>
            <a:ea typeface="等线" panose="02010600030101010101" pitchFamily="2" charset="-122"/>
            <a:cs typeface="+mn-cs"/>
          </a:endParaRPr>
        </a:p>
      </dgm:t>
    </dgm:pt>
    <dgm:pt modelId="{511A6B5B-D325-4423-B422-CE29B2A2672D}" type="parTrans" cxnId="{E97DA763-FF2D-46D9-8356-6652102477ED}">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8D2B5B1-89D1-4DE6-BD8F-390993F8274A}" type="sibTrans" cxnId="{E97DA763-FF2D-46D9-8356-6652102477ED}">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673D315-4876-48CA-BEB8-388672198997}">
      <dgm:prSet phldrT="[文本]" custT="1"/>
      <dgm:spPr/>
      <dgm:t>
        <a:bodyPr/>
        <a:lstStyle/>
        <a:p>
          <a:pPr marL="0" lvl="0" indent="0" algn="l" defTabSz="1244600">
            <a:lnSpc>
              <a:spcPct val="90000"/>
            </a:lnSpc>
            <a:spcBef>
              <a:spcPct val="0"/>
            </a:spcBef>
            <a:spcAft>
              <a:spcPct val="35000"/>
            </a:spcAft>
            <a:buNone/>
          </a:pPr>
          <a:r>
            <a:rPr lang="en-US" altLang="zh-CN" sz="2800" b="1" kern="1200" dirty="0">
              <a:solidFill>
                <a:prstClr val="black">
                  <a:hueOff val="0"/>
                  <a:satOff val="0"/>
                  <a:lumOff val="0"/>
                  <a:alphaOff val="0"/>
                </a:prstClr>
              </a:solidFill>
              <a:latin typeface="等线"/>
              <a:ea typeface="等线" panose="02010600030101010101" pitchFamily="2" charset="-122"/>
              <a:cs typeface="+mn-cs"/>
            </a:rPr>
            <a:t>Java</a:t>
          </a:r>
          <a:endParaRPr lang="zh-CN" altLang="en-US" sz="2800" b="1" kern="1200" dirty="0">
            <a:solidFill>
              <a:prstClr val="black">
                <a:hueOff val="0"/>
                <a:satOff val="0"/>
                <a:lumOff val="0"/>
                <a:alphaOff val="0"/>
              </a:prstClr>
            </a:solidFill>
            <a:latin typeface="等线"/>
            <a:ea typeface="等线" panose="02010600030101010101" pitchFamily="2" charset="-122"/>
            <a:cs typeface="+mn-cs"/>
          </a:endParaRPr>
        </a:p>
      </dgm:t>
    </dgm:pt>
    <dgm:pt modelId="{04DDF37A-34EC-4C6A-95B7-CC693C5EBB95}" type="parTrans" cxnId="{6752AFF3-92DE-47A6-A27F-9889B144CA3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B86ACCC-2428-48BB-98B7-0F2C035A9BC1}" type="sibTrans" cxnId="{6752AFF3-92DE-47A6-A27F-9889B144CA3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93F44CA9-BE37-42B3-AB05-C3A5A274EF5C}">
      <dgm:prSet custT="1"/>
      <dgm:spPr/>
      <dgm:t>
        <a:bodyPr/>
        <a:lstStyle/>
        <a:p>
          <a:r>
            <a:rPr lang="en-US" altLang="zh-CN" sz="2800" b="1" dirty="0"/>
            <a:t>JavaScript</a:t>
          </a:r>
          <a:endParaRPr lang="zh-CN" altLang="en-US" sz="2800" b="1" dirty="0">
            <a:latin typeface="微软雅黑" panose="020B0503020204020204" pitchFamily="34" charset="-122"/>
            <a:ea typeface="微软雅黑" panose="020B0503020204020204" pitchFamily="34" charset="-122"/>
          </a:endParaRPr>
        </a:p>
      </dgm:t>
    </dgm:pt>
    <dgm:pt modelId="{B1EA286B-5109-4C12-9E17-0BDB80CF986B}" type="parTrans" cxnId="{13F0F815-7FF4-4D12-995C-1D8793088DDD}">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37037E89-475F-4017-9AE3-ACEB56A4F2D6}" type="sibTrans" cxnId="{13F0F815-7FF4-4D12-995C-1D8793088DDD}">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8FD8409-6942-4311-84E0-B8968F994225}">
      <dgm:prSet custT="1"/>
      <dgm:spPr/>
      <dgm:t>
        <a:bodyPr/>
        <a:lstStyle/>
        <a:p>
          <a:r>
            <a:rPr lang="en-US" altLang="zh-CN" sz="2800" b="1" dirty="0"/>
            <a:t>Scheme</a:t>
          </a:r>
          <a:endParaRPr lang="zh-CN" altLang="en-US" sz="2800" b="1" dirty="0">
            <a:latin typeface="微软雅黑" panose="020B0503020204020204" pitchFamily="34" charset="-122"/>
            <a:ea typeface="微软雅黑" panose="020B0503020204020204" pitchFamily="34" charset="-122"/>
          </a:endParaRPr>
        </a:p>
      </dgm:t>
    </dgm:pt>
    <dgm:pt modelId="{C3852D1C-49D3-4746-A82B-D04B951561E6}" type="parTrans" cxnId="{D4B414DB-E9F3-401E-80C9-D19DF0BA589C}">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64DAAC76-298E-4504-A11A-F8B60660AA3D}" type="sibTrans" cxnId="{D4B414DB-E9F3-401E-80C9-D19DF0BA589C}">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E8EDD3A-9F2A-45BC-A247-EC78AF9B04DC}">
      <dgm:prSet custT="1"/>
      <dgm:spPr/>
      <dgm:t>
        <a:bodyPr/>
        <a:lstStyle/>
        <a:p>
          <a:pPr marL="0" lvl="0" indent="0" algn="l" defTabSz="1244600">
            <a:lnSpc>
              <a:spcPct val="90000"/>
            </a:lnSpc>
            <a:spcBef>
              <a:spcPct val="0"/>
            </a:spcBef>
            <a:spcAft>
              <a:spcPct val="35000"/>
            </a:spcAft>
            <a:buNone/>
          </a:pPr>
          <a:r>
            <a:rPr lang="en-US" altLang="zh-CN" sz="2800" b="1" kern="1200" dirty="0">
              <a:solidFill>
                <a:prstClr val="black">
                  <a:hueOff val="0"/>
                  <a:satOff val="0"/>
                  <a:lumOff val="0"/>
                  <a:alphaOff val="0"/>
                </a:prstClr>
              </a:solidFill>
              <a:latin typeface="等线"/>
              <a:ea typeface="等线" panose="02010600030101010101" pitchFamily="2" charset="-122"/>
              <a:cs typeface="+mn-cs"/>
            </a:rPr>
            <a:t>Go</a:t>
          </a:r>
          <a:endParaRPr lang="zh-CN" altLang="en-US" sz="2800" b="1" kern="1200" dirty="0">
            <a:solidFill>
              <a:prstClr val="black">
                <a:hueOff val="0"/>
                <a:satOff val="0"/>
                <a:lumOff val="0"/>
                <a:alphaOff val="0"/>
              </a:prstClr>
            </a:solidFill>
            <a:latin typeface="等线"/>
            <a:ea typeface="等线" panose="02010600030101010101" pitchFamily="2" charset="-122"/>
            <a:cs typeface="+mn-cs"/>
          </a:endParaRPr>
        </a:p>
      </dgm:t>
    </dgm:pt>
    <dgm:pt modelId="{CF221343-20E4-49FF-A7CF-8E1074758019}" type="parTrans" cxnId="{62119585-5987-4948-8786-377A52E61DFF}">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6867D545-273B-4A50-BF82-61046A1A3544}" type="sibTrans" cxnId="{62119585-5987-4948-8786-377A52E61DFF}">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3354BE44-8B16-4181-8BAA-065D5DC7D4A6}">
      <dgm:prSet custT="1"/>
      <dgm:spPr/>
      <dgm:t>
        <a:bodyPr/>
        <a:lstStyle/>
        <a:p>
          <a:pPr marL="0" lvl="0" indent="0" algn="l" defTabSz="1244600">
            <a:lnSpc>
              <a:spcPct val="90000"/>
            </a:lnSpc>
            <a:spcBef>
              <a:spcPct val="0"/>
            </a:spcBef>
            <a:spcAft>
              <a:spcPct val="35000"/>
            </a:spcAft>
            <a:buNone/>
          </a:pPr>
          <a:r>
            <a:rPr lang="en-US" altLang="zh-CN" sz="2800" b="1" kern="1200" dirty="0">
              <a:solidFill>
                <a:prstClr val="black">
                  <a:hueOff val="0"/>
                  <a:satOff val="0"/>
                  <a:lumOff val="0"/>
                  <a:alphaOff val="0"/>
                </a:prstClr>
              </a:solidFill>
              <a:latin typeface="等线"/>
              <a:ea typeface="等线" panose="02010600030101010101" pitchFamily="2" charset="-122"/>
              <a:cs typeface="+mn-cs"/>
            </a:rPr>
            <a:t>Python</a:t>
          </a:r>
          <a:endParaRPr lang="zh-CN" altLang="en-US" sz="2800" b="1" kern="1200" dirty="0">
            <a:solidFill>
              <a:prstClr val="black">
                <a:hueOff val="0"/>
                <a:satOff val="0"/>
                <a:lumOff val="0"/>
                <a:alphaOff val="0"/>
              </a:prstClr>
            </a:solidFill>
            <a:latin typeface="等线"/>
            <a:ea typeface="等线" panose="02010600030101010101" pitchFamily="2" charset="-122"/>
            <a:cs typeface="+mn-cs"/>
          </a:endParaRPr>
        </a:p>
      </dgm:t>
    </dgm:pt>
    <dgm:pt modelId="{08AB6409-169F-460C-871E-88FFD1DFF15C}" type="parTrans" cxnId="{C0E0A622-FAC6-47A6-9903-A1464B7B7CB7}">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3A06021C-1893-4BA5-9312-87D266B4C895}" type="sibTrans" cxnId="{C0E0A622-FAC6-47A6-9903-A1464B7B7CB7}">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FE99717-33F7-4596-A4C5-E923CDA61E35}">
      <dgm:prSet custT="1"/>
      <dgm:spPr/>
      <dgm:t>
        <a:bodyPr/>
        <a:lstStyle/>
        <a:p>
          <a:pPr marL="0" lvl="0" indent="0" algn="l" defTabSz="1244600">
            <a:lnSpc>
              <a:spcPct val="90000"/>
            </a:lnSpc>
            <a:spcBef>
              <a:spcPct val="0"/>
            </a:spcBef>
            <a:spcAft>
              <a:spcPct val="35000"/>
            </a:spcAft>
            <a:buNone/>
          </a:pPr>
          <a:r>
            <a:rPr lang="en-US" altLang="zh-CN" sz="2800" b="1" kern="1200" dirty="0">
              <a:solidFill>
                <a:prstClr val="black">
                  <a:hueOff val="0"/>
                  <a:satOff val="0"/>
                  <a:lumOff val="0"/>
                  <a:alphaOff val="0"/>
                </a:prstClr>
              </a:solidFill>
              <a:latin typeface="等线"/>
              <a:ea typeface="等线" panose="02010600030101010101" pitchFamily="2" charset="-122"/>
              <a:cs typeface="+mn-cs"/>
            </a:rPr>
            <a:t>Ruby</a:t>
          </a:r>
          <a:endParaRPr lang="zh-CN" altLang="en-US" sz="2800" b="1" kern="1200" dirty="0">
            <a:solidFill>
              <a:prstClr val="black">
                <a:hueOff val="0"/>
                <a:satOff val="0"/>
                <a:lumOff val="0"/>
                <a:alphaOff val="0"/>
              </a:prstClr>
            </a:solidFill>
            <a:latin typeface="等线"/>
            <a:ea typeface="等线" panose="02010600030101010101" pitchFamily="2" charset="-122"/>
            <a:cs typeface="+mn-cs"/>
          </a:endParaRPr>
        </a:p>
      </dgm:t>
    </dgm:pt>
    <dgm:pt modelId="{D47ACD86-50B4-463B-9B66-2E0971CF536E}" type="parTrans" cxnId="{C216C31D-F5D5-4102-8AF7-83AFC4FAFC3B}">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500CB0CB-F350-46ED-B945-3626A3A7F461}" type="sibTrans" cxnId="{C216C31D-F5D5-4102-8AF7-83AFC4FAFC3B}">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0C9DD0C-0E5D-4E7A-ACF3-0BB52182439B}">
      <dgm:prSet custT="1"/>
      <dgm:spPr/>
      <dgm:t>
        <a:bodyPr/>
        <a:lstStyle/>
        <a:p>
          <a:pPr marL="0" lvl="0" indent="0" algn="l" defTabSz="1244600">
            <a:lnSpc>
              <a:spcPct val="90000"/>
            </a:lnSpc>
            <a:spcBef>
              <a:spcPct val="0"/>
            </a:spcBef>
            <a:spcAft>
              <a:spcPct val="35000"/>
            </a:spcAft>
            <a:buNone/>
          </a:pPr>
          <a:r>
            <a:rPr lang="en-US" altLang="zh-CN" sz="2800" b="1" kern="1200" dirty="0">
              <a:solidFill>
                <a:prstClr val="black">
                  <a:hueOff val="0"/>
                  <a:satOff val="0"/>
                  <a:lumOff val="0"/>
                  <a:alphaOff val="0"/>
                </a:prstClr>
              </a:solidFill>
              <a:latin typeface="等线"/>
              <a:ea typeface="等线" panose="02010600030101010101" pitchFamily="2" charset="-122"/>
              <a:cs typeface="+mn-cs"/>
            </a:rPr>
            <a:t>Perl</a:t>
          </a:r>
          <a:endParaRPr lang="zh-CN" altLang="en-US" sz="2800" b="1" kern="1200" dirty="0">
            <a:solidFill>
              <a:prstClr val="black">
                <a:hueOff val="0"/>
                <a:satOff val="0"/>
                <a:lumOff val="0"/>
                <a:alphaOff val="0"/>
              </a:prstClr>
            </a:solidFill>
            <a:latin typeface="等线"/>
            <a:ea typeface="等线" panose="02010600030101010101" pitchFamily="2" charset="-122"/>
            <a:cs typeface="+mn-cs"/>
          </a:endParaRPr>
        </a:p>
      </dgm:t>
    </dgm:pt>
    <dgm:pt modelId="{41CFC68C-951F-4128-9ABD-178893C7C355}" type="parTrans" cxnId="{0DE95FAC-CD49-4978-A8FC-513D6700FBF2}">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67661CAB-A3F6-4BA0-A9E0-48B5B21277BA}" type="sibTrans" cxnId="{0DE95FAC-CD49-4978-A8FC-513D6700FBF2}">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8A9AB90-4676-4DA0-A819-92B364D3A319}">
      <dgm:prSet custT="1"/>
      <dgm:spPr/>
      <dgm:t>
        <a:bodyPr/>
        <a:lstStyle/>
        <a:p>
          <a:pPr marL="0" lvl="0" indent="0" algn="l" defTabSz="1244600">
            <a:lnSpc>
              <a:spcPct val="90000"/>
            </a:lnSpc>
            <a:spcBef>
              <a:spcPct val="0"/>
            </a:spcBef>
            <a:spcAft>
              <a:spcPct val="35000"/>
            </a:spcAft>
            <a:buNone/>
          </a:pPr>
          <a:r>
            <a:rPr lang="en-US" altLang="zh-CN" sz="2800" b="1" kern="1200" dirty="0">
              <a:solidFill>
                <a:prstClr val="black">
                  <a:hueOff val="0"/>
                  <a:satOff val="0"/>
                  <a:lumOff val="0"/>
                  <a:alphaOff val="0"/>
                </a:prstClr>
              </a:solidFill>
              <a:latin typeface="等线"/>
              <a:ea typeface="等线" panose="02010600030101010101" pitchFamily="2" charset="-122"/>
              <a:cs typeface="+mn-cs"/>
            </a:rPr>
            <a:t>PHP</a:t>
          </a:r>
          <a:endParaRPr lang="zh-CN" altLang="en-US" sz="2800" b="1" kern="1200" dirty="0">
            <a:solidFill>
              <a:prstClr val="black">
                <a:hueOff val="0"/>
                <a:satOff val="0"/>
                <a:lumOff val="0"/>
                <a:alphaOff val="0"/>
              </a:prstClr>
            </a:solidFill>
            <a:latin typeface="等线"/>
            <a:ea typeface="等线" panose="02010600030101010101" pitchFamily="2" charset="-122"/>
            <a:cs typeface="+mn-cs"/>
          </a:endParaRPr>
        </a:p>
      </dgm:t>
    </dgm:pt>
    <dgm:pt modelId="{32BF6A05-9362-47B5-94E5-3B809D3E7B70}" type="parTrans" cxnId="{B67FB8C6-DC0E-41FD-94FF-D8E49CE2E49E}">
      <dgm:prSet/>
      <dgm:spPr/>
      <dgm:t>
        <a:bodyPr/>
        <a:lstStyle/>
        <a:p>
          <a:endParaRPr lang="zh-CN" altLang="en-US" sz="1800"/>
        </a:p>
      </dgm:t>
    </dgm:pt>
    <dgm:pt modelId="{8FDA3011-B22D-4B66-BD32-9F173C86D442}" type="sibTrans" cxnId="{B67FB8C6-DC0E-41FD-94FF-D8E49CE2E49E}">
      <dgm:prSet/>
      <dgm:spPr/>
      <dgm:t>
        <a:bodyPr/>
        <a:lstStyle/>
        <a:p>
          <a:endParaRPr lang="zh-CN" altLang="en-US" sz="1800"/>
        </a:p>
      </dgm:t>
    </dgm:pt>
    <dgm:pt modelId="{7254ED5A-47FD-4D94-B5B3-F4C7F5430BE1}" type="pres">
      <dgm:prSet presAssocID="{FCF16A89-5096-4D44-9177-AB717D6D0FDF}" presName="rootnode" presStyleCnt="0">
        <dgm:presLayoutVars>
          <dgm:chMax/>
          <dgm:chPref/>
          <dgm:dir/>
          <dgm:animLvl val="lvl"/>
        </dgm:presLayoutVars>
      </dgm:prSet>
      <dgm:spPr/>
    </dgm:pt>
    <dgm:pt modelId="{CE6B9268-A240-42D4-80F7-89B742259681}" type="pres">
      <dgm:prSet presAssocID="{9D6D3A8F-3830-4627-B146-6A14E1399F83}" presName="composite" presStyleCnt="0"/>
      <dgm:spPr/>
    </dgm:pt>
    <dgm:pt modelId="{D046BF3E-4560-45D2-A666-B22813EE2D68}" type="pres">
      <dgm:prSet presAssocID="{9D6D3A8F-3830-4627-B146-6A14E1399F83}" presName="LShape" presStyleLbl="alignNode1" presStyleIdx="0" presStyleCnt="19"/>
      <dgm:spPr/>
    </dgm:pt>
    <dgm:pt modelId="{31D303F7-7097-4BD4-A800-F93378870264}" type="pres">
      <dgm:prSet presAssocID="{9D6D3A8F-3830-4627-B146-6A14E1399F83}" presName="ParentText" presStyleLbl="revTx" presStyleIdx="0" presStyleCnt="10">
        <dgm:presLayoutVars>
          <dgm:chMax val="0"/>
          <dgm:chPref val="0"/>
          <dgm:bulletEnabled val="1"/>
        </dgm:presLayoutVars>
      </dgm:prSet>
      <dgm:spPr/>
    </dgm:pt>
    <dgm:pt modelId="{07119F06-31EA-4D16-8F99-D757BCB69836}" type="pres">
      <dgm:prSet presAssocID="{9D6D3A8F-3830-4627-B146-6A14E1399F83}" presName="Triangle" presStyleLbl="alignNode1" presStyleIdx="1" presStyleCnt="19"/>
      <dgm:spPr/>
    </dgm:pt>
    <dgm:pt modelId="{8A813FBA-44E3-4324-95C7-2D194152E8EF}" type="pres">
      <dgm:prSet presAssocID="{7A76A464-2BB3-441E-888F-87D18A977FEA}" presName="sibTrans" presStyleCnt="0"/>
      <dgm:spPr/>
    </dgm:pt>
    <dgm:pt modelId="{8E170C72-C875-4FEB-A246-9C2217457C30}" type="pres">
      <dgm:prSet presAssocID="{7A76A464-2BB3-441E-888F-87D18A977FEA}" presName="space" presStyleCnt="0"/>
      <dgm:spPr/>
    </dgm:pt>
    <dgm:pt modelId="{8141D9B2-532E-4C83-8E91-DA4441E5D020}" type="pres">
      <dgm:prSet presAssocID="{7998AEF1-A72A-4D8E-9DCC-A4389EE34B4E}" presName="composite" presStyleCnt="0"/>
      <dgm:spPr/>
    </dgm:pt>
    <dgm:pt modelId="{F90F6726-6C79-40A5-B2C7-E0B05072A9AE}" type="pres">
      <dgm:prSet presAssocID="{7998AEF1-A72A-4D8E-9DCC-A4389EE34B4E}" presName="LShape" presStyleLbl="alignNode1" presStyleIdx="2" presStyleCnt="19"/>
      <dgm:spPr/>
    </dgm:pt>
    <dgm:pt modelId="{B2125B1B-DC72-40B3-AA1C-CAED15A64FC7}" type="pres">
      <dgm:prSet presAssocID="{7998AEF1-A72A-4D8E-9DCC-A4389EE34B4E}" presName="ParentText" presStyleLbl="revTx" presStyleIdx="1" presStyleCnt="10">
        <dgm:presLayoutVars>
          <dgm:chMax val="0"/>
          <dgm:chPref val="0"/>
          <dgm:bulletEnabled val="1"/>
        </dgm:presLayoutVars>
      </dgm:prSet>
      <dgm:spPr/>
    </dgm:pt>
    <dgm:pt modelId="{ABA7F16C-4D41-49CE-99D2-A1AEBE3438A6}" type="pres">
      <dgm:prSet presAssocID="{7998AEF1-A72A-4D8E-9DCC-A4389EE34B4E}" presName="Triangle" presStyleLbl="alignNode1" presStyleIdx="3" presStyleCnt="19"/>
      <dgm:spPr/>
    </dgm:pt>
    <dgm:pt modelId="{67C167BB-E83E-4485-B2AD-B40DFA5703A9}" type="pres">
      <dgm:prSet presAssocID="{B8D2B5B1-89D1-4DE6-BD8F-390993F8274A}" presName="sibTrans" presStyleCnt="0"/>
      <dgm:spPr/>
    </dgm:pt>
    <dgm:pt modelId="{D922F601-300C-424D-8347-47DCC9106123}" type="pres">
      <dgm:prSet presAssocID="{B8D2B5B1-89D1-4DE6-BD8F-390993F8274A}" presName="space" presStyleCnt="0"/>
      <dgm:spPr/>
    </dgm:pt>
    <dgm:pt modelId="{4568D414-DCFF-48EE-88EB-D2040EA70455}" type="pres">
      <dgm:prSet presAssocID="{7673D315-4876-48CA-BEB8-388672198997}" presName="composite" presStyleCnt="0"/>
      <dgm:spPr/>
    </dgm:pt>
    <dgm:pt modelId="{E4EF29FC-0E26-4A7B-8E87-93A306126698}" type="pres">
      <dgm:prSet presAssocID="{7673D315-4876-48CA-BEB8-388672198997}" presName="LShape" presStyleLbl="alignNode1" presStyleIdx="4" presStyleCnt="19"/>
      <dgm:spPr/>
    </dgm:pt>
    <dgm:pt modelId="{A0CD61BD-5BEB-43E7-B3EF-AD957760E881}" type="pres">
      <dgm:prSet presAssocID="{7673D315-4876-48CA-BEB8-388672198997}" presName="ParentText" presStyleLbl="revTx" presStyleIdx="2" presStyleCnt="10">
        <dgm:presLayoutVars>
          <dgm:chMax val="0"/>
          <dgm:chPref val="0"/>
          <dgm:bulletEnabled val="1"/>
        </dgm:presLayoutVars>
      </dgm:prSet>
      <dgm:spPr/>
    </dgm:pt>
    <dgm:pt modelId="{B8D86996-A60B-4401-97E2-2A70CDD0987E}" type="pres">
      <dgm:prSet presAssocID="{7673D315-4876-48CA-BEB8-388672198997}" presName="Triangle" presStyleLbl="alignNode1" presStyleIdx="5" presStyleCnt="19"/>
      <dgm:spPr/>
    </dgm:pt>
    <dgm:pt modelId="{6ABE3298-16B0-4E4B-97A1-6D52E76106D6}" type="pres">
      <dgm:prSet presAssocID="{7B86ACCC-2428-48BB-98B7-0F2C035A9BC1}" presName="sibTrans" presStyleCnt="0"/>
      <dgm:spPr/>
    </dgm:pt>
    <dgm:pt modelId="{DC8D30C8-650B-43A7-8E40-EBE46DD590BD}" type="pres">
      <dgm:prSet presAssocID="{7B86ACCC-2428-48BB-98B7-0F2C035A9BC1}" presName="space" presStyleCnt="0"/>
      <dgm:spPr/>
    </dgm:pt>
    <dgm:pt modelId="{B1EB936E-68EA-4CAA-AB4D-6F29E1C1B80C}" type="pres">
      <dgm:prSet presAssocID="{93F44CA9-BE37-42B3-AB05-C3A5A274EF5C}" presName="composite" presStyleCnt="0"/>
      <dgm:spPr/>
    </dgm:pt>
    <dgm:pt modelId="{DE87F904-0842-47FD-A14E-BBDB70839A85}" type="pres">
      <dgm:prSet presAssocID="{93F44CA9-BE37-42B3-AB05-C3A5A274EF5C}" presName="LShape" presStyleLbl="alignNode1" presStyleIdx="6" presStyleCnt="19" custScaleX="175161"/>
      <dgm:spPr/>
    </dgm:pt>
    <dgm:pt modelId="{4B78F113-C441-4BBE-AF02-49BCDC2B56C7}" type="pres">
      <dgm:prSet presAssocID="{93F44CA9-BE37-42B3-AB05-C3A5A274EF5C}" presName="ParentText" presStyleLbl="revTx" presStyleIdx="3" presStyleCnt="10" custScaleX="180173">
        <dgm:presLayoutVars>
          <dgm:chMax val="0"/>
          <dgm:chPref val="0"/>
          <dgm:bulletEnabled val="1"/>
        </dgm:presLayoutVars>
      </dgm:prSet>
      <dgm:spPr/>
    </dgm:pt>
    <dgm:pt modelId="{6F0F1F63-2100-4261-9975-6F27CE3BC834}" type="pres">
      <dgm:prSet presAssocID="{93F44CA9-BE37-42B3-AB05-C3A5A274EF5C}" presName="Triangle" presStyleLbl="alignNode1" presStyleIdx="7" presStyleCnt="19" custLinFactX="94150" custLinFactNeighborX="100000"/>
      <dgm:spPr/>
    </dgm:pt>
    <dgm:pt modelId="{60F26759-F6B0-4904-9C34-CC05ED357F57}" type="pres">
      <dgm:prSet presAssocID="{37037E89-475F-4017-9AE3-ACEB56A4F2D6}" presName="sibTrans" presStyleCnt="0"/>
      <dgm:spPr/>
    </dgm:pt>
    <dgm:pt modelId="{D576FF10-13F2-4D80-8562-7B3FC84940B4}" type="pres">
      <dgm:prSet presAssocID="{37037E89-475F-4017-9AE3-ACEB56A4F2D6}" presName="space" presStyleCnt="0"/>
      <dgm:spPr/>
    </dgm:pt>
    <dgm:pt modelId="{E00B971E-54D6-4EA5-AAC0-DD003AD36D1B}" type="pres">
      <dgm:prSet presAssocID="{78FD8409-6942-4311-84E0-B8968F994225}" presName="composite" presStyleCnt="0"/>
      <dgm:spPr/>
    </dgm:pt>
    <dgm:pt modelId="{464ED1FA-4549-4DEA-9CE5-038D3A9B2A2D}" type="pres">
      <dgm:prSet presAssocID="{78FD8409-6942-4311-84E0-B8968F994225}" presName="LShape" presStyleLbl="alignNode1" presStyleIdx="8" presStyleCnt="19" custScaleX="154116" custLinFactNeighborX="73647"/>
      <dgm:spPr/>
    </dgm:pt>
    <dgm:pt modelId="{5A9FFC24-CF47-40EC-B7DE-2CC7C6DD672F}" type="pres">
      <dgm:prSet presAssocID="{78FD8409-6942-4311-84E0-B8968F994225}" presName="ParentText" presStyleLbl="revTx" presStyleIdx="4" presStyleCnt="10" custScaleX="159479" custLinFactNeighborX="81585">
        <dgm:presLayoutVars>
          <dgm:chMax val="0"/>
          <dgm:chPref val="0"/>
          <dgm:bulletEnabled val="1"/>
        </dgm:presLayoutVars>
      </dgm:prSet>
      <dgm:spPr/>
    </dgm:pt>
    <dgm:pt modelId="{F2223096-9A5C-4929-A8E6-705DC52BF726}" type="pres">
      <dgm:prSet presAssocID="{78FD8409-6942-4311-84E0-B8968F994225}" presName="Triangle" presStyleLbl="alignNode1" presStyleIdx="9" presStyleCnt="19" custLinFactX="247150" custLinFactNeighborX="300000"/>
      <dgm:spPr/>
    </dgm:pt>
    <dgm:pt modelId="{B3FDD698-B04E-4955-85AB-ABF138D53AF9}" type="pres">
      <dgm:prSet presAssocID="{64DAAC76-298E-4504-A11A-F8B60660AA3D}" presName="sibTrans" presStyleCnt="0"/>
      <dgm:spPr/>
    </dgm:pt>
    <dgm:pt modelId="{45338602-1A90-41A5-9D0C-BCCCBE7F7032}" type="pres">
      <dgm:prSet presAssocID="{64DAAC76-298E-4504-A11A-F8B60660AA3D}" presName="space" presStyleCnt="0"/>
      <dgm:spPr/>
    </dgm:pt>
    <dgm:pt modelId="{5F5A01F7-DC9E-414D-9676-DE53008D77EB}" type="pres">
      <dgm:prSet presAssocID="{4E8EDD3A-9F2A-45BC-A247-EC78AF9B04DC}" presName="composite" presStyleCnt="0"/>
      <dgm:spPr/>
    </dgm:pt>
    <dgm:pt modelId="{08ECD015-64CC-48B6-B0FB-7FD0A1BA4CB3}" type="pres">
      <dgm:prSet presAssocID="{4E8EDD3A-9F2A-45BC-A247-EC78AF9B04DC}" presName="LShape" presStyleLbl="alignNode1" presStyleIdx="10" presStyleCnt="19" custLinFactX="24749" custLinFactNeighborX="100000"/>
      <dgm:spPr/>
    </dgm:pt>
    <dgm:pt modelId="{E761BC3A-5295-41CB-B716-2B15E880FEEB}" type="pres">
      <dgm:prSet presAssocID="{4E8EDD3A-9F2A-45BC-A247-EC78AF9B04DC}" presName="ParentText" presStyleLbl="revTx" presStyleIdx="5" presStyleCnt="10" custLinFactX="38195" custLinFactNeighborX="100000">
        <dgm:presLayoutVars>
          <dgm:chMax val="0"/>
          <dgm:chPref val="0"/>
          <dgm:bulletEnabled val="1"/>
        </dgm:presLayoutVars>
      </dgm:prSet>
      <dgm:spPr/>
    </dgm:pt>
    <dgm:pt modelId="{54734A8F-CFFA-462A-8AEE-C7D680DC7869}" type="pres">
      <dgm:prSet presAssocID="{4E8EDD3A-9F2A-45BC-A247-EC78AF9B04DC}" presName="Triangle" presStyleLbl="alignNode1" presStyleIdx="11" presStyleCnt="19" custLinFactX="332475" custLinFactNeighborX="400000"/>
      <dgm:spPr/>
    </dgm:pt>
    <dgm:pt modelId="{247A5C20-BA96-472A-92D9-35FF67231963}" type="pres">
      <dgm:prSet presAssocID="{6867D545-273B-4A50-BF82-61046A1A3544}" presName="sibTrans" presStyleCnt="0"/>
      <dgm:spPr/>
    </dgm:pt>
    <dgm:pt modelId="{A3B24F4C-EE0A-4931-AE1C-F877EFBAB828}" type="pres">
      <dgm:prSet presAssocID="{6867D545-273B-4A50-BF82-61046A1A3544}" presName="space" presStyleCnt="0"/>
      <dgm:spPr/>
    </dgm:pt>
    <dgm:pt modelId="{A64347CB-31B2-4D8D-B3DC-CA81CF2A3B7B}" type="pres">
      <dgm:prSet presAssocID="{3354BE44-8B16-4181-8BAA-065D5DC7D4A6}" presName="composite" presStyleCnt="0"/>
      <dgm:spPr/>
    </dgm:pt>
    <dgm:pt modelId="{1037C482-0ACB-462D-8F52-FA6CEC1E8DD6}" type="pres">
      <dgm:prSet presAssocID="{3354BE44-8B16-4181-8BAA-065D5DC7D4A6}" presName="LShape" presStyleLbl="alignNode1" presStyleIdx="12" presStyleCnt="19" custScaleX="139181" custLinFactX="24749" custLinFactNeighborX="100000"/>
      <dgm:spPr/>
    </dgm:pt>
    <dgm:pt modelId="{069C0649-0662-4A9C-8F24-37946064BB1A}" type="pres">
      <dgm:prSet presAssocID="{3354BE44-8B16-4181-8BAA-065D5DC7D4A6}" presName="ParentText" presStyleLbl="revTx" presStyleIdx="6" presStyleCnt="10" custScaleX="139485" custLinFactX="38195" custLinFactNeighborX="100000">
        <dgm:presLayoutVars>
          <dgm:chMax val="0"/>
          <dgm:chPref val="0"/>
          <dgm:bulletEnabled val="1"/>
        </dgm:presLayoutVars>
      </dgm:prSet>
      <dgm:spPr/>
    </dgm:pt>
    <dgm:pt modelId="{17D5901D-5EC2-465F-8C34-127ED079887C}" type="pres">
      <dgm:prSet presAssocID="{3354BE44-8B16-4181-8BAA-065D5DC7D4A6}" presName="Triangle" presStyleLbl="alignNode1" presStyleIdx="13" presStyleCnt="19" custLinFactX="400000" custLinFactNeighborX="464850"/>
      <dgm:spPr/>
    </dgm:pt>
    <dgm:pt modelId="{2161C60B-1DC5-4118-B111-8B80042FF558}" type="pres">
      <dgm:prSet presAssocID="{3A06021C-1893-4BA5-9312-87D266B4C895}" presName="sibTrans" presStyleCnt="0"/>
      <dgm:spPr/>
    </dgm:pt>
    <dgm:pt modelId="{92E757FE-6685-4BA9-9D3C-D131BA4CADE2}" type="pres">
      <dgm:prSet presAssocID="{3A06021C-1893-4BA5-9312-87D266B4C895}" presName="space" presStyleCnt="0"/>
      <dgm:spPr/>
    </dgm:pt>
    <dgm:pt modelId="{0687DCC1-5874-4200-9B0B-8CA6497F7588}" type="pres">
      <dgm:prSet presAssocID="{4FE99717-33F7-4596-A4C5-E923CDA61E35}" presName="composite" presStyleCnt="0"/>
      <dgm:spPr/>
    </dgm:pt>
    <dgm:pt modelId="{2406C956-2418-42C0-9F04-D365C2CBC999}" type="pres">
      <dgm:prSet presAssocID="{4FE99717-33F7-4596-A4C5-E923CDA61E35}" presName="LShape" presStyleLbl="alignNode1" presStyleIdx="14" presStyleCnt="19" custLinFactX="63827" custLinFactNeighborX="100000"/>
      <dgm:spPr/>
    </dgm:pt>
    <dgm:pt modelId="{D9063AF9-0E28-4C38-ABC3-2D1F0F191B6B}" type="pres">
      <dgm:prSet presAssocID="{4FE99717-33F7-4596-A4C5-E923CDA61E35}" presName="ParentText" presStyleLbl="revTx" presStyleIdx="7" presStyleCnt="10" custLinFactX="81485" custLinFactNeighborX="100000">
        <dgm:presLayoutVars>
          <dgm:chMax val="0"/>
          <dgm:chPref val="0"/>
          <dgm:bulletEnabled val="1"/>
        </dgm:presLayoutVars>
      </dgm:prSet>
      <dgm:spPr/>
    </dgm:pt>
    <dgm:pt modelId="{4CF51C59-39F7-4A3C-A83A-B72A6F72661E}" type="pres">
      <dgm:prSet presAssocID="{4FE99717-33F7-4596-A4C5-E923CDA61E35}" presName="Triangle" presStyleLbl="alignNode1" presStyleIdx="15" presStyleCnt="19" custLinFactX="461925" custLinFactNeighborX="500000"/>
      <dgm:spPr/>
    </dgm:pt>
    <dgm:pt modelId="{6336A606-E4C8-4A92-A5AF-A0097D03D63F}" type="pres">
      <dgm:prSet presAssocID="{500CB0CB-F350-46ED-B945-3626A3A7F461}" presName="sibTrans" presStyleCnt="0"/>
      <dgm:spPr/>
    </dgm:pt>
    <dgm:pt modelId="{38172315-2BE9-4B42-A0DF-7B0DB4280E37}" type="pres">
      <dgm:prSet presAssocID="{500CB0CB-F350-46ED-B945-3626A3A7F461}" presName="space" presStyleCnt="0"/>
      <dgm:spPr/>
    </dgm:pt>
    <dgm:pt modelId="{DFB0A38F-7744-405C-8AB2-16462CEA6D9A}" type="pres">
      <dgm:prSet presAssocID="{40C9DD0C-0E5D-4E7A-ACF3-0BB52182439B}" presName="composite" presStyleCnt="0"/>
      <dgm:spPr/>
    </dgm:pt>
    <dgm:pt modelId="{1C4B9D3B-9D3E-461D-8C32-5189E816EA03}" type="pres">
      <dgm:prSet presAssocID="{40C9DD0C-0E5D-4E7A-ACF3-0BB52182439B}" presName="LShape" presStyleLbl="alignNode1" presStyleIdx="16" presStyleCnt="19" custLinFactX="63827" custLinFactNeighborX="100000"/>
      <dgm:spPr/>
    </dgm:pt>
    <dgm:pt modelId="{3C1A67E7-C959-42FC-81C7-402E091E65A8}" type="pres">
      <dgm:prSet presAssocID="{40C9DD0C-0E5D-4E7A-ACF3-0BB52182439B}" presName="ParentText" presStyleLbl="revTx" presStyleIdx="8" presStyleCnt="10" custLinFactX="81485" custLinFactNeighborX="100000">
        <dgm:presLayoutVars>
          <dgm:chMax val="0"/>
          <dgm:chPref val="0"/>
          <dgm:bulletEnabled val="1"/>
        </dgm:presLayoutVars>
      </dgm:prSet>
      <dgm:spPr/>
    </dgm:pt>
    <dgm:pt modelId="{1C45A139-EB57-449D-B04D-69A9B16C2CFB}" type="pres">
      <dgm:prSet presAssocID="{40C9DD0C-0E5D-4E7A-ACF3-0BB52182439B}" presName="Triangle" presStyleLbl="alignNode1" presStyleIdx="17" presStyleCnt="19" custLinFactX="461925" custLinFactNeighborX="500000"/>
      <dgm:spPr/>
    </dgm:pt>
    <dgm:pt modelId="{AEB6200F-A962-412F-A97D-ADF49E34F517}" type="pres">
      <dgm:prSet presAssocID="{67661CAB-A3F6-4BA0-A9E0-48B5B21277BA}" presName="sibTrans" presStyleCnt="0"/>
      <dgm:spPr/>
    </dgm:pt>
    <dgm:pt modelId="{DEA5930C-CE60-4FB1-8373-8DB73A674BE0}" type="pres">
      <dgm:prSet presAssocID="{67661CAB-A3F6-4BA0-A9E0-48B5B21277BA}" presName="space" presStyleCnt="0"/>
      <dgm:spPr/>
    </dgm:pt>
    <dgm:pt modelId="{6ADDC488-AE8F-4BEC-9AA1-FAD1A050C375}" type="pres">
      <dgm:prSet presAssocID="{E8A9AB90-4676-4DA0-A819-92B364D3A319}" presName="composite" presStyleCnt="0"/>
      <dgm:spPr/>
    </dgm:pt>
    <dgm:pt modelId="{258F69FE-AD1E-4907-8D0A-29D674F6D2E4}" type="pres">
      <dgm:prSet presAssocID="{E8A9AB90-4676-4DA0-A819-92B364D3A319}" presName="LShape" presStyleLbl="alignNode1" presStyleIdx="18" presStyleCnt="19" custLinFactX="63827" custLinFactNeighborX="100000"/>
      <dgm:spPr/>
    </dgm:pt>
    <dgm:pt modelId="{B0630DB8-1BCA-40D5-86A4-D9580470D212}" type="pres">
      <dgm:prSet presAssocID="{E8A9AB90-4676-4DA0-A819-92B364D3A319}" presName="ParentText" presStyleLbl="revTx" presStyleIdx="9" presStyleCnt="10" custLinFactX="81485" custLinFactNeighborX="100000">
        <dgm:presLayoutVars>
          <dgm:chMax val="0"/>
          <dgm:chPref val="0"/>
          <dgm:bulletEnabled val="1"/>
        </dgm:presLayoutVars>
      </dgm:prSet>
      <dgm:spPr/>
    </dgm:pt>
  </dgm:ptLst>
  <dgm:cxnLst>
    <dgm:cxn modelId="{13F0F815-7FF4-4D12-995C-1D8793088DDD}" srcId="{FCF16A89-5096-4D44-9177-AB717D6D0FDF}" destId="{93F44CA9-BE37-42B3-AB05-C3A5A274EF5C}" srcOrd="3" destOrd="0" parTransId="{B1EA286B-5109-4C12-9E17-0BDB80CF986B}" sibTransId="{37037E89-475F-4017-9AE3-ACEB56A4F2D6}"/>
    <dgm:cxn modelId="{C216C31D-F5D5-4102-8AF7-83AFC4FAFC3B}" srcId="{FCF16A89-5096-4D44-9177-AB717D6D0FDF}" destId="{4FE99717-33F7-4596-A4C5-E923CDA61E35}" srcOrd="7" destOrd="0" parTransId="{D47ACD86-50B4-463B-9B66-2E0971CF536E}" sibTransId="{500CB0CB-F350-46ED-B945-3626A3A7F461}"/>
    <dgm:cxn modelId="{C0E0A622-FAC6-47A6-9903-A1464B7B7CB7}" srcId="{FCF16A89-5096-4D44-9177-AB717D6D0FDF}" destId="{3354BE44-8B16-4181-8BAA-065D5DC7D4A6}" srcOrd="6" destOrd="0" parTransId="{08AB6409-169F-460C-871E-88FFD1DFF15C}" sibTransId="{3A06021C-1893-4BA5-9312-87D266B4C895}"/>
    <dgm:cxn modelId="{CA93802A-7491-450B-B91E-ACCF002CF248}" type="presOf" srcId="{40C9DD0C-0E5D-4E7A-ACF3-0BB52182439B}" destId="{3C1A67E7-C959-42FC-81C7-402E091E65A8}" srcOrd="0" destOrd="0" presId="urn:microsoft.com/office/officeart/2009/3/layout/StepUpProcess"/>
    <dgm:cxn modelId="{FAB2753A-0A59-4B61-A3DF-1DB37264F118}" type="presOf" srcId="{4FE99717-33F7-4596-A4C5-E923CDA61E35}" destId="{D9063AF9-0E28-4C38-ABC3-2D1F0F191B6B}" srcOrd="0" destOrd="0" presId="urn:microsoft.com/office/officeart/2009/3/layout/StepUpProcess"/>
    <dgm:cxn modelId="{E97DA763-FF2D-46D9-8356-6652102477ED}" srcId="{FCF16A89-5096-4D44-9177-AB717D6D0FDF}" destId="{7998AEF1-A72A-4D8E-9DCC-A4389EE34B4E}" srcOrd="1" destOrd="0" parTransId="{511A6B5B-D325-4423-B422-CE29B2A2672D}" sibTransId="{B8D2B5B1-89D1-4DE6-BD8F-390993F8274A}"/>
    <dgm:cxn modelId="{17420C66-B488-42D2-BBCA-078BC7A2F80D}" type="presOf" srcId="{9D6D3A8F-3830-4627-B146-6A14E1399F83}" destId="{31D303F7-7097-4BD4-A800-F93378870264}" srcOrd="0" destOrd="0" presId="urn:microsoft.com/office/officeart/2009/3/layout/StepUpProcess"/>
    <dgm:cxn modelId="{3BD1926B-2F34-433C-9708-A94D9242742A}" type="presOf" srcId="{E8A9AB90-4676-4DA0-A819-92B364D3A319}" destId="{B0630DB8-1BCA-40D5-86A4-D9580470D212}" srcOrd="0" destOrd="0" presId="urn:microsoft.com/office/officeart/2009/3/layout/StepUpProcess"/>
    <dgm:cxn modelId="{FA0E2580-8AAA-4A50-8247-0617C75E3DEE}" type="presOf" srcId="{FCF16A89-5096-4D44-9177-AB717D6D0FDF}" destId="{7254ED5A-47FD-4D94-B5B3-F4C7F5430BE1}" srcOrd="0" destOrd="0" presId="urn:microsoft.com/office/officeart/2009/3/layout/StepUpProcess"/>
    <dgm:cxn modelId="{62119585-5987-4948-8786-377A52E61DFF}" srcId="{FCF16A89-5096-4D44-9177-AB717D6D0FDF}" destId="{4E8EDD3A-9F2A-45BC-A247-EC78AF9B04DC}" srcOrd="5" destOrd="0" parTransId="{CF221343-20E4-49FF-A7CF-8E1074758019}" sibTransId="{6867D545-273B-4A50-BF82-61046A1A3544}"/>
    <dgm:cxn modelId="{2320908A-E68D-45B3-A334-C2841DFAD0B3}" type="presOf" srcId="{7673D315-4876-48CA-BEB8-388672198997}" destId="{A0CD61BD-5BEB-43E7-B3EF-AD957760E881}" srcOrd="0" destOrd="0" presId="urn:microsoft.com/office/officeart/2009/3/layout/StepUpProcess"/>
    <dgm:cxn modelId="{B51E6590-6865-4CD9-8890-627507E8D6F5}" type="presOf" srcId="{78FD8409-6942-4311-84E0-B8968F994225}" destId="{5A9FFC24-CF47-40EC-B7DE-2CC7C6DD672F}" srcOrd="0" destOrd="0" presId="urn:microsoft.com/office/officeart/2009/3/layout/StepUpProcess"/>
    <dgm:cxn modelId="{F22768AB-F0DE-457E-9FD0-5D54DCEF69B2}" type="presOf" srcId="{93F44CA9-BE37-42B3-AB05-C3A5A274EF5C}" destId="{4B78F113-C441-4BBE-AF02-49BCDC2B56C7}" srcOrd="0" destOrd="0" presId="urn:microsoft.com/office/officeart/2009/3/layout/StepUpProcess"/>
    <dgm:cxn modelId="{0DE95FAC-CD49-4978-A8FC-513D6700FBF2}" srcId="{FCF16A89-5096-4D44-9177-AB717D6D0FDF}" destId="{40C9DD0C-0E5D-4E7A-ACF3-0BB52182439B}" srcOrd="8" destOrd="0" parTransId="{41CFC68C-951F-4128-9ABD-178893C7C355}" sibTransId="{67661CAB-A3F6-4BA0-A9E0-48B5B21277BA}"/>
    <dgm:cxn modelId="{BE731CB3-B26A-45B1-9C46-7F945C29C52C}" srcId="{FCF16A89-5096-4D44-9177-AB717D6D0FDF}" destId="{9D6D3A8F-3830-4627-B146-6A14E1399F83}" srcOrd="0" destOrd="0" parTransId="{632668CC-82E4-4F86-AD34-9D6F3DEE5777}" sibTransId="{7A76A464-2BB3-441E-888F-87D18A977FEA}"/>
    <dgm:cxn modelId="{C7AA0CB6-D8D2-4759-8879-B6E2354F791A}" type="presOf" srcId="{7998AEF1-A72A-4D8E-9DCC-A4389EE34B4E}" destId="{B2125B1B-DC72-40B3-AA1C-CAED15A64FC7}" srcOrd="0" destOrd="0" presId="urn:microsoft.com/office/officeart/2009/3/layout/StepUpProcess"/>
    <dgm:cxn modelId="{FAC60ABF-2BDC-4749-9CB7-84F6527B4C55}" type="presOf" srcId="{3354BE44-8B16-4181-8BAA-065D5DC7D4A6}" destId="{069C0649-0662-4A9C-8F24-37946064BB1A}" srcOrd="0" destOrd="0" presId="urn:microsoft.com/office/officeart/2009/3/layout/StepUpProcess"/>
    <dgm:cxn modelId="{B67FB8C6-DC0E-41FD-94FF-D8E49CE2E49E}" srcId="{FCF16A89-5096-4D44-9177-AB717D6D0FDF}" destId="{E8A9AB90-4676-4DA0-A819-92B364D3A319}" srcOrd="9" destOrd="0" parTransId="{32BF6A05-9362-47B5-94E5-3B809D3E7B70}" sibTransId="{8FDA3011-B22D-4B66-BD32-9F173C86D442}"/>
    <dgm:cxn modelId="{4C9E8DCF-CB1C-469E-B483-6B2E62B5344D}" type="presOf" srcId="{4E8EDD3A-9F2A-45BC-A247-EC78AF9B04DC}" destId="{E761BC3A-5295-41CB-B716-2B15E880FEEB}" srcOrd="0" destOrd="0" presId="urn:microsoft.com/office/officeart/2009/3/layout/StepUpProcess"/>
    <dgm:cxn modelId="{D4B414DB-E9F3-401E-80C9-D19DF0BA589C}" srcId="{FCF16A89-5096-4D44-9177-AB717D6D0FDF}" destId="{78FD8409-6942-4311-84E0-B8968F994225}" srcOrd="4" destOrd="0" parTransId="{C3852D1C-49D3-4746-A82B-D04B951561E6}" sibTransId="{64DAAC76-298E-4504-A11A-F8B60660AA3D}"/>
    <dgm:cxn modelId="{6752AFF3-92DE-47A6-A27F-9889B144CA30}" srcId="{FCF16A89-5096-4D44-9177-AB717D6D0FDF}" destId="{7673D315-4876-48CA-BEB8-388672198997}" srcOrd="2" destOrd="0" parTransId="{04DDF37A-34EC-4C6A-95B7-CC693C5EBB95}" sibTransId="{7B86ACCC-2428-48BB-98B7-0F2C035A9BC1}"/>
    <dgm:cxn modelId="{6AE8B5A1-49AC-49A4-9094-D7942AD87923}" type="presParOf" srcId="{7254ED5A-47FD-4D94-B5B3-F4C7F5430BE1}" destId="{CE6B9268-A240-42D4-80F7-89B742259681}" srcOrd="0" destOrd="0" presId="urn:microsoft.com/office/officeart/2009/3/layout/StepUpProcess"/>
    <dgm:cxn modelId="{8F46C603-DF19-4236-B57B-EE01C2176385}" type="presParOf" srcId="{CE6B9268-A240-42D4-80F7-89B742259681}" destId="{D046BF3E-4560-45D2-A666-B22813EE2D68}" srcOrd="0" destOrd="0" presId="urn:microsoft.com/office/officeart/2009/3/layout/StepUpProcess"/>
    <dgm:cxn modelId="{182DA00A-7D24-4C12-9514-5BD37AD5C0BC}" type="presParOf" srcId="{CE6B9268-A240-42D4-80F7-89B742259681}" destId="{31D303F7-7097-4BD4-A800-F93378870264}" srcOrd="1" destOrd="0" presId="urn:microsoft.com/office/officeart/2009/3/layout/StepUpProcess"/>
    <dgm:cxn modelId="{311B19C8-43C1-4388-850F-9CD9CA7EDB31}" type="presParOf" srcId="{CE6B9268-A240-42D4-80F7-89B742259681}" destId="{07119F06-31EA-4D16-8F99-D757BCB69836}" srcOrd="2" destOrd="0" presId="urn:microsoft.com/office/officeart/2009/3/layout/StepUpProcess"/>
    <dgm:cxn modelId="{B1773FA3-DFFD-4DBD-A3B7-52ACBFFA986D}" type="presParOf" srcId="{7254ED5A-47FD-4D94-B5B3-F4C7F5430BE1}" destId="{8A813FBA-44E3-4324-95C7-2D194152E8EF}" srcOrd="1" destOrd="0" presId="urn:microsoft.com/office/officeart/2009/3/layout/StepUpProcess"/>
    <dgm:cxn modelId="{8A11D065-56D2-4C5D-869E-5F25C19D4FE2}" type="presParOf" srcId="{8A813FBA-44E3-4324-95C7-2D194152E8EF}" destId="{8E170C72-C875-4FEB-A246-9C2217457C30}" srcOrd="0" destOrd="0" presId="urn:microsoft.com/office/officeart/2009/3/layout/StepUpProcess"/>
    <dgm:cxn modelId="{67F42B3F-B052-4861-946D-751D01772282}" type="presParOf" srcId="{7254ED5A-47FD-4D94-B5B3-F4C7F5430BE1}" destId="{8141D9B2-532E-4C83-8E91-DA4441E5D020}" srcOrd="2" destOrd="0" presId="urn:microsoft.com/office/officeart/2009/3/layout/StepUpProcess"/>
    <dgm:cxn modelId="{537DA5F2-C1D8-45CE-A3BF-731DB1AE3DC3}" type="presParOf" srcId="{8141D9B2-532E-4C83-8E91-DA4441E5D020}" destId="{F90F6726-6C79-40A5-B2C7-E0B05072A9AE}" srcOrd="0" destOrd="0" presId="urn:microsoft.com/office/officeart/2009/3/layout/StepUpProcess"/>
    <dgm:cxn modelId="{6E2D1044-29C5-4DF4-8767-7369A214D40E}" type="presParOf" srcId="{8141D9B2-532E-4C83-8E91-DA4441E5D020}" destId="{B2125B1B-DC72-40B3-AA1C-CAED15A64FC7}" srcOrd="1" destOrd="0" presId="urn:microsoft.com/office/officeart/2009/3/layout/StepUpProcess"/>
    <dgm:cxn modelId="{3BAD004E-30A6-4789-9C56-6A5E4A0B3A08}" type="presParOf" srcId="{8141D9B2-532E-4C83-8E91-DA4441E5D020}" destId="{ABA7F16C-4D41-49CE-99D2-A1AEBE3438A6}" srcOrd="2" destOrd="0" presId="urn:microsoft.com/office/officeart/2009/3/layout/StepUpProcess"/>
    <dgm:cxn modelId="{0CF3663C-E1A3-4FFD-A8B1-59ED0D485206}" type="presParOf" srcId="{7254ED5A-47FD-4D94-B5B3-F4C7F5430BE1}" destId="{67C167BB-E83E-4485-B2AD-B40DFA5703A9}" srcOrd="3" destOrd="0" presId="urn:microsoft.com/office/officeart/2009/3/layout/StepUpProcess"/>
    <dgm:cxn modelId="{F7B65580-7AED-47E1-84F5-CAF29B2532A1}" type="presParOf" srcId="{67C167BB-E83E-4485-B2AD-B40DFA5703A9}" destId="{D922F601-300C-424D-8347-47DCC9106123}" srcOrd="0" destOrd="0" presId="urn:microsoft.com/office/officeart/2009/3/layout/StepUpProcess"/>
    <dgm:cxn modelId="{4421AD46-A143-4853-AE99-171A921132FD}" type="presParOf" srcId="{7254ED5A-47FD-4D94-B5B3-F4C7F5430BE1}" destId="{4568D414-DCFF-48EE-88EB-D2040EA70455}" srcOrd="4" destOrd="0" presId="urn:microsoft.com/office/officeart/2009/3/layout/StepUpProcess"/>
    <dgm:cxn modelId="{1AD6B072-847D-4DF3-876E-65BA5465BCB0}" type="presParOf" srcId="{4568D414-DCFF-48EE-88EB-D2040EA70455}" destId="{E4EF29FC-0E26-4A7B-8E87-93A306126698}" srcOrd="0" destOrd="0" presId="urn:microsoft.com/office/officeart/2009/3/layout/StepUpProcess"/>
    <dgm:cxn modelId="{C65F21E8-F623-446E-BDB0-0EE89AC75BBD}" type="presParOf" srcId="{4568D414-DCFF-48EE-88EB-D2040EA70455}" destId="{A0CD61BD-5BEB-43E7-B3EF-AD957760E881}" srcOrd="1" destOrd="0" presId="urn:microsoft.com/office/officeart/2009/3/layout/StepUpProcess"/>
    <dgm:cxn modelId="{396FF282-1573-4BE2-BEB0-96217FE8FE1F}" type="presParOf" srcId="{4568D414-DCFF-48EE-88EB-D2040EA70455}" destId="{B8D86996-A60B-4401-97E2-2A70CDD0987E}" srcOrd="2" destOrd="0" presId="urn:microsoft.com/office/officeart/2009/3/layout/StepUpProcess"/>
    <dgm:cxn modelId="{12080873-69D0-4A54-9F27-01622286443C}" type="presParOf" srcId="{7254ED5A-47FD-4D94-B5B3-F4C7F5430BE1}" destId="{6ABE3298-16B0-4E4B-97A1-6D52E76106D6}" srcOrd="5" destOrd="0" presId="urn:microsoft.com/office/officeart/2009/3/layout/StepUpProcess"/>
    <dgm:cxn modelId="{9C79F548-2EFC-49F1-8B9B-31E22265897D}" type="presParOf" srcId="{6ABE3298-16B0-4E4B-97A1-6D52E76106D6}" destId="{DC8D30C8-650B-43A7-8E40-EBE46DD590BD}" srcOrd="0" destOrd="0" presId="urn:microsoft.com/office/officeart/2009/3/layout/StepUpProcess"/>
    <dgm:cxn modelId="{C3DA82B5-BCD6-4A86-8FB2-980DC19A3355}" type="presParOf" srcId="{7254ED5A-47FD-4D94-B5B3-F4C7F5430BE1}" destId="{B1EB936E-68EA-4CAA-AB4D-6F29E1C1B80C}" srcOrd="6" destOrd="0" presId="urn:microsoft.com/office/officeart/2009/3/layout/StepUpProcess"/>
    <dgm:cxn modelId="{E94B6C9E-F51F-4C29-A595-09ACA9D53C47}" type="presParOf" srcId="{B1EB936E-68EA-4CAA-AB4D-6F29E1C1B80C}" destId="{DE87F904-0842-47FD-A14E-BBDB70839A85}" srcOrd="0" destOrd="0" presId="urn:microsoft.com/office/officeart/2009/3/layout/StepUpProcess"/>
    <dgm:cxn modelId="{55ECDCC4-CFE1-44C8-8DF3-DF9AF9B09A6E}" type="presParOf" srcId="{B1EB936E-68EA-4CAA-AB4D-6F29E1C1B80C}" destId="{4B78F113-C441-4BBE-AF02-49BCDC2B56C7}" srcOrd="1" destOrd="0" presId="urn:microsoft.com/office/officeart/2009/3/layout/StepUpProcess"/>
    <dgm:cxn modelId="{7555C1B2-DE9A-444B-A0A8-DE017144B5E1}" type="presParOf" srcId="{B1EB936E-68EA-4CAA-AB4D-6F29E1C1B80C}" destId="{6F0F1F63-2100-4261-9975-6F27CE3BC834}" srcOrd="2" destOrd="0" presId="urn:microsoft.com/office/officeart/2009/3/layout/StepUpProcess"/>
    <dgm:cxn modelId="{B202E6DD-DDA7-4D39-8B08-3BB60996DE50}" type="presParOf" srcId="{7254ED5A-47FD-4D94-B5B3-F4C7F5430BE1}" destId="{60F26759-F6B0-4904-9C34-CC05ED357F57}" srcOrd="7" destOrd="0" presId="urn:microsoft.com/office/officeart/2009/3/layout/StepUpProcess"/>
    <dgm:cxn modelId="{EF894BAE-E44D-493C-A8A3-4ADF62F0ABD7}" type="presParOf" srcId="{60F26759-F6B0-4904-9C34-CC05ED357F57}" destId="{D576FF10-13F2-4D80-8562-7B3FC84940B4}" srcOrd="0" destOrd="0" presId="urn:microsoft.com/office/officeart/2009/3/layout/StepUpProcess"/>
    <dgm:cxn modelId="{F6164B27-BA0C-48A3-8206-082AF7DB77DB}" type="presParOf" srcId="{7254ED5A-47FD-4D94-B5B3-F4C7F5430BE1}" destId="{E00B971E-54D6-4EA5-AAC0-DD003AD36D1B}" srcOrd="8" destOrd="0" presId="urn:microsoft.com/office/officeart/2009/3/layout/StepUpProcess"/>
    <dgm:cxn modelId="{24586944-530A-4991-83E0-1310134BDBDF}" type="presParOf" srcId="{E00B971E-54D6-4EA5-AAC0-DD003AD36D1B}" destId="{464ED1FA-4549-4DEA-9CE5-038D3A9B2A2D}" srcOrd="0" destOrd="0" presId="urn:microsoft.com/office/officeart/2009/3/layout/StepUpProcess"/>
    <dgm:cxn modelId="{9A7B030B-7E05-4775-BA91-EAFE781CEC17}" type="presParOf" srcId="{E00B971E-54D6-4EA5-AAC0-DD003AD36D1B}" destId="{5A9FFC24-CF47-40EC-B7DE-2CC7C6DD672F}" srcOrd="1" destOrd="0" presId="urn:microsoft.com/office/officeart/2009/3/layout/StepUpProcess"/>
    <dgm:cxn modelId="{897A32C5-945E-4724-B683-1FF2CDCB81C3}" type="presParOf" srcId="{E00B971E-54D6-4EA5-AAC0-DD003AD36D1B}" destId="{F2223096-9A5C-4929-A8E6-705DC52BF726}" srcOrd="2" destOrd="0" presId="urn:microsoft.com/office/officeart/2009/3/layout/StepUpProcess"/>
    <dgm:cxn modelId="{2250A605-9D07-40E2-B1B2-8B30E4AD1D13}" type="presParOf" srcId="{7254ED5A-47FD-4D94-B5B3-F4C7F5430BE1}" destId="{B3FDD698-B04E-4955-85AB-ABF138D53AF9}" srcOrd="9" destOrd="0" presId="urn:microsoft.com/office/officeart/2009/3/layout/StepUpProcess"/>
    <dgm:cxn modelId="{14A299C6-380D-4FCE-AB2B-BDEFDE834A64}" type="presParOf" srcId="{B3FDD698-B04E-4955-85AB-ABF138D53AF9}" destId="{45338602-1A90-41A5-9D0C-BCCCBE7F7032}" srcOrd="0" destOrd="0" presId="urn:microsoft.com/office/officeart/2009/3/layout/StepUpProcess"/>
    <dgm:cxn modelId="{35DDA7F4-3FA1-49EB-BCB3-F920A3EFB7D3}" type="presParOf" srcId="{7254ED5A-47FD-4D94-B5B3-F4C7F5430BE1}" destId="{5F5A01F7-DC9E-414D-9676-DE53008D77EB}" srcOrd="10" destOrd="0" presId="urn:microsoft.com/office/officeart/2009/3/layout/StepUpProcess"/>
    <dgm:cxn modelId="{DAC98FA8-EB45-4AA5-A43C-13019C7EC426}" type="presParOf" srcId="{5F5A01F7-DC9E-414D-9676-DE53008D77EB}" destId="{08ECD015-64CC-48B6-B0FB-7FD0A1BA4CB3}" srcOrd="0" destOrd="0" presId="urn:microsoft.com/office/officeart/2009/3/layout/StepUpProcess"/>
    <dgm:cxn modelId="{D4FA0652-2F93-4B0D-BFF4-ACA9ED2990AE}" type="presParOf" srcId="{5F5A01F7-DC9E-414D-9676-DE53008D77EB}" destId="{E761BC3A-5295-41CB-B716-2B15E880FEEB}" srcOrd="1" destOrd="0" presId="urn:microsoft.com/office/officeart/2009/3/layout/StepUpProcess"/>
    <dgm:cxn modelId="{D8AFD86D-995A-4152-B89E-776F0BA8EB05}" type="presParOf" srcId="{5F5A01F7-DC9E-414D-9676-DE53008D77EB}" destId="{54734A8F-CFFA-462A-8AEE-C7D680DC7869}" srcOrd="2" destOrd="0" presId="urn:microsoft.com/office/officeart/2009/3/layout/StepUpProcess"/>
    <dgm:cxn modelId="{4145EFCA-3091-4C9F-AE27-75D07BEB609A}" type="presParOf" srcId="{7254ED5A-47FD-4D94-B5B3-F4C7F5430BE1}" destId="{247A5C20-BA96-472A-92D9-35FF67231963}" srcOrd="11" destOrd="0" presId="urn:microsoft.com/office/officeart/2009/3/layout/StepUpProcess"/>
    <dgm:cxn modelId="{A1B7E6B8-BC7D-454A-B812-5F3DCC2D19F4}" type="presParOf" srcId="{247A5C20-BA96-472A-92D9-35FF67231963}" destId="{A3B24F4C-EE0A-4931-AE1C-F877EFBAB828}" srcOrd="0" destOrd="0" presId="urn:microsoft.com/office/officeart/2009/3/layout/StepUpProcess"/>
    <dgm:cxn modelId="{8C0F7FFC-7E2B-421B-B914-AE86D424DFCB}" type="presParOf" srcId="{7254ED5A-47FD-4D94-B5B3-F4C7F5430BE1}" destId="{A64347CB-31B2-4D8D-B3DC-CA81CF2A3B7B}" srcOrd="12" destOrd="0" presId="urn:microsoft.com/office/officeart/2009/3/layout/StepUpProcess"/>
    <dgm:cxn modelId="{226709BA-B888-4A42-B732-0D95E1EF665C}" type="presParOf" srcId="{A64347CB-31B2-4D8D-B3DC-CA81CF2A3B7B}" destId="{1037C482-0ACB-462D-8F52-FA6CEC1E8DD6}" srcOrd="0" destOrd="0" presId="urn:microsoft.com/office/officeart/2009/3/layout/StepUpProcess"/>
    <dgm:cxn modelId="{35FAFA86-3859-45D1-9CD5-117E206904F0}" type="presParOf" srcId="{A64347CB-31B2-4D8D-B3DC-CA81CF2A3B7B}" destId="{069C0649-0662-4A9C-8F24-37946064BB1A}" srcOrd="1" destOrd="0" presId="urn:microsoft.com/office/officeart/2009/3/layout/StepUpProcess"/>
    <dgm:cxn modelId="{11B94D86-6C15-4963-868F-50839095A083}" type="presParOf" srcId="{A64347CB-31B2-4D8D-B3DC-CA81CF2A3B7B}" destId="{17D5901D-5EC2-465F-8C34-127ED079887C}" srcOrd="2" destOrd="0" presId="urn:microsoft.com/office/officeart/2009/3/layout/StepUpProcess"/>
    <dgm:cxn modelId="{C953ED87-A21A-4E45-AB56-E1F4EA320902}" type="presParOf" srcId="{7254ED5A-47FD-4D94-B5B3-F4C7F5430BE1}" destId="{2161C60B-1DC5-4118-B111-8B80042FF558}" srcOrd="13" destOrd="0" presId="urn:microsoft.com/office/officeart/2009/3/layout/StepUpProcess"/>
    <dgm:cxn modelId="{5FB616E0-DAE7-4241-95CB-D637200A9F10}" type="presParOf" srcId="{2161C60B-1DC5-4118-B111-8B80042FF558}" destId="{92E757FE-6685-4BA9-9D3C-D131BA4CADE2}" srcOrd="0" destOrd="0" presId="urn:microsoft.com/office/officeart/2009/3/layout/StepUpProcess"/>
    <dgm:cxn modelId="{EFFF61E9-463F-471A-BA4A-EA3A744BB431}" type="presParOf" srcId="{7254ED5A-47FD-4D94-B5B3-F4C7F5430BE1}" destId="{0687DCC1-5874-4200-9B0B-8CA6497F7588}" srcOrd="14" destOrd="0" presId="urn:microsoft.com/office/officeart/2009/3/layout/StepUpProcess"/>
    <dgm:cxn modelId="{86C36EF9-5792-41DE-A846-D7C89358B7C2}" type="presParOf" srcId="{0687DCC1-5874-4200-9B0B-8CA6497F7588}" destId="{2406C956-2418-42C0-9F04-D365C2CBC999}" srcOrd="0" destOrd="0" presId="urn:microsoft.com/office/officeart/2009/3/layout/StepUpProcess"/>
    <dgm:cxn modelId="{8B5CDD89-0150-4A3A-B042-C1BAD6B34774}" type="presParOf" srcId="{0687DCC1-5874-4200-9B0B-8CA6497F7588}" destId="{D9063AF9-0E28-4C38-ABC3-2D1F0F191B6B}" srcOrd="1" destOrd="0" presId="urn:microsoft.com/office/officeart/2009/3/layout/StepUpProcess"/>
    <dgm:cxn modelId="{8ECB03D7-C0AC-4B0C-A1C7-D598DFBE28B9}" type="presParOf" srcId="{0687DCC1-5874-4200-9B0B-8CA6497F7588}" destId="{4CF51C59-39F7-4A3C-A83A-B72A6F72661E}" srcOrd="2" destOrd="0" presId="urn:microsoft.com/office/officeart/2009/3/layout/StepUpProcess"/>
    <dgm:cxn modelId="{F0E90C93-2048-4DF4-A986-6B46B381B034}" type="presParOf" srcId="{7254ED5A-47FD-4D94-B5B3-F4C7F5430BE1}" destId="{6336A606-E4C8-4A92-A5AF-A0097D03D63F}" srcOrd="15" destOrd="0" presId="urn:microsoft.com/office/officeart/2009/3/layout/StepUpProcess"/>
    <dgm:cxn modelId="{1E1A1EF7-D37E-4FEF-BEFB-ABF842821AB4}" type="presParOf" srcId="{6336A606-E4C8-4A92-A5AF-A0097D03D63F}" destId="{38172315-2BE9-4B42-A0DF-7B0DB4280E37}" srcOrd="0" destOrd="0" presId="urn:microsoft.com/office/officeart/2009/3/layout/StepUpProcess"/>
    <dgm:cxn modelId="{75565972-DDA1-4AD6-8198-E1B510ECD0A1}" type="presParOf" srcId="{7254ED5A-47FD-4D94-B5B3-F4C7F5430BE1}" destId="{DFB0A38F-7744-405C-8AB2-16462CEA6D9A}" srcOrd="16" destOrd="0" presId="urn:microsoft.com/office/officeart/2009/3/layout/StepUpProcess"/>
    <dgm:cxn modelId="{1DF58A7B-8595-4110-A84E-AAE3D77B63A6}" type="presParOf" srcId="{DFB0A38F-7744-405C-8AB2-16462CEA6D9A}" destId="{1C4B9D3B-9D3E-461D-8C32-5189E816EA03}" srcOrd="0" destOrd="0" presId="urn:microsoft.com/office/officeart/2009/3/layout/StepUpProcess"/>
    <dgm:cxn modelId="{F4B674B4-E618-44A7-9B6C-517FBAD4861E}" type="presParOf" srcId="{DFB0A38F-7744-405C-8AB2-16462CEA6D9A}" destId="{3C1A67E7-C959-42FC-81C7-402E091E65A8}" srcOrd="1" destOrd="0" presId="urn:microsoft.com/office/officeart/2009/3/layout/StepUpProcess"/>
    <dgm:cxn modelId="{5C8EAF63-D2BE-45A1-AA9D-7768E194F40A}" type="presParOf" srcId="{DFB0A38F-7744-405C-8AB2-16462CEA6D9A}" destId="{1C45A139-EB57-449D-B04D-69A9B16C2CFB}" srcOrd="2" destOrd="0" presId="urn:microsoft.com/office/officeart/2009/3/layout/StepUpProcess"/>
    <dgm:cxn modelId="{6BFBC7F6-3478-4F64-8857-6ECFC34290EB}" type="presParOf" srcId="{7254ED5A-47FD-4D94-B5B3-F4C7F5430BE1}" destId="{AEB6200F-A962-412F-A97D-ADF49E34F517}" srcOrd="17" destOrd="0" presId="urn:microsoft.com/office/officeart/2009/3/layout/StepUpProcess"/>
    <dgm:cxn modelId="{6AF80325-ED5F-4A5C-AC8B-C540CDB4F9E9}" type="presParOf" srcId="{AEB6200F-A962-412F-A97D-ADF49E34F517}" destId="{DEA5930C-CE60-4FB1-8373-8DB73A674BE0}" srcOrd="0" destOrd="0" presId="urn:microsoft.com/office/officeart/2009/3/layout/StepUpProcess"/>
    <dgm:cxn modelId="{8674D686-A46D-4EEB-AE0C-A4CB9079CB32}" type="presParOf" srcId="{7254ED5A-47FD-4D94-B5B3-F4C7F5430BE1}" destId="{6ADDC488-AE8F-4BEC-9AA1-FAD1A050C375}" srcOrd="18" destOrd="0" presId="urn:microsoft.com/office/officeart/2009/3/layout/StepUpProcess"/>
    <dgm:cxn modelId="{0C90418C-1E70-48E0-946A-862A73A2C9AD}" type="presParOf" srcId="{6ADDC488-AE8F-4BEC-9AA1-FAD1A050C375}" destId="{258F69FE-AD1E-4907-8D0A-29D674F6D2E4}" srcOrd="0" destOrd="0" presId="urn:microsoft.com/office/officeart/2009/3/layout/StepUpProcess"/>
    <dgm:cxn modelId="{4B113745-612E-49F6-8D2D-E379D1FBEA3C}" type="presParOf" srcId="{6ADDC488-AE8F-4BEC-9AA1-FAD1A050C375}" destId="{B0630DB8-1BCA-40D5-86A4-D9580470D212}"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2B480D-09B8-4E19-A7B6-12705EC72E8C}">
      <dsp:nvSpPr>
        <dsp:cNvPr id="0" name=""/>
        <dsp:cNvSpPr/>
      </dsp:nvSpPr>
      <dsp:spPr>
        <a:xfrm>
          <a:off x="904149" y="0"/>
          <a:ext cx="4762805" cy="4762805"/>
        </a:xfrm>
        <a:prstGeom prst="ellipse">
          <a:avLst/>
        </a:prstGeom>
        <a:gradFill rotWithShape="0">
          <a:gsLst>
            <a:gs pos="0">
              <a:sysClr val="window" lastClr="FFFFFF">
                <a:hueOff val="0"/>
                <a:satOff val="0"/>
                <a:lumOff val="0"/>
                <a:alphaOff val="0"/>
                <a:shade val="51000"/>
                <a:satMod val="130000"/>
              </a:sysClr>
            </a:gs>
            <a:gs pos="80000">
              <a:sysClr val="window" lastClr="FFFFFF">
                <a:hueOff val="0"/>
                <a:satOff val="0"/>
                <a:lumOff val="0"/>
                <a:alphaOff val="0"/>
                <a:shade val="93000"/>
                <a:satMod val="130000"/>
              </a:sysClr>
            </a:gs>
            <a:gs pos="100000">
              <a:sysClr val="window" lastClr="FFFFFF">
                <a:hueOff val="0"/>
                <a:satOff val="0"/>
                <a:lumOff val="0"/>
                <a:alphaOff val="0"/>
                <a:shade val="94000"/>
                <a:satMod val="135000"/>
              </a:sys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endParaRPr lang="zh-CN" altLang="en-US" sz="3000" kern="1200" dirty="0">
            <a:solidFill>
              <a:sysClr val="windowText" lastClr="000000">
                <a:hueOff val="0"/>
                <a:satOff val="0"/>
                <a:lumOff val="0"/>
                <a:alphaOff val="0"/>
              </a:sysClr>
            </a:solidFill>
            <a:latin typeface="Trebuchet MS"/>
            <a:ea typeface="方正姚体" panose="02010601030101010101" pitchFamily="2" charset="-122"/>
            <a:cs typeface="+mn-cs"/>
          </a:endParaRPr>
        </a:p>
      </dsp:txBody>
      <dsp:txXfrm>
        <a:off x="2814731" y="342764"/>
        <a:ext cx="941640" cy="505172"/>
      </dsp:txXfrm>
    </dsp:sp>
    <dsp:sp modelId="{57D6C807-0B5D-43BA-9010-33D6DCABC2F0}">
      <dsp:nvSpPr>
        <dsp:cNvPr id="0" name=""/>
        <dsp:cNvSpPr/>
      </dsp:nvSpPr>
      <dsp:spPr>
        <a:xfrm>
          <a:off x="1380429" y="952560"/>
          <a:ext cx="3810244" cy="3810244"/>
        </a:xfrm>
        <a:prstGeom prst="ellipse">
          <a:avLst/>
        </a:prstGeom>
        <a:solidFill>
          <a:srgbClr val="F79646">
            <a:lumMod val="40000"/>
            <a:lumOff val="60000"/>
          </a:srgb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endParaRPr lang="zh-CN" altLang="en-US" sz="3000" b="1" kern="1200" dirty="0">
            <a:solidFill>
              <a:sysClr val="windowText" lastClr="000000">
                <a:hueOff val="0"/>
                <a:satOff val="0"/>
                <a:lumOff val="0"/>
                <a:alphaOff val="0"/>
              </a:sysClr>
            </a:solidFill>
            <a:latin typeface="Trebuchet MS"/>
            <a:ea typeface="方正姚体" panose="02010601030101010101" pitchFamily="2" charset="-122"/>
            <a:cs typeface="+mn-cs"/>
          </a:endParaRPr>
        </a:p>
      </dsp:txBody>
      <dsp:txXfrm>
        <a:off x="2814731" y="1281614"/>
        <a:ext cx="941640" cy="484965"/>
      </dsp:txXfrm>
    </dsp:sp>
    <dsp:sp modelId="{841E3A71-6904-4DEF-B610-351A4149F40E}">
      <dsp:nvSpPr>
        <dsp:cNvPr id="0" name=""/>
        <dsp:cNvSpPr/>
      </dsp:nvSpPr>
      <dsp:spPr>
        <a:xfrm>
          <a:off x="1856710" y="1905121"/>
          <a:ext cx="2857683" cy="2857683"/>
        </a:xfrm>
        <a:prstGeom prst="ellipse">
          <a:avLst/>
        </a:prstGeom>
        <a:solidFill>
          <a:srgbClr val="F79646">
            <a:lumMod val="75000"/>
          </a:srgb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endParaRPr lang="zh-CN" altLang="en-US" sz="1600" b="1" kern="1200" dirty="0">
            <a:solidFill>
              <a:sysClr val="windowText" lastClr="000000">
                <a:hueOff val="0"/>
                <a:satOff val="0"/>
                <a:lumOff val="0"/>
                <a:alphaOff val="0"/>
              </a:sysClr>
            </a:solidFill>
            <a:latin typeface="Trebuchet MS"/>
            <a:ea typeface="方正姚体" panose="02010601030101010101" pitchFamily="2" charset="-122"/>
            <a:cs typeface="+mn-cs"/>
          </a:endParaRPr>
        </a:p>
      </dsp:txBody>
      <dsp:txXfrm>
        <a:off x="2814731" y="2213610"/>
        <a:ext cx="941640" cy="454654"/>
      </dsp:txXfrm>
    </dsp:sp>
    <dsp:sp modelId="{3347484E-D52C-479A-AABA-E2C1AD74492C}">
      <dsp:nvSpPr>
        <dsp:cNvPr id="0" name=""/>
        <dsp:cNvSpPr/>
      </dsp:nvSpPr>
      <dsp:spPr>
        <a:xfrm>
          <a:off x="2332990" y="2857682"/>
          <a:ext cx="1905122" cy="1905122"/>
        </a:xfrm>
        <a:prstGeom prst="ellipse">
          <a:avLst/>
        </a:prstGeom>
        <a:gradFill rotWithShape="0">
          <a:gsLst>
            <a:gs pos="0">
              <a:sysClr val="window" lastClr="FFFFFF">
                <a:hueOff val="0"/>
                <a:satOff val="0"/>
                <a:lumOff val="0"/>
                <a:alphaOff val="0"/>
                <a:shade val="51000"/>
                <a:satMod val="130000"/>
              </a:sysClr>
            </a:gs>
            <a:gs pos="80000">
              <a:sysClr val="window" lastClr="FFFFFF">
                <a:hueOff val="0"/>
                <a:satOff val="0"/>
                <a:lumOff val="0"/>
                <a:alphaOff val="0"/>
                <a:shade val="93000"/>
                <a:satMod val="130000"/>
              </a:sysClr>
            </a:gs>
            <a:gs pos="100000">
              <a:sysClr val="window" lastClr="FFFFFF">
                <a:hueOff val="0"/>
                <a:satOff val="0"/>
                <a:lumOff val="0"/>
                <a:alphaOff val="0"/>
                <a:shade val="94000"/>
                <a:satMod val="135000"/>
              </a:sys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endParaRPr lang="zh-CN" altLang="en-US" sz="2400" kern="1200" dirty="0">
            <a:solidFill>
              <a:sysClr val="windowText" lastClr="000000">
                <a:hueOff val="0"/>
                <a:satOff val="0"/>
                <a:lumOff val="0"/>
                <a:alphaOff val="0"/>
              </a:sysClr>
            </a:solidFill>
            <a:latin typeface="Trebuchet MS"/>
            <a:ea typeface="方正姚体" panose="02010601030101010101" pitchFamily="2" charset="-122"/>
            <a:cs typeface="+mn-cs"/>
          </a:endParaRPr>
        </a:p>
      </dsp:txBody>
      <dsp:txXfrm>
        <a:off x="2809271" y="3473462"/>
        <a:ext cx="952560" cy="6735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5703CE-2A60-483D-AE89-A639323668F2}">
      <dsp:nvSpPr>
        <dsp:cNvPr id="0" name=""/>
        <dsp:cNvSpPr/>
      </dsp:nvSpPr>
      <dsp:spPr>
        <a:xfrm>
          <a:off x="9888368" y="3233815"/>
          <a:ext cx="1007000" cy="479240"/>
        </a:xfrm>
        <a:custGeom>
          <a:avLst/>
          <a:gdLst/>
          <a:ahLst/>
          <a:cxnLst/>
          <a:rect l="0" t="0" r="0" b="0"/>
          <a:pathLst>
            <a:path>
              <a:moveTo>
                <a:pt x="0" y="0"/>
              </a:moveTo>
              <a:lnTo>
                <a:pt x="0" y="326588"/>
              </a:lnTo>
              <a:lnTo>
                <a:pt x="1007000" y="326588"/>
              </a:lnTo>
              <a:lnTo>
                <a:pt x="1007000" y="47924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6BFBE5-71A8-4E58-898A-5B91B70C066E}">
      <dsp:nvSpPr>
        <dsp:cNvPr id="0" name=""/>
        <dsp:cNvSpPr/>
      </dsp:nvSpPr>
      <dsp:spPr>
        <a:xfrm>
          <a:off x="8881367" y="3233815"/>
          <a:ext cx="1007000" cy="479240"/>
        </a:xfrm>
        <a:custGeom>
          <a:avLst/>
          <a:gdLst/>
          <a:ahLst/>
          <a:cxnLst/>
          <a:rect l="0" t="0" r="0" b="0"/>
          <a:pathLst>
            <a:path>
              <a:moveTo>
                <a:pt x="1007000" y="0"/>
              </a:moveTo>
              <a:lnTo>
                <a:pt x="1007000" y="326588"/>
              </a:lnTo>
              <a:lnTo>
                <a:pt x="0" y="326588"/>
              </a:lnTo>
              <a:lnTo>
                <a:pt x="0" y="47924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D0551C-255E-4E6C-BEC9-7D6A100BDA51}">
      <dsp:nvSpPr>
        <dsp:cNvPr id="0" name=""/>
        <dsp:cNvSpPr/>
      </dsp:nvSpPr>
      <dsp:spPr>
        <a:xfrm>
          <a:off x="6867366" y="1708209"/>
          <a:ext cx="3021001" cy="479240"/>
        </a:xfrm>
        <a:custGeom>
          <a:avLst/>
          <a:gdLst/>
          <a:ahLst/>
          <a:cxnLst/>
          <a:rect l="0" t="0" r="0" b="0"/>
          <a:pathLst>
            <a:path>
              <a:moveTo>
                <a:pt x="0" y="0"/>
              </a:moveTo>
              <a:lnTo>
                <a:pt x="0" y="326588"/>
              </a:lnTo>
              <a:lnTo>
                <a:pt x="3021001" y="326588"/>
              </a:lnTo>
              <a:lnTo>
                <a:pt x="3021001" y="47924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BF1CC2-499E-4922-8487-72E6BD0B726C}">
      <dsp:nvSpPr>
        <dsp:cNvPr id="0" name=""/>
        <dsp:cNvSpPr/>
      </dsp:nvSpPr>
      <dsp:spPr>
        <a:xfrm>
          <a:off x="3846364" y="3233815"/>
          <a:ext cx="3021001" cy="479240"/>
        </a:xfrm>
        <a:custGeom>
          <a:avLst/>
          <a:gdLst/>
          <a:ahLst/>
          <a:cxnLst/>
          <a:rect l="0" t="0" r="0" b="0"/>
          <a:pathLst>
            <a:path>
              <a:moveTo>
                <a:pt x="0" y="0"/>
              </a:moveTo>
              <a:lnTo>
                <a:pt x="0" y="326588"/>
              </a:lnTo>
              <a:lnTo>
                <a:pt x="3021001" y="326588"/>
              </a:lnTo>
              <a:lnTo>
                <a:pt x="3021001" y="47924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31675F4-0953-4A3D-9AA3-71F722A79405}">
      <dsp:nvSpPr>
        <dsp:cNvPr id="0" name=""/>
        <dsp:cNvSpPr/>
      </dsp:nvSpPr>
      <dsp:spPr>
        <a:xfrm>
          <a:off x="3846364" y="3233815"/>
          <a:ext cx="1007000" cy="479240"/>
        </a:xfrm>
        <a:custGeom>
          <a:avLst/>
          <a:gdLst/>
          <a:ahLst/>
          <a:cxnLst/>
          <a:rect l="0" t="0" r="0" b="0"/>
          <a:pathLst>
            <a:path>
              <a:moveTo>
                <a:pt x="0" y="0"/>
              </a:moveTo>
              <a:lnTo>
                <a:pt x="0" y="326588"/>
              </a:lnTo>
              <a:lnTo>
                <a:pt x="1007000" y="326588"/>
              </a:lnTo>
              <a:lnTo>
                <a:pt x="1007000" y="47924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547123-2105-46DD-8C7B-EDDE558B872E}">
      <dsp:nvSpPr>
        <dsp:cNvPr id="0" name=""/>
        <dsp:cNvSpPr/>
      </dsp:nvSpPr>
      <dsp:spPr>
        <a:xfrm>
          <a:off x="2839364" y="3233815"/>
          <a:ext cx="1007000" cy="479240"/>
        </a:xfrm>
        <a:custGeom>
          <a:avLst/>
          <a:gdLst/>
          <a:ahLst/>
          <a:cxnLst/>
          <a:rect l="0" t="0" r="0" b="0"/>
          <a:pathLst>
            <a:path>
              <a:moveTo>
                <a:pt x="1007000" y="0"/>
              </a:moveTo>
              <a:lnTo>
                <a:pt x="1007000" y="326588"/>
              </a:lnTo>
              <a:lnTo>
                <a:pt x="0" y="326588"/>
              </a:lnTo>
              <a:lnTo>
                <a:pt x="0" y="47924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2B6D52-754C-430B-9754-B2B44C17B85A}">
      <dsp:nvSpPr>
        <dsp:cNvPr id="0" name=""/>
        <dsp:cNvSpPr/>
      </dsp:nvSpPr>
      <dsp:spPr>
        <a:xfrm>
          <a:off x="825362" y="3233815"/>
          <a:ext cx="3021001" cy="479240"/>
        </a:xfrm>
        <a:custGeom>
          <a:avLst/>
          <a:gdLst/>
          <a:ahLst/>
          <a:cxnLst/>
          <a:rect l="0" t="0" r="0" b="0"/>
          <a:pathLst>
            <a:path>
              <a:moveTo>
                <a:pt x="3021001" y="0"/>
              </a:moveTo>
              <a:lnTo>
                <a:pt x="3021001" y="326588"/>
              </a:lnTo>
              <a:lnTo>
                <a:pt x="0" y="326588"/>
              </a:lnTo>
              <a:lnTo>
                <a:pt x="0" y="47924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D9CC441-2909-4B7D-9523-715436B158C5}">
      <dsp:nvSpPr>
        <dsp:cNvPr id="0" name=""/>
        <dsp:cNvSpPr/>
      </dsp:nvSpPr>
      <dsp:spPr>
        <a:xfrm>
          <a:off x="3846364" y="1708209"/>
          <a:ext cx="3021001" cy="479240"/>
        </a:xfrm>
        <a:custGeom>
          <a:avLst/>
          <a:gdLst/>
          <a:ahLst/>
          <a:cxnLst/>
          <a:rect l="0" t="0" r="0" b="0"/>
          <a:pathLst>
            <a:path>
              <a:moveTo>
                <a:pt x="3021001" y="0"/>
              </a:moveTo>
              <a:lnTo>
                <a:pt x="3021001" y="326588"/>
              </a:lnTo>
              <a:lnTo>
                <a:pt x="0" y="326588"/>
              </a:lnTo>
              <a:lnTo>
                <a:pt x="0" y="47924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560322-8027-4A00-9929-7DC29595FB15}">
      <dsp:nvSpPr>
        <dsp:cNvPr id="0" name=""/>
        <dsp:cNvSpPr/>
      </dsp:nvSpPr>
      <dsp:spPr>
        <a:xfrm>
          <a:off x="6043457" y="661844"/>
          <a:ext cx="1647819" cy="1046365"/>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BF8FB9D3-F70C-4C7E-8573-01FAE774C5C7}">
      <dsp:nvSpPr>
        <dsp:cNvPr id="0" name=""/>
        <dsp:cNvSpPr/>
      </dsp:nvSpPr>
      <dsp:spPr>
        <a:xfrm>
          <a:off x="6226548" y="835780"/>
          <a:ext cx="1647819" cy="1046365"/>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zh-CN" altLang="en-US" sz="2100" kern="1200" dirty="0"/>
            <a:t>计算机软件</a:t>
          </a:r>
        </a:p>
      </dsp:txBody>
      <dsp:txXfrm>
        <a:off x="6257195" y="866427"/>
        <a:ext cx="1586525" cy="985071"/>
      </dsp:txXfrm>
    </dsp:sp>
    <dsp:sp modelId="{37D72EAA-6ABF-4E03-9C88-3AD59A5123AE}">
      <dsp:nvSpPr>
        <dsp:cNvPr id="0" name=""/>
        <dsp:cNvSpPr/>
      </dsp:nvSpPr>
      <dsp:spPr>
        <a:xfrm>
          <a:off x="3022455" y="2187450"/>
          <a:ext cx="1647819" cy="1046365"/>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CC478F0C-CD39-4F0A-9EAF-C7E5622099F5}">
      <dsp:nvSpPr>
        <dsp:cNvPr id="0" name=""/>
        <dsp:cNvSpPr/>
      </dsp:nvSpPr>
      <dsp:spPr>
        <a:xfrm>
          <a:off x="3205546" y="2361386"/>
          <a:ext cx="1647819" cy="1046365"/>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zh-CN" altLang="en-US" sz="2100" kern="1200"/>
            <a:t>系统软件</a:t>
          </a:r>
        </a:p>
      </dsp:txBody>
      <dsp:txXfrm>
        <a:off x="3236193" y="2392033"/>
        <a:ext cx="1586525" cy="985071"/>
      </dsp:txXfrm>
    </dsp:sp>
    <dsp:sp modelId="{DA663962-0B20-4F3B-AC85-560CEFB94ED8}">
      <dsp:nvSpPr>
        <dsp:cNvPr id="0" name=""/>
        <dsp:cNvSpPr/>
      </dsp:nvSpPr>
      <dsp:spPr>
        <a:xfrm>
          <a:off x="1453" y="3713056"/>
          <a:ext cx="1647819" cy="1046365"/>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5EA836F6-61D1-4D73-A328-863675643B00}">
      <dsp:nvSpPr>
        <dsp:cNvPr id="0" name=""/>
        <dsp:cNvSpPr/>
      </dsp:nvSpPr>
      <dsp:spPr>
        <a:xfrm>
          <a:off x="184544" y="3886992"/>
          <a:ext cx="1647819" cy="1046365"/>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zh-CN" altLang="en-US" sz="2100" kern="1200"/>
            <a:t>操作系统</a:t>
          </a:r>
        </a:p>
      </dsp:txBody>
      <dsp:txXfrm>
        <a:off x="215191" y="3917639"/>
        <a:ext cx="1586525" cy="985071"/>
      </dsp:txXfrm>
    </dsp:sp>
    <dsp:sp modelId="{A0515191-8F86-4EBB-8898-6A2305FA8EE1}">
      <dsp:nvSpPr>
        <dsp:cNvPr id="0" name=""/>
        <dsp:cNvSpPr/>
      </dsp:nvSpPr>
      <dsp:spPr>
        <a:xfrm>
          <a:off x="2015454" y="3713056"/>
          <a:ext cx="1647819" cy="1046365"/>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CD21F49D-3A69-48FE-9056-D3DA1B7D6690}">
      <dsp:nvSpPr>
        <dsp:cNvPr id="0" name=""/>
        <dsp:cNvSpPr/>
      </dsp:nvSpPr>
      <dsp:spPr>
        <a:xfrm>
          <a:off x="2198545" y="3886992"/>
          <a:ext cx="1647819" cy="1046365"/>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zh-CN" sz="2100" kern="1200"/>
            <a:t>语言处</a:t>
          </a:r>
          <a:endParaRPr lang="en-US" altLang="zh-CN" sz="2100" kern="1200"/>
        </a:p>
        <a:p>
          <a:pPr marL="0" lvl="0" indent="0" algn="ctr" defTabSz="933450">
            <a:lnSpc>
              <a:spcPct val="90000"/>
            </a:lnSpc>
            <a:spcBef>
              <a:spcPct val="0"/>
            </a:spcBef>
            <a:spcAft>
              <a:spcPct val="35000"/>
            </a:spcAft>
            <a:buNone/>
          </a:pPr>
          <a:r>
            <a:rPr lang="zh-CN" sz="2100" kern="1200"/>
            <a:t>理程序</a:t>
          </a:r>
          <a:endParaRPr lang="zh-CN" altLang="en-US" sz="2100" kern="1200"/>
        </a:p>
      </dsp:txBody>
      <dsp:txXfrm>
        <a:off x="2229192" y="3917639"/>
        <a:ext cx="1586525" cy="985071"/>
      </dsp:txXfrm>
    </dsp:sp>
    <dsp:sp modelId="{30D0F974-7B53-4D8D-AAB1-882E065B0881}">
      <dsp:nvSpPr>
        <dsp:cNvPr id="0" name=""/>
        <dsp:cNvSpPr/>
      </dsp:nvSpPr>
      <dsp:spPr>
        <a:xfrm>
          <a:off x="4029455" y="3713056"/>
          <a:ext cx="1647819" cy="1046365"/>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9CCE455F-72FE-430D-A7FC-C73910616D13}">
      <dsp:nvSpPr>
        <dsp:cNvPr id="0" name=""/>
        <dsp:cNvSpPr/>
      </dsp:nvSpPr>
      <dsp:spPr>
        <a:xfrm>
          <a:off x="4212546" y="3886992"/>
          <a:ext cx="1647819" cy="1046365"/>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zh-CN" sz="2100" kern="1200"/>
            <a:t>数据库</a:t>
          </a:r>
          <a:endParaRPr lang="en-US" altLang="zh-CN" sz="2100" kern="1200"/>
        </a:p>
        <a:p>
          <a:pPr marL="0" lvl="0" indent="0" algn="ctr" defTabSz="933450">
            <a:lnSpc>
              <a:spcPct val="90000"/>
            </a:lnSpc>
            <a:spcBef>
              <a:spcPct val="0"/>
            </a:spcBef>
            <a:spcAft>
              <a:spcPct val="35000"/>
            </a:spcAft>
            <a:buNone/>
          </a:pPr>
          <a:r>
            <a:rPr lang="zh-CN" sz="2100" kern="1200"/>
            <a:t>管理系统</a:t>
          </a:r>
          <a:endParaRPr lang="zh-CN" altLang="en-US" sz="2100" kern="1200"/>
        </a:p>
      </dsp:txBody>
      <dsp:txXfrm>
        <a:off x="4243193" y="3917639"/>
        <a:ext cx="1586525" cy="985071"/>
      </dsp:txXfrm>
    </dsp:sp>
    <dsp:sp modelId="{96BBA8FA-0965-4688-A34D-799D79BBAB58}">
      <dsp:nvSpPr>
        <dsp:cNvPr id="0" name=""/>
        <dsp:cNvSpPr/>
      </dsp:nvSpPr>
      <dsp:spPr>
        <a:xfrm>
          <a:off x="6043457" y="3713056"/>
          <a:ext cx="1647819" cy="1046365"/>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9B3E8DFC-CAF1-4486-93BC-D64D5FEF6653}">
      <dsp:nvSpPr>
        <dsp:cNvPr id="0" name=""/>
        <dsp:cNvSpPr/>
      </dsp:nvSpPr>
      <dsp:spPr>
        <a:xfrm>
          <a:off x="6226548" y="3886992"/>
          <a:ext cx="1647819" cy="1046365"/>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zh-CN" altLang="en-US" sz="2100" kern="1200"/>
            <a:t>系统支撑和服务程序</a:t>
          </a:r>
        </a:p>
      </dsp:txBody>
      <dsp:txXfrm>
        <a:off x="6257195" y="3917639"/>
        <a:ext cx="1586525" cy="985071"/>
      </dsp:txXfrm>
    </dsp:sp>
    <dsp:sp modelId="{2908018A-943C-4DB6-A1C0-A4AD9A39DC5F}">
      <dsp:nvSpPr>
        <dsp:cNvPr id="0" name=""/>
        <dsp:cNvSpPr/>
      </dsp:nvSpPr>
      <dsp:spPr>
        <a:xfrm>
          <a:off x="9064458" y="2187450"/>
          <a:ext cx="1647819" cy="1046365"/>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90C0F05A-54D3-404C-B393-F41FDC63E8EA}">
      <dsp:nvSpPr>
        <dsp:cNvPr id="0" name=""/>
        <dsp:cNvSpPr/>
      </dsp:nvSpPr>
      <dsp:spPr>
        <a:xfrm>
          <a:off x="9247549" y="2361386"/>
          <a:ext cx="1647819" cy="1046365"/>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zh-CN" altLang="en-US" sz="2100" kern="1200"/>
            <a:t>应用软件</a:t>
          </a:r>
        </a:p>
      </dsp:txBody>
      <dsp:txXfrm>
        <a:off x="9278196" y="2392033"/>
        <a:ext cx="1586525" cy="985071"/>
      </dsp:txXfrm>
    </dsp:sp>
    <dsp:sp modelId="{440C5621-121D-400D-A470-C2391FC98FD2}">
      <dsp:nvSpPr>
        <dsp:cNvPr id="0" name=""/>
        <dsp:cNvSpPr/>
      </dsp:nvSpPr>
      <dsp:spPr>
        <a:xfrm>
          <a:off x="8057458" y="3713056"/>
          <a:ext cx="1647819" cy="1046365"/>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C1CA5825-F824-4EB7-B5F5-1D2B6A7CFDFF}">
      <dsp:nvSpPr>
        <dsp:cNvPr id="0" name=""/>
        <dsp:cNvSpPr/>
      </dsp:nvSpPr>
      <dsp:spPr>
        <a:xfrm>
          <a:off x="8240549" y="3886992"/>
          <a:ext cx="1647819" cy="1046365"/>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zh-CN" altLang="en-US" sz="2100" kern="1200"/>
            <a:t>通用软件</a:t>
          </a:r>
        </a:p>
      </dsp:txBody>
      <dsp:txXfrm>
        <a:off x="8271196" y="3917639"/>
        <a:ext cx="1586525" cy="985071"/>
      </dsp:txXfrm>
    </dsp:sp>
    <dsp:sp modelId="{9477AD7C-D8AE-4B64-A9DD-EFB402CC558F}">
      <dsp:nvSpPr>
        <dsp:cNvPr id="0" name=""/>
        <dsp:cNvSpPr/>
      </dsp:nvSpPr>
      <dsp:spPr>
        <a:xfrm>
          <a:off x="10071459" y="3713056"/>
          <a:ext cx="1647819" cy="1046365"/>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1AFDE203-79DB-440F-A08E-26EDF49F2F6A}">
      <dsp:nvSpPr>
        <dsp:cNvPr id="0" name=""/>
        <dsp:cNvSpPr/>
      </dsp:nvSpPr>
      <dsp:spPr>
        <a:xfrm>
          <a:off x="10254550" y="3886992"/>
          <a:ext cx="1647819" cy="1046365"/>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zh-CN" altLang="en-US" sz="2100" kern="1200"/>
            <a:t>专用软件</a:t>
          </a:r>
        </a:p>
      </dsp:txBody>
      <dsp:txXfrm>
        <a:off x="10285197" y="3917639"/>
        <a:ext cx="1586525" cy="98507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3CDB4-7C92-4406-9ECF-24B913EFB7BE}">
      <dsp:nvSpPr>
        <dsp:cNvPr id="0" name=""/>
        <dsp:cNvSpPr/>
      </dsp:nvSpPr>
      <dsp:spPr>
        <a:xfrm>
          <a:off x="4230" y="0"/>
          <a:ext cx="2462525" cy="572385"/>
        </a:xfrm>
        <a:prstGeom prst="chevron">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源程序</a:t>
          </a:r>
        </a:p>
      </dsp:txBody>
      <dsp:txXfrm>
        <a:off x="290423" y="0"/>
        <a:ext cx="1890140" cy="572385"/>
      </dsp:txXfrm>
    </dsp:sp>
    <dsp:sp modelId="{BFF8FD40-854F-4F0E-9C95-66B386C590AC}">
      <dsp:nvSpPr>
        <dsp:cNvPr id="0" name=""/>
        <dsp:cNvSpPr/>
      </dsp:nvSpPr>
      <dsp:spPr>
        <a:xfrm>
          <a:off x="2220503" y="0"/>
          <a:ext cx="2462525" cy="572385"/>
        </a:xfrm>
        <a:prstGeom prst="chevron">
          <a:avLst/>
        </a:prstGeom>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3"/>
        </a:lnRef>
        <a:fillRef idx="3">
          <a:schemeClr val="accent3"/>
        </a:fillRef>
        <a:effectRef idx="3">
          <a:schemeClr val="accent3"/>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zh-CN" altLang="en-US" sz="2400" b="1" kern="12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解释程序</a:t>
          </a:r>
        </a:p>
      </dsp:txBody>
      <dsp:txXfrm>
        <a:off x="2506696" y="0"/>
        <a:ext cx="1890140" cy="572385"/>
      </dsp:txXfrm>
    </dsp:sp>
    <dsp:sp modelId="{FC9B91D5-4482-495A-A4BC-998A763F675B}">
      <dsp:nvSpPr>
        <dsp:cNvPr id="0" name=""/>
        <dsp:cNvSpPr/>
      </dsp:nvSpPr>
      <dsp:spPr>
        <a:xfrm>
          <a:off x="4436775" y="0"/>
          <a:ext cx="2462525" cy="572385"/>
        </a:xfrm>
        <a:prstGeom prst="chevron">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zh-CN" altLang="en-US" sz="2400" b="1" kern="12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执行代码</a:t>
          </a:r>
        </a:p>
      </dsp:txBody>
      <dsp:txXfrm>
        <a:off x="4722968" y="0"/>
        <a:ext cx="1890140" cy="572385"/>
      </dsp:txXfrm>
    </dsp:sp>
    <dsp:sp modelId="{2C33E8D6-C7F6-4BE5-BF4F-F11993FC2AB6}">
      <dsp:nvSpPr>
        <dsp:cNvPr id="0" name=""/>
        <dsp:cNvSpPr/>
      </dsp:nvSpPr>
      <dsp:spPr>
        <a:xfrm>
          <a:off x="6653048" y="0"/>
          <a:ext cx="2462525" cy="572385"/>
        </a:xfrm>
        <a:prstGeom prst="chevron">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2"/>
        </a:lnRef>
        <a:fillRef idx="3">
          <a:schemeClr val="accent2"/>
        </a:fillRef>
        <a:effectRef idx="3">
          <a:schemeClr val="accent2"/>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执行结果</a:t>
          </a:r>
        </a:p>
      </dsp:txBody>
      <dsp:txXfrm>
        <a:off x="6939241" y="0"/>
        <a:ext cx="1890140" cy="5723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46BF3E-4560-45D2-A666-B22813EE2D68}">
      <dsp:nvSpPr>
        <dsp:cNvPr id="0" name=""/>
        <dsp:cNvSpPr/>
      </dsp:nvSpPr>
      <dsp:spPr>
        <a:xfrm rot="5400000">
          <a:off x="1547999" y="1599915"/>
          <a:ext cx="425077" cy="707319"/>
        </a:xfrm>
        <a:prstGeom prst="corner">
          <a:avLst>
            <a:gd name="adj1" fmla="val 16120"/>
            <a:gd name="adj2" fmla="val 1611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D303F7-7097-4BD4-A800-F93378870264}">
      <dsp:nvSpPr>
        <dsp:cNvPr id="0" name=""/>
        <dsp:cNvSpPr/>
      </dsp:nvSpPr>
      <dsp:spPr>
        <a:xfrm>
          <a:off x="1477043" y="1811252"/>
          <a:ext cx="638572" cy="559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altLang="zh-CN" sz="2800" b="1" kern="1200" dirty="0">
              <a:latin typeface="微软雅黑" panose="020B0503020204020204" pitchFamily="34" charset="-122"/>
              <a:ea typeface="微软雅黑" panose="020B0503020204020204" pitchFamily="34" charset="-122"/>
            </a:rPr>
            <a:t>C</a:t>
          </a:r>
          <a:endParaRPr lang="zh-CN" altLang="en-US" sz="2800" b="1" kern="1200" dirty="0">
            <a:latin typeface="微软雅黑" panose="020B0503020204020204" pitchFamily="34" charset="-122"/>
            <a:ea typeface="微软雅黑" panose="020B0503020204020204" pitchFamily="34" charset="-122"/>
          </a:endParaRPr>
        </a:p>
      </dsp:txBody>
      <dsp:txXfrm>
        <a:off x="1477043" y="1811252"/>
        <a:ext cx="638572" cy="559746"/>
      </dsp:txXfrm>
    </dsp:sp>
    <dsp:sp modelId="{07119F06-31EA-4D16-8F99-D757BCB69836}">
      <dsp:nvSpPr>
        <dsp:cNvPr id="0" name=""/>
        <dsp:cNvSpPr/>
      </dsp:nvSpPr>
      <dsp:spPr>
        <a:xfrm>
          <a:off x="1995130" y="1547842"/>
          <a:ext cx="120485" cy="120485"/>
        </a:xfrm>
        <a:prstGeom prst="triangle">
          <a:avLst>
            <a:gd name="adj" fmla="val 100000"/>
          </a:avLst>
        </a:prstGeom>
        <a:solidFill>
          <a:schemeClr val="accent5">
            <a:hueOff val="-408519"/>
            <a:satOff val="-568"/>
            <a:lumOff val="-218"/>
            <a:alphaOff val="0"/>
          </a:schemeClr>
        </a:solidFill>
        <a:ln w="12700" cap="flat" cmpd="sng" algn="ctr">
          <a:solidFill>
            <a:schemeClr val="accent5">
              <a:hueOff val="-408519"/>
              <a:satOff val="-568"/>
              <a:lumOff val="-21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0F6726-6C79-40A5-B2C7-E0B05072A9AE}">
      <dsp:nvSpPr>
        <dsp:cNvPr id="0" name=""/>
        <dsp:cNvSpPr/>
      </dsp:nvSpPr>
      <dsp:spPr>
        <a:xfrm rot="5400000">
          <a:off x="2329736" y="1406474"/>
          <a:ext cx="425077" cy="707319"/>
        </a:xfrm>
        <a:prstGeom prst="corner">
          <a:avLst>
            <a:gd name="adj1" fmla="val 16120"/>
            <a:gd name="adj2" fmla="val 16110"/>
          </a:avLst>
        </a:prstGeom>
        <a:solidFill>
          <a:schemeClr val="accent5">
            <a:hueOff val="-817038"/>
            <a:satOff val="-1136"/>
            <a:lumOff val="-436"/>
            <a:alphaOff val="0"/>
          </a:schemeClr>
        </a:solidFill>
        <a:ln w="12700" cap="flat" cmpd="sng" algn="ctr">
          <a:solidFill>
            <a:schemeClr val="accent5">
              <a:hueOff val="-817038"/>
              <a:satOff val="-1136"/>
              <a:lumOff val="-43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125B1B-DC72-40B3-AA1C-CAED15A64FC7}">
      <dsp:nvSpPr>
        <dsp:cNvPr id="0" name=""/>
        <dsp:cNvSpPr/>
      </dsp:nvSpPr>
      <dsp:spPr>
        <a:xfrm>
          <a:off x="2258780" y="1617810"/>
          <a:ext cx="638572" cy="559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altLang="zh-CN" sz="2800" b="1" kern="1200" dirty="0">
              <a:solidFill>
                <a:prstClr val="black">
                  <a:hueOff val="0"/>
                  <a:satOff val="0"/>
                  <a:lumOff val="0"/>
                  <a:alphaOff val="0"/>
                </a:prstClr>
              </a:solidFill>
              <a:latin typeface="等线"/>
              <a:ea typeface="等线" panose="02010600030101010101" pitchFamily="2" charset="-122"/>
              <a:cs typeface="+mn-cs"/>
            </a:rPr>
            <a:t>C++</a:t>
          </a:r>
          <a:endParaRPr lang="zh-CN" altLang="en-US" sz="2800" b="1" kern="1200" dirty="0">
            <a:solidFill>
              <a:prstClr val="black">
                <a:hueOff val="0"/>
                <a:satOff val="0"/>
                <a:lumOff val="0"/>
                <a:alphaOff val="0"/>
              </a:prstClr>
            </a:solidFill>
            <a:latin typeface="等线"/>
            <a:ea typeface="等线" panose="02010600030101010101" pitchFamily="2" charset="-122"/>
            <a:cs typeface="+mn-cs"/>
          </a:endParaRPr>
        </a:p>
      </dsp:txBody>
      <dsp:txXfrm>
        <a:off x="2258780" y="1617810"/>
        <a:ext cx="638572" cy="559746"/>
      </dsp:txXfrm>
    </dsp:sp>
    <dsp:sp modelId="{ABA7F16C-4D41-49CE-99D2-A1AEBE3438A6}">
      <dsp:nvSpPr>
        <dsp:cNvPr id="0" name=""/>
        <dsp:cNvSpPr/>
      </dsp:nvSpPr>
      <dsp:spPr>
        <a:xfrm>
          <a:off x="2776867" y="1354400"/>
          <a:ext cx="120485" cy="120485"/>
        </a:xfrm>
        <a:prstGeom prst="triangle">
          <a:avLst>
            <a:gd name="adj" fmla="val 100000"/>
          </a:avLst>
        </a:prstGeom>
        <a:solidFill>
          <a:schemeClr val="accent5">
            <a:hueOff val="-1225557"/>
            <a:satOff val="-1705"/>
            <a:lumOff val="-654"/>
            <a:alphaOff val="0"/>
          </a:schemeClr>
        </a:solidFill>
        <a:ln w="12700" cap="flat" cmpd="sng" algn="ctr">
          <a:solidFill>
            <a:schemeClr val="accent5">
              <a:hueOff val="-1225557"/>
              <a:satOff val="-1705"/>
              <a:lumOff val="-6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EF29FC-0E26-4A7B-8E87-93A306126698}">
      <dsp:nvSpPr>
        <dsp:cNvPr id="0" name=""/>
        <dsp:cNvSpPr/>
      </dsp:nvSpPr>
      <dsp:spPr>
        <a:xfrm rot="5400000">
          <a:off x="3111474" y="1213032"/>
          <a:ext cx="425077" cy="707319"/>
        </a:xfrm>
        <a:prstGeom prst="corner">
          <a:avLst>
            <a:gd name="adj1" fmla="val 16120"/>
            <a:gd name="adj2" fmla="val 16110"/>
          </a:avLst>
        </a:prstGeom>
        <a:solidFill>
          <a:schemeClr val="accent5">
            <a:hueOff val="-1634077"/>
            <a:satOff val="-2273"/>
            <a:lumOff val="-872"/>
            <a:alphaOff val="0"/>
          </a:schemeClr>
        </a:solidFill>
        <a:ln w="12700" cap="flat" cmpd="sng" algn="ctr">
          <a:solidFill>
            <a:schemeClr val="accent5">
              <a:hueOff val="-1634077"/>
              <a:satOff val="-2273"/>
              <a:lumOff val="-87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CD61BD-5BEB-43E7-B3EF-AD957760E881}">
      <dsp:nvSpPr>
        <dsp:cNvPr id="0" name=""/>
        <dsp:cNvSpPr/>
      </dsp:nvSpPr>
      <dsp:spPr>
        <a:xfrm>
          <a:off x="3040517" y="1424368"/>
          <a:ext cx="638572" cy="559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altLang="zh-CN" sz="2800" b="1" kern="1200" dirty="0">
              <a:solidFill>
                <a:prstClr val="black">
                  <a:hueOff val="0"/>
                  <a:satOff val="0"/>
                  <a:lumOff val="0"/>
                  <a:alphaOff val="0"/>
                </a:prstClr>
              </a:solidFill>
              <a:latin typeface="等线"/>
              <a:ea typeface="等线" panose="02010600030101010101" pitchFamily="2" charset="-122"/>
              <a:cs typeface="+mn-cs"/>
            </a:rPr>
            <a:t>Java</a:t>
          </a:r>
          <a:endParaRPr lang="zh-CN" altLang="en-US" sz="2800" b="1" kern="1200" dirty="0">
            <a:solidFill>
              <a:prstClr val="black">
                <a:hueOff val="0"/>
                <a:satOff val="0"/>
                <a:lumOff val="0"/>
                <a:alphaOff val="0"/>
              </a:prstClr>
            </a:solidFill>
            <a:latin typeface="等线"/>
            <a:ea typeface="等线" panose="02010600030101010101" pitchFamily="2" charset="-122"/>
            <a:cs typeface="+mn-cs"/>
          </a:endParaRPr>
        </a:p>
      </dsp:txBody>
      <dsp:txXfrm>
        <a:off x="3040517" y="1424368"/>
        <a:ext cx="638572" cy="559746"/>
      </dsp:txXfrm>
    </dsp:sp>
    <dsp:sp modelId="{B8D86996-A60B-4401-97E2-2A70CDD0987E}">
      <dsp:nvSpPr>
        <dsp:cNvPr id="0" name=""/>
        <dsp:cNvSpPr/>
      </dsp:nvSpPr>
      <dsp:spPr>
        <a:xfrm>
          <a:off x="3558604" y="1160958"/>
          <a:ext cx="120485" cy="120485"/>
        </a:xfrm>
        <a:prstGeom prst="triangle">
          <a:avLst>
            <a:gd name="adj" fmla="val 100000"/>
          </a:avLst>
        </a:prstGeom>
        <a:solidFill>
          <a:schemeClr val="accent5">
            <a:hueOff val="-2042596"/>
            <a:satOff val="-2841"/>
            <a:lumOff val="-1089"/>
            <a:alphaOff val="0"/>
          </a:schemeClr>
        </a:solidFill>
        <a:ln w="12700" cap="flat" cmpd="sng" algn="ctr">
          <a:solidFill>
            <a:schemeClr val="accent5">
              <a:hueOff val="-2042596"/>
              <a:satOff val="-2841"/>
              <a:lumOff val="-108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87F904-0842-47FD-A14E-BBDB70839A85}">
      <dsp:nvSpPr>
        <dsp:cNvPr id="0" name=""/>
        <dsp:cNvSpPr/>
      </dsp:nvSpPr>
      <dsp:spPr>
        <a:xfrm rot="5400000">
          <a:off x="4159025" y="753776"/>
          <a:ext cx="425077" cy="1238948"/>
        </a:xfrm>
        <a:prstGeom prst="corner">
          <a:avLst>
            <a:gd name="adj1" fmla="val 16120"/>
            <a:gd name="adj2" fmla="val 16110"/>
          </a:avLst>
        </a:prstGeom>
        <a:solidFill>
          <a:schemeClr val="accent5">
            <a:hueOff val="-2451115"/>
            <a:satOff val="-3409"/>
            <a:lumOff val="-1307"/>
            <a:alphaOff val="0"/>
          </a:schemeClr>
        </a:solidFill>
        <a:ln w="12700" cap="flat" cmpd="sng" algn="ctr">
          <a:solidFill>
            <a:schemeClr val="accent5">
              <a:hueOff val="-2451115"/>
              <a:satOff val="-3409"/>
              <a:lumOff val="-13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78F113-C441-4BBE-AF02-49BCDC2B56C7}">
      <dsp:nvSpPr>
        <dsp:cNvPr id="0" name=""/>
        <dsp:cNvSpPr/>
      </dsp:nvSpPr>
      <dsp:spPr>
        <a:xfrm>
          <a:off x="3832088" y="1230927"/>
          <a:ext cx="1150535" cy="559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altLang="zh-CN" sz="2800" b="1" kern="1200" dirty="0"/>
            <a:t>JavaScript</a:t>
          </a:r>
          <a:endParaRPr lang="zh-CN" altLang="en-US" sz="2800" b="1" kern="1200" dirty="0">
            <a:latin typeface="微软雅黑" panose="020B0503020204020204" pitchFamily="34" charset="-122"/>
            <a:ea typeface="微软雅黑" panose="020B0503020204020204" pitchFamily="34" charset="-122"/>
          </a:endParaRPr>
        </a:p>
      </dsp:txBody>
      <dsp:txXfrm>
        <a:off x="3832088" y="1230927"/>
        <a:ext cx="1150535" cy="559746"/>
      </dsp:txXfrm>
    </dsp:sp>
    <dsp:sp modelId="{6F0F1F63-2100-4261-9975-6F27CE3BC834}">
      <dsp:nvSpPr>
        <dsp:cNvPr id="0" name=""/>
        <dsp:cNvSpPr/>
      </dsp:nvSpPr>
      <dsp:spPr>
        <a:xfrm>
          <a:off x="4840079" y="967517"/>
          <a:ext cx="120485" cy="120485"/>
        </a:xfrm>
        <a:prstGeom prst="triangle">
          <a:avLst>
            <a:gd name="adj" fmla="val 100000"/>
          </a:avLst>
        </a:prstGeom>
        <a:solidFill>
          <a:schemeClr val="accent5">
            <a:hueOff val="-2859634"/>
            <a:satOff val="-3978"/>
            <a:lumOff val="-1525"/>
            <a:alphaOff val="0"/>
          </a:schemeClr>
        </a:solidFill>
        <a:ln w="12700" cap="flat" cmpd="sng" algn="ctr">
          <a:solidFill>
            <a:schemeClr val="accent5">
              <a:hueOff val="-2859634"/>
              <a:satOff val="-3978"/>
              <a:lumOff val="-152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4ED1FA-4549-4DEA-9CE5-038D3A9B2A2D}">
      <dsp:nvSpPr>
        <dsp:cNvPr id="0" name=""/>
        <dsp:cNvSpPr/>
      </dsp:nvSpPr>
      <dsp:spPr>
        <a:xfrm rot="5400000">
          <a:off x="5387255" y="634762"/>
          <a:ext cx="425077" cy="1090093"/>
        </a:xfrm>
        <a:prstGeom prst="corner">
          <a:avLst>
            <a:gd name="adj1" fmla="val 16120"/>
            <a:gd name="adj2" fmla="val 16110"/>
          </a:avLst>
        </a:prstGeom>
        <a:solidFill>
          <a:schemeClr val="accent5">
            <a:hueOff val="-3268153"/>
            <a:satOff val="-4546"/>
            <a:lumOff val="-1743"/>
            <a:alphaOff val="0"/>
          </a:schemeClr>
        </a:solidFill>
        <a:ln w="12700" cap="flat" cmpd="sng" algn="ctr">
          <a:solidFill>
            <a:schemeClr val="accent5">
              <a:hueOff val="-3268153"/>
              <a:satOff val="-4546"/>
              <a:lumOff val="-174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9FFC24-CF47-40EC-B7DE-2CC7C6DD672F}">
      <dsp:nvSpPr>
        <dsp:cNvPr id="0" name=""/>
        <dsp:cNvSpPr/>
      </dsp:nvSpPr>
      <dsp:spPr>
        <a:xfrm>
          <a:off x="5126450" y="1037485"/>
          <a:ext cx="1018388" cy="559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altLang="zh-CN" sz="2800" b="1" kern="1200" dirty="0"/>
            <a:t>Scheme</a:t>
          </a:r>
          <a:endParaRPr lang="zh-CN" altLang="en-US" sz="2800" b="1" kern="1200" dirty="0">
            <a:latin typeface="微软雅黑" panose="020B0503020204020204" pitchFamily="34" charset="-122"/>
            <a:ea typeface="微软雅黑" panose="020B0503020204020204" pitchFamily="34" charset="-122"/>
          </a:endParaRPr>
        </a:p>
      </dsp:txBody>
      <dsp:txXfrm>
        <a:off x="5126450" y="1037485"/>
        <a:ext cx="1018388" cy="559746"/>
      </dsp:txXfrm>
    </dsp:sp>
    <dsp:sp modelId="{F2223096-9A5C-4929-A8E6-705DC52BF726}">
      <dsp:nvSpPr>
        <dsp:cNvPr id="0" name=""/>
        <dsp:cNvSpPr/>
      </dsp:nvSpPr>
      <dsp:spPr>
        <a:xfrm>
          <a:off x="5972701" y="774075"/>
          <a:ext cx="120485" cy="120485"/>
        </a:xfrm>
        <a:prstGeom prst="triangle">
          <a:avLst>
            <a:gd name="adj" fmla="val 100000"/>
          </a:avLst>
        </a:prstGeom>
        <a:solidFill>
          <a:schemeClr val="accent5">
            <a:hueOff val="-3676672"/>
            <a:satOff val="-5114"/>
            <a:lumOff val="-1961"/>
            <a:alphaOff val="0"/>
          </a:schemeClr>
        </a:solidFill>
        <a:ln w="12700" cap="flat" cmpd="sng" algn="ctr">
          <a:solidFill>
            <a:schemeClr val="accent5">
              <a:hueOff val="-3676672"/>
              <a:satOff val="-5114"/>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ECD015-64CC-48B6-B0FB-7FD0A1BA4CB3}">
      <dsp:nvSpPr>
        <dsp:cNvPr id="0" name=""/>
        <dsp:cNvSpPr/>
      </dsp:nvSpPr>
      <dsp:spPr>
        <a:xfrm rot="5400000">
          <a:off x="6339060" y="632707"/>
          <a:ext cx="425077" cy="707319"/>
        </a:xfrm>
        <a:prstGeom prst="corner">
          <a:avLst>
            <a:gd name="adj1" fmla="val 16120"/>
            <a:gd name="adj2" fmla="val 16110"/>
          </a:avLst>
        </a:prstGeom>
        <a:solidFill>
          <a:schemeClr val="accent5">
            <a:hueOff val="-4085191"/>
            <a:satOff val="-5682"/>
            <a:lumOff val="-2179"/>
            <a:alphaOff val="0"/>
          </a:schemeClr>
        </a:solidFill>
        <a:ln w="12700" cap="flat" cmpd="sng" algn="ctr">
          <a:solidFill>
            <a:schemeClr val="accent5">
              <a:hueOff val="-4085191"/>
              <a:satOff val="-5682"/>
              <a:lumOff val="-217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61BC3A-5295-41CB-B716-2B15E880FEEB}">
      <dsp:nvSpPr>
        <dsp:cNvPr id="0" name=""/>
        <dsp:cNvSpPr/>
      </dsp:nvSpPr>
      <dsp:spPr>
        <a:xfrm>
          <a:off x="6268205" y="844043"/>
          <a:ext cx="638572" cy="559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altLang="zh-CN" sz="2800" b="1" kern="1200" dirty="0">
              <a:solidFill>
                <a:prstClr val="black">
                  <a:hueOff val="0"/>
                  <a:satOff val="0"/>
                  <a:lumOff val="0"/>
                  <a:alphaOff val="0"/>
                </a:prstClr>
              </a:solidFill>
              <a:latin typeface="等线"/>
              <a:ea typeface="等线" panose="02010600030101010101" pitchFamily="2" charset="-122"/>
              <a:cs typeface="+mn-cs"/>
            </a:rPr>
            <a:t>Go</a:t>
          </a:r>
          <a:endParaRPr lang="zh-CN" altLang="en-US" sz="2800" b="1" kern="1200" dirty="0">
            <a:solidFill>
              <a:prstClr val="black">
                <a:hueOff val="0"/>
                <a:satOff val="0"/>
                <a:lumOff val="0"/>
                <a:alphaOff val="0"/>
              </a:prstClr>
            </a:solidFill>
            <a:latin typeface="等线"/>
            <a:ea typeface="等线" panose="02010600030101010101" pitchFamily="2" charset="-122"/>
            <a:cs typeface="+mn-cs"/>
          </a:endParaRPr>
        </a:p>
      </dsp:txBody>
      <dsp:txXfrm>
        <a:off x="6268205" y="844043"/>
        <a:ext cx="638572" cy="559746"/>
      </dsp:txXfrm>
    </dsp:sp>
    <dsp:sp modelId="{54734A8F-CFFA-462A-8AEE-C7D680DC7869}">
      <dsp:nvSpPr>
        <dsp:cNvPr id="0" name=""/>
        <dsp:cNvSpPr/>
      </dsp:nvSpPr>
      <dsp:spPr>
        <a:xfrm>
          <a:off x="6786342" y="580633"/>
          <a:ext cx="120485" cy="120485"/>
        </a:xfrm>
        <a:prstGeom prst="triangle">
          <a:avLst>
            <a:gd name="adj" fmla="val 100000"/>
          </a:avLst>
        </a:prstGeom>
        <a:solidFill>
          <a:schemeClr val="accent5">
            <a:hueOff val="-4493710"/>
            <a:satOff val="-6250"/>
            <a:lumOff val="-2397"/>
            <a:alphaOff val="0"/>
          </a:schemeClr>
        </a:solidFill>
        <a:ln w="12700" cap="flat" cmpd="sng" algn="ctr">
          <a:solidFill>
            <a:schemeClr val="accent5">
              <a:hueOff val="-4493710"/>
              <a:satOff val="-6250"/>
              <a:lumOff val="-239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37C482-0ACB-462D-8F52-FA6CEC1E8DD6}">
      <dsp:nvSpPr>
        <dsp:cNvPr id="0" name=""/>
        <dsp:cNvSpPr/>
      </dsp:nvSpPr>
      <dsp:spPr>
        <a:xfrm rot="5400000">
          <a:off x="7259365" y="300698"/>
          <a:ext cx="425077" cy="984454"/>
        </a:xfrm>
        <a:prstGeom prst="corner">
          <a:avLst>
            <a:gd name="adj1" fmla="val 16120"/>
            <a:gd name="adj2" fmla="val 16110"/>
          </a:avLst>
        </a:prstGeom>
        <a:solidFill>
          <a:schemeClr val="accent5">
            <a:hueOff val="-4902230"/>
            <a:satOff val="-6819"/>
            <a:lumOff val="-2615"/>
            <a:alphaOff val="0"/>
          </a:schemeClr>
        </a:solidFill>
        <a:ln w="12700" cap="flat" cmpd="sng" algn="ctr">
          <a:solidFill>
            <a:schemeClr val="accent5">
              <a:hueOff val="-4902230"/>
              <a:satOff val="-6819"/>
              <a:lumOff val="-261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9C0649-0662-4A9C-8F24-37946064BB1A}">
      <dsp:nvSpPr>
        <dsp:cNvPr id="0" name=""/>
        <dsp:cNvSpPr/>
      </dsp:nvSpPr>
      <dsp:spPr>
        <a:xfrm>
          <a:off x="7062439" y="650602"/>
          <a:ext cx="890712" cy="559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altLang="zh-CN" sz="2800" b="1" kern="1200" dirty="0">
              <a:solidFill>
                <a:prstClr val="black">
                  <a:hueOff val="0"/>
                  <a:satOff val="0"/>
                  <a:lumOff val="0"/>
                  <a:alphaOff val="0"/>
                </a:prstClr>
              </a:solidFill>
              <a:latin typeface="等线"/>
              <a:ea typeface="等线" panose="02010600030101010101" pitchFamily="2" charset="-122"/>
              <a:cs typeface="+mn-cs"/>
            </a:rPr>
            <a:t>Python</a:t>
          </a:r>
          <a:endParaRPr lang="zh-CN" altLang="en-US" sz="2800" b="1" kern="1200" dirty="0">
            <a:solidFill>
              <a:prstClr val="black">
                <a:hueOff val="0"/>
                <a:satOff val="0"/>
                <a:lumOff val="0"/>
                <a:alphaOff val="0"/>
              </a:prstClr>
            </a:solidFill>
            <a:latin typeface="等线"/>
            <a:ea typeface="等线" panose="02010600030101010101" pitchFamily="2" charset="-122"/>
            <a:cs typeface="+mn-cs"/>
          </a:endParaRPr>
        </a:p>
      </dsp:txBody>
      <dsp:txXfrm>
        <a:off x="7062439" y="650602"/>
        <a:ext cx="890712" cy="559746"/>
      </dsp:txXfrm>
    </dsp:sp>
    <dsp:sp modelId="{17D5901D-5EC2-465F-8C34-127ED079887C}">
      <dsp:nvSpPr>
        <dsp:cNvPr id="0" name=""/>
        <dsp:cNvSpPr/>
      </dsp:nvSpPr>
      <dsp:spPr>
        <a:xfrm>
          <a:off x="7866139" y="387192"/>
          <a:ext cx="120485" cy="120485"/>
        </a:xfrm>
        <a:prstGeom prst="triangle">
          <a:avLst>
            <a:gd name="adj" fmla="val 100000"/>
          </a:avLst>
        </a:prstGeom>
        <a:solidFill>
          <a:schemeClr val="accent5">
            <a:hueOff val="-5310748"/>
            <a:satOff val="-7387"/>
            <a:lumOff val="-2833"/>
            <a:alphaOff val="0"/>
          </a:schemeClr>
        </a:solidFill>
        <a:ln w="12700" cap="flat" cmpd="sng" algn="ctr">
          <a:solidFill>
            <a:schemeClr val="accent5">
              <a:hueOff val="-5310748"/>
              <a:satOff val="-7387"/>
              <a:lumOff val="-283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06C956-2418-42C0-9F04-D365C2CBC999}">
      <dsp:nvSpPr>
        <dsp:cNvPr id="0" name=""/>
        <dsp:cNvSpPr/>
      </dsp:nvSpPr>
      <dsp:spPr>
        <a:xfrm rot="5400000">
          <a:off x="8178941" y="245824"/>
          <a:ext cx="425077" cy="707319"/>
        </a:xfrm>
        <a:prstGeom prst="corner">
          <a:avLst>
            <a:gd name="adj1" fmla="val 16120"/>
            <a:gd name="adj2" fmla="val 16110"/>
          </a:avLst>
        </a:prstGeom>
        <a:solidFill>
          <a:schemeClr val="accent5">
            <a:hueOff val="-5719268"/>
            <a:satOff val="-7955"/>
            <a:lumOff val="-3050"/>
            <a:alphaOff val="0"/>
          </a:schemeClr>
        </a:solidFill>
        <a:ln w="12700" cap="flat" cmpd="sng" algn="ctr">
          <a:solidFill>
            <a:schemeClr val="accent5">
              <a:hueOff val="-5719268"/>
              <a:satOff val="-7955"/>
              <a:lumOff val="-305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063AF9-0E28-4C38-ABC3-2D1F0F191B6B}">
      <dsp:nvSpPr>
        <dsp:cNvPr id="0" name=""/>
        <dsp:cNvSpPr/>
      </dsp:nvSpPr>
      <dsp:spPr>
        <a:xfrm>
          <a:off x="8108117" y="457160"/>
          <a:ext cx="638572" cy="559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altLang="zh-CN" sz="2800" b="1" kern="1200" dirty="0">
              <a:solidFill>
                <a:prstClr val="black">
                  <a:hueOff val="0"/>
                  <a:satOff val="0"/>
                  <a:lumOff val="0"/>
                  <a:alphaOff val="0"/>
                </a:prstClr>
              </a:solidFill>
              <a:latin typeface="等线"/>
              <a:ea typeface="等线" panose="02010600030101010101" pitchFamily="2" charset="-122"/>
              <a:cs typeface="+mn-cs"/>
            </a:rPr>
            <a:t>Ruby</a:t>
          </a:r>
          <a:endParaRPr lang="zh-CN" altLang="en-US" sz="2800" b="1" kern="1200" dirty="0">
            <a:solidFill>
              <a:prstClr val="black">
                <a:hueOff val="0"/>
                <a:satOff val="0"/>
                <a:lumOff val="0"/>
                <a:alphaOff val="0"/>
              </a:prstClr>
            </a:solidFill>
            <a:latin typeface="等线"/>
            <a:ea typeface="等线" panose="02010600030101010101" pitchFamily="2" charset="-122"/>
            <a:cs typeface="+mn-cs"/>
          </a:endParaRPr>
        </a:p>
      </dsp:txBody>
      <dsp:txXfrm>
        <a:off x="8108117" y="457160"/>
        <a:ext cx="638572" cy="559746"/>
      </dsp:txXfrm>
    </dsp:sp>
    <dsp:sp modelId="{4CF51C59-39F7-4A3C-A83A-B72A6F72661E}">
      <dsp:nvSpPr>
        <dsp:cNvPr id="0" name=""/>
        <dsp:cNvSpPr/>
      </dsp:nvSpPr>
      <dsp:spPr>
        <a:xfrm>
          <a:off x="8626270" y="193750"/>
          <a:ext cx="120485" cy="120485"/>
        </a:xfrm>
        <a:prstGeom prst="triangle">
          <a:avLst>
            <a:gd name="adj" fmla="val 100000"/>
          </a:avLst>
        </a:prstGeom>
        <a:solidFill>
          <a:schemeClr val="accent5">
            <a:hueOff val="-6127787"/>
            <a:satOff val="-8523"/>
            <a:lumOff val="-3268"/>
            <a:alphaOff val="0"/>
          </a:schemeClr>
        </a:solidFill>
        <a:ln w="12700" cap="flat" cmpd="sng" algn="ctr">
          <a:solidFill>
            <a:schemeClr val="accent5">
              <a:hueOff val="-6127787"/>
              <a:satOff val="-8523"/>
              <a:lumOff val="-326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4B9D3B-9D3E-461D-8C32-5189E816EA03}">
      <dsp:nvSpPr>
        <dsp:cNvPr id="0" name=""/>
        <dsp:cNvSpPr/>
      </dsp:nvSpPr>
      <dsp:spPr>
        <a:xfrm rot="5400000">
          <a:off x="8960679" y="52382"/>
          <a:ext cx="425077" cy="707319"/>
        </a:xfrm>
        <a:prstGeom prst="corner">
          <a:avLst>
            <a:gd name="adj1" fmla="val 16120"/>
            <a:gd name="adj2" fmla="val 16110"/>
          </a:avLst>
        </a:prstGeom>
        <a:solidFill>
          <a:schemeClr val="accent5">
            <a:hueOff val="-6536306"/>
            <a:satOff val="-9092"/>
            <a:lumOff val="-3486"/>
            <a:alphaOff val="0"/>
          </a:schemeClr>
        </a:solidFill>
        <a:ln w="12700" cap="flat" cmpd="sng" algn="ctr">
          <a:solidFill>
            <a:schemeClr val="accent5">
              <a:hueOff val="-6536306"/>
              <a:satOff val="-9092"/>
              <a:lumOff val="-348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1A67E7-C959-42FC-81C7-402E091E65A8}">
      <dsp:nvSpPr>
        <dsp:cNvPr id="0" name=""/>
        <dsp:cNvSpPr/>
      </dsp:nvSpPr>
      <dsp:spPr>
        <a:xfrm>
          <a:off x="8889855" y="263718"/>
          <a:ext cx="638572" cy="559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altLang="zh-CN" sz="2800" b="1" kern="1200" dirty="0">
              <a:solidFill>
                <a:prstClr val="black">
                  <a:hueOff val="0"/>
                  <a:satOff val="0"/>
                  <a:lumOff val="0"/>
                  <a:alphaOff val="0"/>
                </a:prstClr>
              </a:solidFill>
              <a:latin typeface="等线"/>
              <a:ea typeface="等线" panose="02010600030101010101" pitchFamily="2" charset="-122"/>
              <a:cs typeface="+mn-cs"/>
            </a:rPr>
            <a:t>Perl</a:t>
          </a:r>
          <a:endParaRPr lang="zh-CN" altLang="en-US" sz="2800" b="1" kern="1200" dirty="0">
            <a:solidFill>
              <a:prstClr val="black">
                <a:hueOff val="0"/>
                <a:satOff val="0"/>
                <a:lumOff val="0"/>
                <a:alphaOff val="0"/>
              </a:prstClr>
            </a:solidFill>
            <a:latin typeface="等线"/>
            <a:ea typeface="等线" panose="02010600030101010101" pitchFamily="2" charset="-122"/>
            <a:cs typeface="+mn-cs"/>
          </a:endParaRPr>
        </a:p>
      </dsp:txBody>
      <dsp:txXfrm>
        <a:off x="8889855" y="263718"/>
        <a:ext cx="638572" cy="559746"/>
      </dsp:txXfrm>
    </dsp:sp>
    <dsp:sp modelId="{1C45A139-EB57-449D-B04D-69A9B16C2CFB}">
      <dsp:nvSpPr>
        <dsp:cNvPr id="0" name=""/>
        <dsp:cNvSpPr/>
      </dsp:nvSpPr>
      <dsp:spPr>
        <a:xfrm>
          <a:off x="9408007" y="308"/>
          <a:ext cx="120485" cy="120485"/>
        </a:xfrm>
        <a:prstGeom prst="triangle">
          <a:avLst>
            <a:gd name="adj" fmla="val 100000"/>
          </a:avLst>
        </a:prstGeom>
        <a:solidFill>
          <a:schemeClr val="accent5">
            <a:hueOff val="-6944825"/>
            <a:satOff val="-9660"/>
            <a:lumOff val="-3704"/>
            <a:alphaOff val="0"/>
          </a:schemeClr>
        </a:solidFill>
        <a:ln w="12700" cap="flat" cmpd="sng" algn="ctr">
          <a:solidFill>
            <a:schemeClr val="accent5">
              <a:hueOff val="-6944825"/>
              <a:satOff val="-9660"/>
              <a:lumOff val="-370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8F69FE-AD1E-4907-8D0A-29D674F6D2E4}">
      <dsp:nvSpPr>
        <dsp:cNvPr id="0" name=""/>
        <dsp:cNvSpPr/>
      </dsp:nvSpPr>
      <dsp:spPr>
        <a:xfrm rot="5400000">
          <a:off x="9742416" y="-141059"/>
          <a:ext cx="425077" cy="707319"/>
        </a:xfrm>
        <a:prstGeom prst="corner">
          <a:avLst>
            <a:gd name="adj1" fmla="val 16120"/>
            <a:gd name="adj2" fmla="val 16110"/>
          </a:avLst>
        </a:prstGeom>
        <a:solidFill>
          <a:schemeClr val="accent5">
            <a:hueOff val="-7353344"/>
            <a:satOff val="-10228"/>
            <a:lumOff val="-3922"/>
            <a:alphaOff val="0"/>
          </a:schemeClr>
        </a:solidFill>
        <a:ln w="12700" cap="flat" cmpd="sng" algn="ctr">
          <a:solidFill>
            <a:schemeClr val="accent5">
              <a:hueOff val="-7353344"/>
              <a:satOff val="-10228"/>
              <a:lumOff val="-3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630DB8-1BCA-40D5-86A4-D9580470D212}">
      <dsp:nvSpPr>
        <dsp:cNvPr id="0" name=""/>
        <dsp:cNvSpPr/>
      </dsp:nvSpPr>
      <dsp:spPr>
        <a:xfrm>
          <a:off x="9671592" y="70276"/>
          <a:ext cx="638572" cy="559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altLang="zh-CN" sz="2800" b="1" kern="1200" dirty="0">
              <a:solidFill>
                <a:prstClr val="black">
                  <a:hueOff val="0"/>
                  <a:satOff val="0"/>
                  <a:lumOff val="0"/>
                  <a:alphaOff val="0"/>
                </a:prstClr>
              </a:solidFill>
              <a:latin typeface="等线"/>
              <a:ea typeface="等线" panose="02010600030101010101" pitchFamily="2" charset="-122"/>
              <a:cs typeface="+mn-cs"/>
            </a:rPr>
            <a:t>PHP</a:t>
          </a:r>
          <a:endParaRPr lang="zh-CN" altLang="en-US" sz="2800" b="1" kern="1200" dirty="0">
            <a:solidFill>
              <a:prstClr val="black">
                <a:hueOff val="0"/>
                <a:satOff val="0"/>
                <a:lumOff val="0"/>
                <a:alphaOff val="0"/>
              </a:prstClr>
            </a:solidFill>
            <a:latin typeface="等线"/>
            <a:ea typeface="等线" panose="02010600030101010101" pitchFamily="2" charset="-122"/>
            <a:cs typeface="+mn-cs"/>
          </a:endParaRPr>
        </a:p>
      </dsp:txBody>
      <dsp:txXfrm>
        <a:off x="9671592" y="70276"/>
        <a:ext cx="638572" cy="559746"/>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01AB5E9A-CBFC-67FC-49F2-FD96B6BC22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F94A6E9F-26DE-E0AA-7E70-D42E366E6D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C1F8C96-C84E-4991-B653-754E6670E9BB}" type="datetimeFigureOut">
              <a:rPr lang="zh-CN" altLang="en-US" smtClean="0"/>
              <a:t>2024/12/10</a:t>
            </a:fld>
            <a:endParaRPr lang="zh-CN" altLang="en-US"/>
          </a:p>
        </p:txBody>
      </p:sp>
      <p:sp>
        <p:nvSpPr>
          <p:cNvPr id="4" name="页脚占位符 3">
            <a:extLst>
              <a:ext uri="{FF2B5EF4-FFF2-40B4-BE49-F238E27FC236}">
                <a16:creationId xmlns:a16="http://schemas.microsoft.com/office/drawing/2014/main" id="{683A63FD-69E6-5F4A-9A71-ED0673F47A1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E0EE3B3B-3680-85F6-6214-CA3A6E6382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6192DE-76F3-439D-B2AD-FDAE705A6C95}" type="slidenum">
              <a:rPr lang="zh-CN" altLang="en-US" smtClean="0"/>
              <a:t>‹#›</a:t>
            </a:fld>
            <a:endParaRPr lang="zh-CN" altLang="en-US"/>
          </a:p>
        </p:txBody>
      </p:sp>
    </p:spTree>
    <p:extLst>
      <p:ext uri="{BB962C8B-B14F-4D97-AF65-F5344CB8AC3E}">
        <p14:creationId xmlns:p14="http://schemas.microsoft.com/office/powerpoint/2010/main" val="17177208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C5B4B0-65D4-4E33-8144-61AC5D25D1E9}" type="datetimeFigureOut">
              <a:rPr lang="zh-CN" altLang="en-US" smtClean="0"/>
              <a:pPr/>
              <a:t>2024/12/10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DD49BE-BF5F-4C11-9ED4-DFF65B4717AF}" type="slidenum">
              <a:rPr lang="zh-CN" altLang="en-US" smtClean="0"/>
              <a:pPr/>
              <a:t>‹#›</a:t>
            </a:fld>
            <a:endParaRPr lang="zh-CN" altLang="en-US"/>
          </a:p>
        </p:txBody>
      </p:sp>
    </p:spTree>
    <p:extLst>
      <p:ext uri="{BB962C8B-B14F-4D97-AF65-F5344CB8AC3E}">
        <p14:creationId xmlns:p14="http://schemas.microsoft.com/office/powerpoint/2010/main" val="2831565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baidu.com/s?rsv_dl=re_dqa_generate&amp;sa=re_dqa_generate&amp;wd=%E6%99%BA%E8%83%BD%E6%89%8B%E6%9C%BA&amp;rsv_pq=e6141f6c00550043&amp;oq=%E7%9B%AE%E5%89%8DCPU%E6%8C%87%E4%BB%A4%E9%9B%86%E7%B1%BB%E5%9E%8B&amp;rsv_t=0c147MpAsZNNBsYTjajf2Y7MbcWverL8VyKmb5Ii791BR61d2vVvRhaGV4PyV5nbnuS9&amp;tn=baiduhome_pg&amp;ie=utf-8"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处理器子系统是计算机系统的核心，解释计算机指令以及处理计算机软件中的数据。</a:t>
            </a:r>
            <a:endParaRPr lang="en-US" altLang="zh-CN" dirty="0"/>
          </a:p>
          <a:p>
            <a:r>
              <a:rPr lang="zh-CN" altLang="en-US" dirty="0"/>
              <a:t>存储器子系统</a:t>
            </a:r>
          </a:p>
          <a:p>
            <a:pPr lvl="1"/>
            <a:r>
              <a:rPr lang="zh-CN" altLang="en-US" dirty="0"/>
              <a:t>计算机中存放程序和数据的各种存储设备、控制部件及管理信息调度的设备和算法的总称。</a:t>
            </a:r>
            <a:endParaRPr lang="en-US" altLang="zh-CN" dirty="0"/>
          </a:p>
          <a:p>
            <a:pPr lvl="1"/>
            <a:r>
              <a:rPr lang="zh-CN" altLang="en-US" dirty="0"/>
              <a:t>实现计算机系统的记忆功能，是保存程序代码和数据的物理载体。</a:t>
            </a:r>
            <a:endParaRPr lang="en-US" altLang="zh-CN" dirty="0"/>
          </a:p>
          <a:p>
            <a:r>
              <a:rPr lang="zh-CN" altLang="en-US" dirty="0"/>
              <a:t>输入</a:t>
            </a:r>
            <a:r>
              <a:rPr lang="en-US" altLang="zh-CN" dirty="0"/>
              <a:t>/</a:t>
            </a:r>
            <a:r>
              <a:rPr lang="zh-CN" altLang="en-US" dirty="0"/>
              <a:t>输出子系统</a:t>
            </a:r>
          </a:p>
          <a:p>
            <a:pPr lvl="1"/>
            <a:r>
              <a:rPr lang="zh-CN" altLang="en-US" dirty="0"/>
              <a:t>输入、输出设备以及连接这些设备与处理器、存储器进行通信的接口。是控制外设与内存、外设与处理器之间进行数据交换，是计算机系统中重要的软、硬件结合的子系统。</a:t>
            </a:r>
            <a:endParaRPr lang="en-US" altLang="zh-CN" dirty="0"/>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2500" b="0" i="0" u="none" strike="noStrike" kern="1200" cap="none" spc="0" normalizeH="0" baseline="0" noProof="0" dirty="0">
                <a:ln>
                  <a:noFill/>
                </a:ln>
                <a:solidFill>
                  <a:prstClr val="black"/>
                </a:solidFill>
                <a:effectLst/>
                <a:uLnTx/>
                <a:uFillTx/>
                <a:latin typeface="Trebuchet MS"/>
                <a:ea typeface="方正姚体" panose="02010601030101010101" pitchFamily="2" charset="-122"/>
                <a:cs typeface="+mn-cs"/>
              </a:rPr>
              <a:t>总线子系统</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22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连接多个计算机部件一组共享信息传输线，是多个部件共享的传输介质。一个部件发出的信号可以其他所有部件接收。</a:t>
            </a:r>
          </a:p>
          <a:p>
            <a:pPr lvl="1"/>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srgbClr val="05073B"/>
              </a:solidFill>
              <a:effectLst/>
              <a:uLnTx/>
              <a:uFillTx/>
              <a:latin typeface="PingFang-SC-Regular"/>
              <a:ea typeface="等线" panose="02010600030101010101" pitchFamily="2" charset="-122"/>
              <a:cs typeface="+mn-cs"/>
            </a:endParaRPr>
          </a:p>
        </p:txBody>
      </p:sp>
      <p:sp>
        <p:nvSpPr>
          <p:cNvPr id="4" name="灯片编号占位符 3"/>
          <p:cNvSpPr>
            <a:spLocks noGrp="1"/>
          </p:cNvSpPr>
          <p:nvPr>
            <p:ph type="sldNum" sz="quarter" idx="5"/>
          </p:nvPr>
        </p:nvSpPr>
        <p:spPr/>
        <p:txBody>
          <a:bodyPr/>
          <a:lstStyle/>
          <a:p>
            <a:fld id="{40DD49BE-BF5F-4C11-9ED4-DFF65B4717AF}" type="slidenum">
              <a:rPr lang="zh-CN" altLang="en-US" smtClean="0"/>
              <a:t>3</a:t>
            </a:fld>
            <a:endParaRPr lang="zh-CN" altLang="en-US"/>
          </a:p>
        </p:txBody>
      </p:sp>
    </p:spTree>
    <p:extLst>
      <p:ext uri="{BB962C8B-B14F-4D97-AF65-F5344CB8AC3E}">
        <p14:creationId xmlns:p14="http://schemas.microsoft.com/office/powerpoint/2010/main" val="2730398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56C13-30F5-CCC5-070E-A181991EAA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40E020-84BF-7144-2384-58993D4562D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E6F24B-571A-55AB-E231-DB51294C761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srgbClr val="05073B"/>
              </a:solidFill>
              <a:effectLst/>
              <a:uLnTx/>
              <a:uFillTx/>
              <a:latin typeface="PingFang-SC-Regular"/>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FBA4C853-013B-D8D3-841B-79B9BE5F96DB}"/>
              </a:ext>
            </a:extLst>
          </p:cNvPr>
          <p:cNvSpPr>
            <a:spLocks noGrp="1"/>
          </p:cNvSpPr>
          <p:nvPr>
            <p:ph type="sldNum" sz="quarter" idx="5"/>
          </p:nvPr>
        </p:nvSpPr>
        <p:spPr/>
        <p:txBody>
          <a:bodyPr/>
          <a:lstStyle/>
          <a:p>
            <a:fld id="{40DD49BE-BF5F-4C11-9ED4-DFF65B4717AF}" type="slidenum">
              <a:rPr lang="zh-CN" altLang="en-US" smtClean="0"/>
              <a:t>4</a:t>
            </a:fld>
            <a:endParaRPr lang="zh-CN" altLang="en-US"/>
          </a:p>
        </p:txBody>
      </p:sp>
    </p:spTree>
    <p:extLst>
      <p:ext uri="{BB962C8B-B14F-4D97-AF65-F5344CB8AC3E}">
        <p14:creationId xmlns:p14="http://schemas.microsoft.com/office/powerpoint/2010/main" val="3787094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D7401-0372-D958-32F4-1E6145DD235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B63449-970D-4812-69B3-63045D72D3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7423670-88C9-4F25-3761-17EC5AF900E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srgbClr val="05073B"/>
              </a:solidFill>
              <a:effectLst/>
              <a:uLnTx/>
              <a:uFillTx/>
              <a:latin typeface="PingFang-SC-Regular"/>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ECCDE1E1-C890-97BE-2C25-AF9F128EB2AB}"/>
              </a:ext>
            </a:extLst>
          </p:cNvPr>
          <p:cNvSpPr>
            <a:spLocks noGrp="1"/>
          </p:cNvSpPr>
          <p:nvPr>
            <p:ph type="sldNum" sz="quarter" idx="5"/>
          </p:nvPr>
        </p:nvSpPr>
        <p:spPr/>
        <p:txBody>
          <a:bodyPr/>
          <a:lstStyle/>
          <a:p>
            <a:fld id="{40DD49BE-BF5F-4C11-9ED4-DFF65B4717AF}" type="slidenum">
              <a:rPr lang="zh-CN" altLang="en-US" smtClean="0"/>
              <a:t>5</a:t>
            </a:fld>
            <a:endParaRPr lang="zh-CN" altLang="en-US"/>
          </a:p>
        </p:txBody>
      </p:sp>
    </p:spTree>
    <p:extLst>
      <p:ext uri="{BB962C8B-B14F-4D97-AF65-F5344CB8AC3E}">
        <p14:creationId xmlns:p14="http://schemas.microsoft.com/office/powerpoint/2010/main" val="2607994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62BA2-8110-C7F5-23D1-BF294E354F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7AF230-5D02-B056-26C0-7230FA0A5CC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B1C92D-6B95-D7EC-2317-56480BF77AB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5073B"/>
                </a:solidFill>
                <a:effectLst/>
                <a:uLnTx/>
                <a:uFillTx/>
                <a:latin typeface="PingFang-SC-Regular"/>
                <a:ea typeface="等线" panose="02010600030101010101" pitchFamily="2" charset="-122"/>
                <a:cs typeface="+mn-cs"/>
              </a:rPr>
              <a:t>指令的有序集合</a:t>
            </a:r>
            <a:r>
              <a:rPr kumimoji="0" lang="en-US" altLang="zh-CN" sz="1200" b="0" i="0" u="none" strike="noStrike" kern="1200" cap="none" spc="0" normalizeH="0" baseline="0" noProof="0" dirty="0">
                <a:ln>
                  <a:noFill/>
                </a:ln>
                <a:solidFill>
                  <a:srgbClr val="05073B"/>
                </a:solidFill>
                <a:effectLst/>
                <a:uLnTx/>
                <a:uFillTx/>
                <a:latin typeface="PingFang-SC-Regular"/>
                <a:ea typeface="等线" panose="02010600030101010101" pitchFamily="2" charset="-122"/>
                <a:cs typeface="+mn-cs"/>
              </a:rPr>
              <a:t>=</a:t>
            </a:r>
            <a:r>
              <a:rPr kumimoji="0" lang="zh-CN" altLang="en-US" sz="1200" b="0" i="0" u="none" strike="noStrike" kern="1200" cap="none" spc="0" normalizeH="0" baseline="0" noProof="0" dirty="0">
                <a:ln>
                  <a:noFill/>
                </a:ln>
                <a:solidFill>
                  <a:srgbClr val="05073B"/>
                </a:solidFill>
                <a:effectLst/>
                <a:uLnTx/>
                <a:uFillTx/>
                <a:latin typeface="PingFang-SC-Regular"/>
                <a:ea typeface="等线" panose="02010600030101010101" pitchFamily="2" charset="-122"/>
                <a:cs typeface="+mn-cs"/>
              </a:rPr>
              <a:t>程序</a:t>
            </a:r>
            <a:endParaRPr kumimoji="0" lang="en-US" altLang="zh-CN" sz="1200" b="0" i="0" u="none" strike="noStrike" kern="1200" cap="none" spc="0" normalizeH="0" baseline="0" noProof="0" dirty="0">
              <a:ln>
                <a:noFill/>
              </a:ln>
              <a:solidFill>
                <a:srgbClr val="05073B"/>
              </a:solidFill>
              <a:effectLst/>
              <a:uLnTx/>
              <a:uFillTx/>
              <a:latin typeface="PingFang-SC-Regular"/>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5073B"/>
                </a:solidFill>
                <a:effectLst/>
                <a:latin typeface="-apple-system"/>
              </a:rPr>
              <a:t>指令是计算机指定要执行的操作的类型和操作数的基本命令。</a:t>
            </a:r>
            <a:r>
              <a:rPr lang="en-US" altLang="zh-CN" b="0" i="0" dirty="0">
                <a:solidFill>
                  <a:srgbClr val="05073B"/>
                </a:solidFill>
                <a:effectLst/>
                <a:latin typeface="-apple-system"/>
              </a:rPr>
              <a:t>CPU</a:t>
            </a:r>
            <a:r>
              <a:rPr lang="zh-CN" altLang="en-US" b="0" i="0" dirty="0">
                <a:solidFill>
                  <a:srgbClr val="05073B"/>
                </a:solidFill>
                <a:effectLst/>
                <a:latin typeface="-apple-system"/>
              </a:rPr>
              <a:t>通过指令控制功能，实现了对程序执行流程的管理。具体来说，指令控制包括取指令、分析指令和执行指令三个主要阶段。</a:t>
            </a:r>
            <a:endParaRPr lang="en-US" altLang="zh-CN" b="0" i="0" dirty="0">
              <a:solidFill>
                <a:srgbClr val="05073B"/>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机器指令可分三类：数据传输类：</a:t>
            </a: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copy</a:t>
            </a: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a:t>
            </a: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move</a:t>
            </a: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a:t>
            </a: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load----</a:t>
            </a: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算术、逻辑类：</a:t>
            </a: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AND OR </a:t>
            </a: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运算移位</a:t>
            </a: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SHIFT ---</a:t>
            </a: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控制类：跳转</a:t>
            </a: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conditional jump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5073B"/>
                </a:solidFill>
                <a:effectLst/>
                <a:uLnTx/>
                <a:uFillTx/>
                <a:latin typeface="PingFang-SC-Regular"/>
                <a:ea typeface="等线" panose="02010600030101010101" pitchFamily="2" charset="-122"/>
                <a:cs typeface="+mn-cs"/>
              </a:rPr>
              <a:t>操作控制：</a:t>
            </a:r>
            <a:r>
              <a:rPr kumimoji="0" lang="en-US" altLang="zh-CN" sz="1200" b="0" i="0" u="none" strike="noStrike" kern="1200" cap="none" spc="0" normalizeH="0" baseline="0" noProof="0" dirty="0">
                <a:ln>
                  <a:noFill/>
                </a:ln>
                <a:solidFill>
                  <a:srgbClr val="05073B"/>
                </a:solidFill>
                <a:effectLst/>
                <a:uLnTx/>
                <a:uFillTx/>
                <a:latin typeface="PingFang-SC-Regular"/>
                <a:ea typeface="等线" panose="02010600030101010101" pitchFamily="2" charset="-122"/>
                <a:cs typeface="+mn-cs"/>
              </a:rPr>
              <a:t>CPU</a:t>
            </a:r>
            <a:r>
              <a:rPr kumimoji="0" lang="zh-CN" altLang="en-US" sz="1200" b="0" i="0" u="none" strike="noStrike" kern="1200" cap="none" spc="0" normalizeH="0" baseline="0" noProof="0" dirty="0">
                <a:ln>
                  <a:noFill/>
                </a:ln>
                <a:solidFill>
                  <a:srgbClr val="05073B"/>
                </a:solidFill>
                <a:effectLst/>
                <a:uLnTx/>
                <a:uFillTx/>
                <a:latin typeface="PingFang-SC-Regular"/>
                <a:ea typeface="等线" panose="02010600030101010101" pitchFamily="2" charset="-122"/>
                <a:cs typeface="+mn-cs"/>
              </a:rPr>
              <a:t>产生操作信号给被控部件</a:t>
            </a:r>
            <a:endParaRPr kumimoji="0" lang="en-US" altLang="zh-CN" sz="1200" b="0" i="0" u="none" strike="noStrike" kern="1200" cap="none" spc="0" normalizeH="0" baseline="0" noProof="0" dirty="0">
              <a:ln>
                <a:noFill/>
              </a:ln>
              <a:solidFill>
                <a:srgbClr val="05073B"/>
              </a:solidFill>
              <a:effectLst/>
              <a:uLnTx/>
              <a:uFillTx/>
              <a:latin typeface="PingFang-SC-Regular"/>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E4A1EE69-94CE-46B3-5B73-6F0CD904EB78}"/>
              </a:ext>
            </a:extLst>
          </p:cNvPr>
          <p:cNvSpPr>
            <a:spLocks noGrp="1"/>
          </p:cNvSpPr>
          <p:nvPr>
            <p:ph type="sldNum" sz="quarter" idx="5"/>
          </p:nvPr>
        </p:nvSpPr>
        <p:spPr/>
        <p:txBody>
          <a:bodyPr/>
          <a:lstStyle/>
          <a:p>
            <a:fld id="{40DD49BE-BF5F-4C11-9ED4-DFF65B4717AF}" type="slidenum">
              <a:rPr lang="zh-CN" altLang="en-US" smtClean="0"/>
              <a:t>6</a:t>
            </a:fld>
            <a:endParaRPr lang="zh-CN" altLang="en-US"/>
          </a:p>
        </p:txBody>
      </p:sp>
    </p:spTree>
    <p:extLst>
      <p:ext uri="{BB962C8B-B14F-4D97-AF65-F5344CB8AC3E}">
        <p14:creationId xmlns:p14="http://schemas.microsoft.com/office/powerpoint/2010/main" val="1458571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0D010-2EE8-BEF5-6F49-26A0697B6E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EDF8C3-1D1B-CF4C-5CAA-1B0D1D5464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E5204E-8FDA-85A6-CCE1-DD8068811F6F}"/>
              </a:ext>
            </a:extLst>
          </p:cNvPr>
          <p:cNvSpPr>
            <a:spLocks noGrp="1"/>
          </p:cNvSpPr>
          <p:nvPr>
            <p:ph type="body" idx="1"/>
          </p:nvPr>
        </p:nvSpPr>
        <p:spPr/>
        <p:txBody>
          <a:bodyPr/>
          <a:lstStyle/>
          <a:p>
            <a:r>
              <a:rPr lang="zh-CN" altLang="en-US" dirty="0"/>
              <a:t>中央处理器的组成</a:t>
            </a:r>
          </a:p>
          <a:p>
            <a:pPr lvl="1"/>
            <a:r>
              <a:rPr lang="zh-CN" altLang="en-US" dirty="0"/>
              <a:t>运算器</a:t>
            </a:r>
            <a:endParaRPr lang="en-US" altLang="zh-CN" dirty="0"/>
          </a:p>
          <a:p>
            <a:pPr lvl="1"/>
            <a:r>
              <a:rPr lang="zh-CN" altLang="en-US" dirty="0"/>
              <a:t>控制器</a:t>
            </a:r>
          </a:p>
          <a:p>
            <a:r>
              <a:rPr lang="zh-CN" altLang="en-US" dirty="0"/>
              <a:t>运算器</a:t>
            </a:r>
          </a:p>
          <a:p>
            <a:pPr lvl="1"/>
            <a:r>
              <a:rPr lang="zh-CN" altLang="en-US" dirty="0"/>
              <a:t>它是中央处理器中完成算术和逻辑运算的部件。</a:t>
            </a:r>
            <a:endParaRPr lang="en-US" altLang="zh-CN" dirty="0"/>
          </a:p>
          <a:p>
            <a:pPr lvl="1"/>
            <a:r>
              <a:rPr lang="zh-CN" altLang="en-US" dirty="0"/>
              <a:t>算术运算是指各种数值运算，如加、减、乘、除等。</a:t>
            </a:r>
            <a:endParaRPr lang="en-US" altLang="zh-CN" dirty="0"/>
          </a:p>
          <a:p>
            <a:pPr lvl="1"/>
            <a:r>
              <a:rPr lang="zh-CN" altLang="en-US" dirty="0"/>
              <a:t>逻辑运算是进行逻辑判断的非数值运算，如与、或、非等。</a:t>
            </a:r>
            <a:endParaRPr lang="en-US" altLang="zh-CN" dirty="0"/>
          </a:p>
          <a:p>
            <a:pPr lvl="1"/>
            <a:r>
              <a:rPr lang="zh-CN" altLang="en-US" dirty="0"/>
              <a:t>寄存器容量（</a:t>
            </a:r>
            <a:r>
              <a:rPr lang="en-US" altLang="zh-CN" dirty="0"/>
              <a:t>1</a:t>
            </a:r>
            <a:r>
              <a:rPr lang="zh-CN" altLang="en-US" dirty="0"/>
              <a:t>、</a:t>
            </a:r>
            <a:r>
              <a:rPr lang="en-US" altLang="zh-CN" dirty="0"/>
              <a:t>2</a:t>
            </a:r>
            <a:r>
              <a:rPr lang="zh-CN" altLang="en-US" dirty="0"/>
              <a:t>、</a:t>
            </a:r>
            <a:r>
              <a:rPr lang="en-US" altLang="zh-CN" dirty="0"/>
              <a:t>4</a:t>
            </a:r>
            <a:r>
              <a:rPr lang="zh-CN" altLang="en-US" dirty="0"/>
              <a:t>个字节）有限，</a:t>
            </a:r>
            <a:r>
              <a:rPr lang="en-US" altLang="zh-CN" dirty="0"/>
              <a:t>1</a:t>
            </a:r>
            <a:r>
              <a:rPr lang="zh-CN" altLang="en-US" dirty="0"/>
              <a:t>个</a:t>
            </a:r>
            <a:r>
              <a:rPr lang="en-US" altLang="zh-CN" dirty="0"/>
              <a:t>CPU</a:t>
            </a:r>
            <a:r>
              <a:rPr lang="zh-CN" altLang="en-US" dirty="0"/>
              <a:t>有几百个寄存器，存放运算数据（操作数）和结果</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D9A9CA37-720D-E896-AE7C-1362B33426E9}"/>
              </a:ext>
            </a:extLst>
          </p:cNvPr>
          <p:cNvSpPr>
            <a:spLocks noGrp="1"/>
          </p:cNvSpPr>
          <p:nvPr>
            <p:ph type="sldNum" sz="quarter" idx="5"/>
          </p:nvPr>
        </p:nvSpPr>
        <p:spPr/>
        <p:txBody>
          <a:bodyPr/>
          <a:lstStyle/>
          <a:p>
            <a:fld id="{40DD49BE-BF5F-4C11-9ED4-DFF65B4717AF}" type="slidenum">
              <a:rPr lang="zh-CN" altLang="en-US" smtClean="0"/>
              <a:t>7</a:t>
            </a:fld>
            <a:endParaRPr lang="zh-CN" altLang="en-US"/>
          </a:p>
        </p:txBody>
      </p:sp>
    </p:spTree>
    <p:extLst>
      <p:ext uri="{BB962C8B-B14F-4D97-AF65-F5344CB8AC3E}">
        <p14:creationId xmlns:p14="http://schemas.microsoft.com/office/powerpoint/2010/main" val="2776576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84AA5-CE61-7F4F-4D81-5552A4EFB1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609F5C-6198-968F-067B-227664DAC7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2E44CD-6065-AF3B-0EAD-99F182D3951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60607"/>
                </a:solidFill>
                <a:effectLst/>
                <a:latin typeface="-apple-system"/>
              </a:rPr>
              <a:t>程序状态字寄存器（</a:t>
            </a:r>
            <a:r>
              <a:rPr lang="en-US" altLang="zh-CN" b="0" i="0" dirty="0">
                <a:solidFill>
                  <a:srgbClr val="060607"/>
                </a:solidFill>
                <a:effectLst/>
                <a:latin typeface="-apple-system"/>
              </a:rPr>
              <a:t>PSW</a:t>
            </a:r>
            <a:r>
              <a:rPr lang="zh-CN" altLang="en-US" b="0" i="0" dirty="0">
                <a:solidFill>
                  <a:srgbClr val="060607"/>
                </a:solidFill>
                <a:effectLst/>
                <a:latin typeface="-apple-system"/>
              </a:rPr>
              <a:t>）是计算机系统的核心部件之一，属于运算器的一部分。它用来存放两类信息：一类是体现当前指令执行结果的各种状态信息，称为状态标志；另一类是存放控制信息，称为控制状态。</a:t>
            </a: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29435A40-A30A-916C-23F2-E1FFA45E497A}"/>
              </a:ext>
            </a:extLst>
          </p:cNvPr>
          <p:cNvSpPr>
            <a:spLocks noGrp="1"/>
          </p:cNvSpPr>
          <p:nvPr>
            <p:ph type="sldNum" sz="quarter" idx="5"/>
          </p:nvPr>
        </p:nvSpPr>
        <p:spPr/>
        <p:txBody>
          <a:bodyPr/>
          <a:lstStyle/>
          <a:p>
            <a:fld id="{40DD49BE-BF5F-4C11-9ED4-DFF65B4717AF}" type="slidenum">
              <a:rPr lang="zh-CN" altLang="en-US" smtClean="0"/>
              <a:t>8</a:t>
            </a:fld>
            <a:endParaRPr lang="zh-CN" altLang="en-US"/>
          </a:p>
        </p:txBody>
      </p:sp>
    </p:spTree>
    <p:extLst>
      <p:ext uri="{BB962C8B-B14F-4D97-AF65-F5344CB8AC3E}">
        <p14:creationId xmlns:p14="http://schemas.microsoft.com/office/powerpoint/2010/main" val="3274193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C3EFE-40EA-3E7F-0282-8F79F7FA2B8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838421-CB23-460F-1501-A69F3D6F751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4C7022-53FD-B9D2-7201-9AA5A67CE62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F08EF51F-A1CC-0A0E-512E-F56FF53E7A25}"/>
              </a:ext>
            </a:extLst>
          </p:cNvPr>
          <p:cNvSpPr>
            <a:spLocks noGrp="1"/>
          </p:cNvSpPr>
          <p:nvPr>
            <p:ph type="sldNum" sz="quarter" idx="5"/>
          </p:nvPr>
        </p:nvSpPr>
        <p:spPr/>
        <p:txBody>
          <a:bodyPr/>
          <a:lstStyle/>
          <a:p>
            <a:fld id="{40DD49BE-BF5F-4C11-9ED4-DFF65B4717AF}" type="slidenum">
              <a:rPr lang="zh-CN" altLang="en-US" smtClean="0"/>
              <a:t>9</a:t>
            </a:fld>
            <a:endParaRPr lang="zh-CN" altLang="en-US"/>
          </a:p>
        </p:txBody>
      </p:sp>
    </p:spTree>
    <p:extLst>
      <p:ext uri="{BB962C8B-B14F-4D97-AF65-F5344CB8AC3E}">
        <p14:creationId xmlns:p14="http://schemas.microsoft.com/office/powerpoint/2010/main" val="1075548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0DD49BE-BF5F-4C11-9ED4-DFF65B4717AF}" type="slidenum">
              <a:rPr lang="zh-CN" altLang="en-US" smtClean="0"/>
              <a:pPr/>
              <a:t>11</a:t>
            </a:fld>
            <a:endParaRPr lang="zh-CN" altLang="en-US"/>
          </a:p>
        </p:txBody>
      </p:sp>
    </p:spTree>
    <p:extLst>
      <p:ext uri="{BB962C8B-B14F-4D97-AF65-F5344CB8AC3E}">
        <p14:creationId xmlns:p14="http://schemas.microsoft.com/office/powerpoint/2010/main" val="8153729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B06C5-D7D2-B250-4F0F-25D560E2D1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48834E-1134-7E38-7000-71CCA449576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860D00-5846-E10F-2FF3-8F8BD61D2A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74149F79-E4B6-5D3D-55FD-2F43485CD2B4}"/>
              </a:ext>
            </a:extLst>
          </p:cNvPr>
          <p:cNvSpPr>
            <a:spLocks noGrp="1"/>
          </p:cNvSpPr>
          <p:nvPr>
            <p:ph type="sldNum" sz="quarter" idx="5"/>
          </p:nvPr>
        </p:nvSpPr>
        <p:spPr/>
        <p:txBody>
          <a:bodyPr/>
          <a:lstStyle/>
          <a:p>
            <a:fld id="{40DD49BE-BF5F-4C11-9ED4-DFF65B4717AF}" type="slidenum">
              <a:rPr lang="zh-CN" altLang="en-US" smtClean="0"/>
              <a:t>12</a:t>
            </a:fld>
            <a:endParaRPr lang="zh-CN" altLang="en-US"/>
          </a:p>
        </p:txBody>
      </p:sp>
    </p:spTree>
    <p:extLst>
      <p:ext uri="{BB962C8B-B14F-4D97-AF65-F5344CB8AC3E}">
        <p14:creationId xmlns:p14="http://schemas.microsoft.com/office/powerpoint/2010/main" val="26395844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85B21-97C4-E473-B96B-5A7ABDC6A1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BD69B2-762A-A60D-5313-CCDC77A5E96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F4BA164-886B-D838-D650-9FE6A97CB8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24DB10A3-2EB3-9CF4-2096-1D4A6C67FFA1}"/>
              </a:ext>
            </a:extLst>
          </p:cNvPr>
          <p:cNvSpPr>
            <a:spLocks noGrp="1"/>
          </p:cNvSpPr>
          <p:nvPr>
            <p:ph type="sldNum" sz="quarter" idx="5"/>
          </p:nvPr>
        </p:nvSpPr>
        <p:spPr/>
        <p:txBody>
          <a:bodyPr/>
          <a:lstStyle/>
          <a:p>
            <a:fld id="{40DD49BE-BF5F-4C11-9ED4-DFF65B4717AF}" type="slidenum">
              <a:rPr lang="zh-CN" altLang="en-US" smtClean="0"/>
              <a:t>13</a:t>
            </a:fld>
            <a:endParaRPr lang="zh-CN" altLang="en-US"/>
          </a:p>
        </p:txBody>
      </p:sp>
    </p:spTree>
    <p:extLst>
      <p:ext uri="{BB962C8B-B14F-4D97-AF65-F5344CB8AC3E}">
        <p14:creationId xmlns:p14="http://schemas.microsoft.com/office/powerpoint/2010/main" val="42382681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F9DAC-B992-C9FC-847B-FDEC7C9E73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D4F665-83A9-D31A-F7B0-A17406C744C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E18FD54-20C5-BEA4-EC75-C62BBD032F8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7BC64BB5-FF63-28FE-75CB-2A870F05622A}"/>
              </a:ext>
            </a:extLst>
          </p:cNvPr>
          <p:cNvSpPr>
            <a:spLocks noGrp="1"/>
          </p:cNvSpPr>
          <p:nvPr>
            <p:ph type="sldNum" sz="quarter" idx="5"/>
          </p:nvPr>
        </p:nvSpPr>
        <p:spPr/>
        <p:txBody>
          <a:bodyPr/>
          <a:lstStyle/>
          <a:p>
            <a:fld id="{40DD49BE-BF5F-4C11-9ED4-DFF65B4717AF}" type="slidenum">
              <a:rPr lang="zh-CN" altLang="en-US" smtClean="0"/>
              <a:t>14</a:t>
            </a:fld>
            <a:endParaRPr lang="zh-CN" altLang="en-US"/>
          </a:p>
        </p:txBody>
      </p:sp>
    </p:spTree>
    <p:extLst>
      <p:ext uri="{BB962C8B-B14F-4D97-AF65-F5344CB8AC3E}">
        <p14:creationId xmlns:p14="http://schemas.microsoft.com/office/powerpoint/2010/main" val="3898226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89A6A-9014-04DE-4711-D09345E3DB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DD756E-95C7-06E9-263B-74B3B25F3B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9044E6-EF26-496C-45C2-F9055B16B07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apple-system"/>
              </a:rPr>
              <a:t>精简指令集（</a:t>
            </a:r>
            <a:r>
              <a:rPr lang="en-US" altLang="zh-CN" b="0" i="0" dirty="0">
                <a:solidFill>
                  <a:srgbClr val="333333"/>
                </a:solidFill>
                <a:effectLst/>
                <a:latin typeface="-apple-system"/>
              </a:rPr>
              <a:t>RISC</a:t>
            </a:r>
            <a:r>
              <a:rPr lang="zh-CN" altLang="en-US" b="0" i="0" dirty="0">
                <a:solidFill>
                  <a:srgbClr val="333333"/>
                </a:solidFill>
                <a:effectLst/>
                <a:latin typeface="-apple-system"/>
              </a:rPr>
              <a:t>）则将</a:t>
            </a:r>
            <a:r>
              <a:rPr lang="en-US" altLang="zh-CN" b="0" i="0" dirty="0">
                <a:solidFill>
                  <a:srgbClr val="333333"/>
                </a:solidFill>
                <a:effectLst/>
                <a:latin typeface="-apple-system"/>
              </a:rPr>
              <a:t>CPU</a:t>
            </a:r>
            <a:r>
              <a:rPr lang="zh-CN" altLang="en-US" b="0" i="0" dirty="0">
                <a:solidFill>
                  <a:srgbClr val="333333"/>
                </a:solidFill>
                <a:effectLst/>
                <a:latin typeface="-apple-system"/>
              </a:rPr>
              <a:t>简化为最低限度的基本功能，使用较少的指令来完成复杂的操作。</a:t>
            </a:r>
            <a:r>
              <a:rPr lang="en-US" altLang="zh-CN" b="0" i="0" dirty="0">
                <a:solidFill>
                  <a:srgbClr val="333333"/>
                </a:solidFill>
                <a:effectLst/>
                <a:latin typeface="-apple-system"/>
              </a:rPr>
              <a:t>ARM</a:t>
            </a:r>
            <a:r>
              <a:rPr lang="zh-CN" altLang="en-US" b="0" i="0" dirty="0">
                <a:solidFill>
                  <a:srgbClr val="333333"/>
                </a:solidFill>
                <a:effectLst/>
                <a:latin typeface="-apple-system"/>
              </a:rPr>
              <a:t>架构是</a:t>
            </a:r>
            <a:r>
              <a:rPr lang="en-US" altLang="zh-CN" b="0" i="0" dirty="0">
                <a:solidFill>
                  <a:srgbClr val="333333"/>
                </a:solidFill>
                <a:effectLst/>
                <a:latin typeface="-apple-system"/>
              </a:rPr>
              <a:t>RISC</a:t>
            </a:r>
            <a:r>
              <a:rPr lang="zh-CN" altLang="en-US" b="0" i="0" dirty="0">
                <a:solidFill>
                  <a:srgbClr val="333333"/>
                </a:solidFill>
                <a:effectLst/>
                <a:latin typeface="-apple-system"/>
              </a:rPr>
              <a:t>的典型代表，其指令集只有</a:t>
            </a:r>
            <a:r>
              <a:rPr lang="en-US" altLang="zh-CN" b="0" i="0" dirty="0">
                <a:solidFill>
                  <a:srgbClr val="333333"/>
                </a:solidFill>
                <a:effectLst/>
                <a:latin typeface="-apple-system"/>
              </a:rPr>
              <a:t>34</a:t>
            </a:r>
            <a:r>
              <a:rPr lang="zh-CN" altLang="en-US" b="0" i="0" dirty="0">
                <a:solidFill>
                  <a:srgbClr val="333333"/>
                </a:solidFill>
                <a:effectLst/>
                <a:latin typeface="-apple-system"/>
              </a:rPr>
              <a:t>条，主要用于简单的数学运算和在寄存器和存储器位置之间移动数据。</a:t>
            </a:r>
            <a:r>
              <a:rPr lang="en-US" altLang="zh-CN" b="0" i="0" dirty="0">
                <a:solidFill>
                  <a:srgbClr val="333333"/>
                </a:solidFill>
                <a:effectLst/>
                <a:latin typeface="-apple-system"/>
              </a:rPr>
              <a:t>RISC</a:t>
            </a:r>
            <a:r>
              <a:rPr lang="zh-CN" altLang="en-US" b="0" i="0" dirty="0">
                <a:solidFill>
                  <a:srgbClr val="333333"/>
                </a:solidFill>
                <a:effectLst/>
                <a:latin typeface="-apple-system"/>
              </a:rPr>
              <a:t>芯片设计简单，制造容易且成本低，因此在</a:t>
            </a:r>
            <a:r>
              <a:rPr lang="zh-CN" altLang="en-US" b="0" i="0" u="none" strike="noStrike" dirty="0">
                <a:effectLst/>
                <a:latin typeface="-apple-system"/>
                <a:hlinkClick r:id="rId3"/>
              </a:rPr>
              <a:t>智能手机</a:t>
            </a:r>
            <a:r>
              <a:rPr lang="zh-CN" altLang="en-US" b="0" i="0" dirty="0">
                <a:solidFill>
                  <a:srgbClr val="333333"/>
                </a:solidFill>
                <a:effectLst/>
                <a:latin typeface="-apple-system"/>
              </a:rPr>
              <a:t>等设备中广泛使用‌</a:t>
            </a:r>
            <a:r>
              <a:rPr lang="en-US" altLang="zh-CN" b="0" i="0" dirty="0">
                <a:solidFill>
                  <a:srgbClr val="333333"/>
                </a:solidFill>
                <a:effectLst/>
                <a:latin typeface="-apple-system"/>
              </a:rPr>
              <a:t>12</a:t>
            </a:r>
            <a:r>
              <a:rPr lang="zh-CN" altLang="en-US" b="0" i="0" dirty="0">
                <a:solidFill>
                  <a:srgbClr val="333333"/>
                </a:solidFill>
                <a:effectLst/>
                <a:latin typeface="-apple-system"/>
              </a:rPr>
              <a:t>。</a:t>
            </a:r>
            <a:endParaRPr lang="en-US" altLang="zh-CN" b="0" i="0" dirty="0">
              <a:solidFill>
                <a:srgbClr val="333333"/>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程序指令集：</a:t>
            </a:r>
            <a:r>
              <a:rPr lang="zh-CN" altLang="en-US" b="0" i="0" dirty="0">
                <a:solidFill>
                  <a:srgbClr val="05073B"/>
                </a:solidFill>
                <a:effectLst/>
                <a:latin typeface="-apple-system"/>
              </a:rPr>
              <a:t>通常是由高级编程语言编写，然后经过编译器或解释器翻译成机器语言（即</a:t>
            </a:r>
            <a:r>
              <a:rPr lang="en-US" altLang="zh-CN" b="0" i="0" dirty="0">
                <a:solidFill>
                  <a:srgbClr val="05073B"/>
                </a:solidFill>
                <a:effectLst/>
                <a:latin typeface="-apple-system"/>
              </a:rPr>
              <a:t>CPU</a:t>
            </a:r>
            <a:r>
              <a:rPr lang="zh-CN" altLang="en-US" b="0" i="0" dirty="0">
                <a:solidFill>
                  <a:srgbClr val="05073B"/>
                </a:solidFill>
                <a:effectLst/>
                <a:latin typeface="-apple-system"/>
              </a:rPr>
              <a:t>的指令集）来执行的，更侧重于表达算法和逻辑，以及实现特定的功能</a:t>
            </a:r>
            <a:endParaRPr kumimoji="0" lang="en-US" altLang="zh-CN" sz="12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CPU</a:t>
            </a:r>
            <a:r>
              <a:rPr kumimoji="0" lang="zh-CN" altLang="en-US" sz="12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指令集：</a:t>
            </a:r>
            <a:endParaRPr kumimoji="0" lang="en-US" altLang="zh-CN" sz="12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endParaRPr>
          </a:p>
          <a:p>
            <a:pPr algn="l">
              <a:spcBef>
                <a:spcPts val="1050"/>
              </a:spcBef>
              <a:buFont typeface="Arial" panose="020B0604020202020204" pitchFamily="34" charset="0"/>
              <a:buChar char="•"/>
            </a:pPr>
            <a:r>
              <a:rPr lang="en-US" altLang="zh-CN" b="0" i="0" dirty="0">
                <a:solidFill>
                  <a:srgbClr val="05073B"/>
                </a:solidFill>
                <a:effectLst/>
                <a:latin typeface="PingFang-SC-Regular"/>
              </a:rPr>
              <a:t>CPU</a:t>
            </a:r>
            <a:r>
              <a:rPr lang="zh-CN" altLang="en-US" b="0" i="0" dirty="0">
                <a:solidFill>
                  <a:srgbClr val="05073B"/>
                </a:solidFill>
                <a:effectLst/>
                <a:latin typeface="PingFang-SC-Regular"/>
              </a:rPr>
              <a:t>中用来计算和控制计算机系统的一套指令的集合。</a:t>
            </a:r>
          </a:p>
          <a:p>
            <a:pPr algn="l">
              <a:spcBef>
                <a:spcPts val="450"/>
              </a:spcBef>
              <a:buFont typeface="Arial" panose="020B0604020202020204" pitchFamily="34" charset="0"/>
              <a:buChar char="•"/>
            </a:pPr>
            <a:r>
              <a:rPr lang="zh-CN" altLang="en-US" b="0" i="0" dirty="0">
                <a:solidFill>
                  <a:srgbClr val="05073B"/>
                </a:solidFill>
                <a:effectLst/>
                <a:latin typeface="PingFang-SC-Regular"/>
              </a:rPr>
              <a:t>这些指令规定了</a:t>
            </a:r>
            <a:r>
              <a:rPr lang="en-US" altLang="zh-CN" b="0" i="0" dirty="0">
                <a:solidFill>
                  <a:srgbClr val="05073B"/>
                </a:solidFill>
                <a:effectLst/>
                <a:latin typeface="PingFang-SC-Regular"/>
              </a:rPr>
              <a:t>CPU</a:t>
            </a:r>
            <a:r>
              <a:rPr lang="zh-CN" altLang="en-US" b="0" i="0" dirty="0">
                <a:solidFill>
                  <a:srgbClr val="05073B"/>
                </a:solidFill>
                <a:effectLst/>
                <a:latin typeface="PingFang-SC-Regular"/>
              </a:rPr>
              <a:t>能够执行的操作和功能，是</a:t>
            </a:r>
            <a:r>
              <a:rPr lang="en-US" altLang="zh-CN" b="0" i="0" dirty="0">
                <a:solidFill>
                  <a:srgbClr val="05073B"/>
                </a:solidFill>
                <a:effectLst/>
                <a:latin typeface="PingFang-SC-Regular"/>
              </a:rPr>
              <a:t>CPU</a:t>
            </a:r>
            <a:r>
              <a:rPr lang="zh-CN" altLang="en-US" b="0" i="0" dirty="0">
                <a:solidFill>
                  <a:srgbClr val="05073B"/>
                </a:solidFill>
                <a:effectLst/>
                <a:latin typeface="PingFang-SC-Regular"/>
              </a:rPr>
              <a:t>能够“理解”的语言。</a:t>
            </a:r>
          </a:p>
          <a:p>
            <a:pPr algn="l">
              <a:spcBef>
                <a:spcPts val="450"/>
              </a:spcBef>
              <a:buFont typeface="Arial" panose="020B0604020202020204" pitchFamily="34" charset="0"/>
              <a:buChar char="•"/>
            </a:pPr>
            <a:r>
              <a:rPr lang="zh-CN" altLang="en-US" b="0" i="0" dirty="0">
                <a:solidFill>
                  <a:srgbClr val="05073B"/>
                </a:solidFill>
                <a:effectLst/>
                <a:latin typeface="PingFang-SC-Regular"/>
              </a:rPr>
              <a:t>指令集通常包含操作码（指定操作类型）、寻址方式（指定操作数位置）和数据类型（指定操作数类型）等信息。</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CDF87BE1-776D-36A3-436B-A82891B69C64}"/>
              </a:ext>
            </a:extLst>
          </p:cNvPr>
          <p:cNvSpPr>
            <a:spLocks noGrp="1"/>
          </p:cNvSpPr>
          <p:nvPr>
            <p:ph type="sldNum" sz="quarter" idx="5"/>
          </p:nvPr>
        </p:nvSpPr>
        <p:spPr/>
        <p:txBody>
          <a:bodyPr/>
          <a:lstStyle/>
          <a:p>
            <a:fld id="{40DD49BE-BF5F-4C11-9ED4-DFF65B4717AF}" type="slidenum">
              <a:rPr lang="zh-CN" altLang="en-US" smtClean="0"/>
              <a:t>15</a:t>
            </a:fld>
            <a:endParaRPr lang="zh-CN" altLang="en-US"/>
          </a:p>
        </p:txBody>
      </p:sp>
    </p:spTree>
    <p:extLst>
      <p:ext uri="{BB962C8B-B14F-4D97-AF65-F5344CB8AC3E}">
        <p14:creationId xmlns:p14="http://schemas.microsoft.com/office/powerpoint/2010/main" val="33574060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32BAE-4A4C-EA33-30A7-304A9EBAF6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50751F-4D73-4045-7174-AF840827860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E1C743-FDFE-3F82-4574-7D64D993D95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srgbClr val="05073B"/>
              </a:solidFill>
              <a:effectLst/>
              <a:uLnTx/>
              <a:uFillTx/>
              <a:latin typeface="PingFang-SC-Regular"/>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948FF284-28D6-2530-2A29-CF81D672D66A}"/>
              </a:ext>
            </a:extLst>
          </p:cNvPr>
          <p:cNvSpPr>
            <a:spLocks noGrp="1"/>
          </p:cNvSpPr>
          <p:nvPr>
            <p:ph type="sldNum" sz="quarter" idx="5"/>
          </p:nvPr>
        </p:nvSpPr>
        <p:spPr/>
        <p:txBody>
          <a:bodyPr/>
          <a:lstStyle/>
          <a:p>
            <a:fld id="{40DD49BE-BF5F-4C11-9ED4-DFF65B4717AF}" type="slidenum">
              <a:rPr lang="zh-CN" altLang="en-US" smtClean="0"/>
              <a:t>16</a:t>
            </a:fld>
            <a:endParaRPr lang="zh-CN" altLang="en-US"/>
          </a:p>
        </p:txBody>
      </p:sp>
    </p:spTree>
    <p:extLst>
      <p:ext uri="{BB962C8B-B14F-4D97-AF65-F5344CB8AC3E}">
        <p14:creationId xmlns:p14="http://schemas.microsoft.com/office/powerpoint/2010/main" val="1880578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7F0D-E392-A248-90C8-65D666C533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354FE5-2321-6413-F702-0A95BB39AE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AEC8461-37A9-F6F9-8FDB-076BBB7076D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224A7563-D7B8-8A55-549F-F16EF50A9596}"/>
              </a:ext>
            </a:extLst>
          </p:cNvPr>
          <p:cNvSpPr>
            <a:spLocks noGrp="1"/>
          </p:cNvSpPr>
          <p:nvPr>
            <p:ph type="sldNum" sz="quarter" idx="5"/>
          </p:nvPr>
        </p:nvSpPr>
        <p:spPr/>
        <p:txBody>
          <a:bodyPr/>
          <a:lstStyle/>
          <a:p>
            <a:fld id="{40DD49BE-BF5F-4C11-9ED4-DFF65B4717AF}" type="slidenum">
              <a:rPr lang="zh-CN" altLang="en-US" smtClean="0"/>
              <a:t>17</a:t>
            </a:fld>
            <a:endParaRPr lang="zh-CN" altLang="en-US"/>
          </a:p>
        </p:txBody>
      </p:sp>
    </p:spTree>
    <p:extLst>
      <p:ext uri="{BB962C8B-B14F-4D97-AF65-F5344CB8AC3E}">
        <p14:creationId xmlns:p14="http://schemas.microsoft.com/office/powerpoint/2010/main" val="16263485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0DD49BE-BF5F-4C11-9ED4-DFF65B4717AF}" type="slidenum">
              <a:rPr lang="zh-CN" altLang="en-US" smtClean="0"/>
              <a:pPr/>
              <a:t>19</a:t>
            </a:fld>
            <a:endParaRPr lang="zh-CN" altLang="en-US"/>
          </a:p>
        </p:txBody>
      </p:sp>
    </p:spTree>
    <p:extLst>
      <p:ext uri="{BB962C8B-B14F-4D97-AF65-F5344CB8AC3E}">
        <p14:creationId xmlns:p14="http://schemas.microsoft.com/office/powerpoint/2010/main" val="40291059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A435-7F4F-0E30-9D27-608DA86E78B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4B13D5-7186-F661-C06E-D0F1BB0206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24C49C-CDFF-7356-0443-7FED06AE7D6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4D4D4D"/>
                </a:solidFill>
                <a:effectLst/>
                <a:latin typeface="-apple-system"/>
              </a:rPr>
              <a:t>应用程序一般是放在辅存中的，辅存容量大，但是读写较慢。如果</a:t>
            </a:r>
            <a:r>
              <a:rPr lang="en-US" altLang="zh-CN" b="0" i="0" dirty="0">
                <a:solidFill>
                  <a:srgbClr val="4D4D4D"/>
                </a:solidFill>
                <a:effectLst/>
                <a:latin typeface="-apple-system"/>
              </a:rPr>
              <a:t>CPU</a:t>
            </a:r>
            <a:r>
              <a:rPr lang="zh-CN" altLang="en-US" b="0" i="0" dirty="0">
                <a:solidFill>
                  <a:srgbClr val="4D4D4D"/>
                </a:solidFill>
                <a:effectLst/>
                <a:latin typeface="-apple-system"/>
              </a:rPr>
              <a:t>直接访问辅存的话，那么</a:t>
            </a:r>
            <a:r>
              <a:rPr lang="en-US" altLang="zh-CN" b="0" i="0" dirty="0">
                <a:solidFill>
                  <a:srgbClr val="4D4D4D"/>
                </a:solidFill>
                <a:effectLst/>
                <a:latin typeface="-apple-system"/>
              </a:rPr>
              <a:t>CPU</a:t>
            </a:r>
            <a:r>
              <a:rPr lang="zh-CN" altLang="en-US" b="0" i="0" dirty="0">
                <a:solidFill>
                  <a:srgbClr val="4D4D4D"/>
                </a:solidFill>
                <a:effectLst/>
                <a:latin typeface="-apple-system"/>
              </a:rPr>
              <a:t>就会被辅存的速度拖累，因此</a:t>
            </a:r>
            <a:r>
              <a:rPr lang="en-US" altLang="zh-CN" b="0" i="0" dirty="0">
                <a:solidFill>
                  <a:srgbClr val="4D4D4D"/>
                </a:solidFill>
                <a:effectLst/>
                <a:latin typeface="-apple-system"/>
              </a:rPr>
              <a:t>CPU</a:t>
            </a:r>
            <a:r>
              <a:rPr lang="zh-CN" altLang="en-US" b="0" i="0" dirty="0">
                <a:solidFill>
                  <a:srgbClr val="4D4D4D"/>
                </a:solidFill>
                <a:effectLst/>
                <a:latin typeface="-apple-system"/>
              </a:rPr>
              <a:t>想要运行应用程序，需要将辅存中的程序与数据放到内存中去才行。</a:t>
            </a:r>
            <a:endParaRPr lang="en-US" altLang="zh-CN" b="0" i="0" dirty="0">
              <a:solidFill>
                <a:srgbClr val="4D4D4D"/>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4D4D4D"/>
                </a:solidFill>
                <a:effectLst/>
                <a:latin typeface="-apple-system"/>
              </a:rPr>
              <a:t>主存中的数据被放到缓存中，</a:t>
            </a:r>
            <a:r>
              <a:rPr lang="en-US" altLang="zh-CN" b="0" i="0" dirty="0">
                <a:solidFill>
                  <a:srgbClr val="4D4D4D"/>
                </a:solidFill>
                <a:effectLst/>
                <a:latin typeface="-apple-system"/>
              </a:rPr>
              <a:t>CPU</a:t>
            </a:r>
            <a:r>
              <a:rPr lang="zh-CN" altLang="en-US" b="0" i="0" dirty="0">
                <a:solidFill>
                  <a:srgbClr val="4D4D4D"/>
                </a:solidFill>
                <a:effectLst/>
                <a:latin typeface="-apple-system"/>
              </a:rPr>
              <a:t>可以直接往缓存里写数据和读数据。虽然主存的速度已经很快了，但是相对于</a:t>
            </a:r>
            <a:r>
              <a:rPr lang="en-US" altLang="zh-CN" b="0" i="0" dirty="0">
                <a:solidFill>
                  <a:srgbClr val="4D4D4D"/>
                </a:solidFill>
                <a:effectLst/>
                <a:latin typeface="-apple-system"/>
              </a:rPr>
              <a:t>CPU</a:t>
            </a:r>
            <a:r>
              <a:rPr lang="zh-CN" altLang="en-US" b="0" i="0" dirty="0">
                <a:solidFill>
                  <a:srgbClr val="4D4D4D"/>
                </a:solidFill>
                <a:effectLst/>
                <a:latin typeface="-apple-system"/>
              </a:rPr>
              <a:t>来讲仍跟不上</a:t>
            </a:r>
            <a:r>
              <a:rPr lang="en-US" altLang="zh-CN" b="0" i="0" dirty="0">
                <a:solidFill>
                  <a:srgbClr val="4D4D4D"/>
                </a:solidFill>
                <a:effectLst/>
                <a:latin typeface="-apple-system"/>
              </a:rPr>
              <a:t>CPU</a:t>
            </a:r>
            <a:r>
              <a:rPr lang="zh-CN" altLang="en-US" b="0" i="0" dirty="0">
                <a:solidFill>
                  <a:srgbClr val="4D4D4D"/>
                </a:solidFill>
                <a:effectLst/>
                <a:latin typeface="-apple-system"/>
              </a:rPr>
              <a:t>的速度，为了解决主存与</a:t>
            </a:r>
            <a:r>
              <a:rPr lang="en-US" altLang="zh-CN" b="0" i="0" dirty="0">
                <a:solidFill>
                  <a:srgbClr val="4D4D4D"/>
                </a:solidFill>
                <a:effectLst/>
                <a:latin typeface="-apple-system"/>
              </a:rPr>
              <a:t>CPU</a:t>
            </a:r>
            <a:r>
              <a:rPr lang="zh-CN" altLang="en-US" b="0" i="0" dirty="0">
                <a:solidFill>
                  <a:srgbClr val="4D4D4D"/>
                </a:solidFill>
                <a:effectLst/>
                <a:latin typeface="-apple-system"/>
              </a:rPr>
              <a:t>之间速度的矛盾就在二者之间增加了缓存。</a:t>
            </a:r>
            <a:endParaRPr lang="en-US" altLang="zh-CN" b="0" i="0" dirty="0">
              <a:solidFill>
                <a:srgbClr val="4D4D4D"/>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4D4D4D"/>
                </a:solidFill>
                <a:effectLst/>
                <a:uLnTx/>
                <a:uFillTx/>
                <a:latin typeface="-apple-system"/>
                <a:ea typeface="等线" panose="02010600030101010101" pitchFamily="2" charset="-122"/>
                <a:cs typeface="+mn-cs"/>
              </a:rPr>
              <a:t>硬盘远比内存大，价格也更便宜，速度相反</a:t>
            </a: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F323034B-85E9-9BDD-D35F-DB69C7215736}"/>
              </a:ext>
            </a:extLst>
          </p:cNvPr>
          <p:cNvSpPr>
            <a:spLocks noGrp="1"/>
          </p:cNvSpPr>
          <p:nvPr>
            <p:ph type="sldNum" sz="quarter" idx="5"/>
          </p:nvPr>
        </p:nvSpPr>
        <p:spPr/>
        <p:txBody>
          <a:bodyPr/>
          <a:lstStyle/>
          <a:p>
            <a:fld id="{40DD49BE-BF5F-4C11-9ED4-DFF65B4717AF}" type="slidenum">
              <a:rPr lang="zh-CN" altLang="en-US" smtClean="0"/>
              <a:t>20</a:t>
            </a:fld>
            <a:endParaRPr lang="zh-CN" altLang="en-US"/>
          </a:p>
        </p:txBody>
      </p:sp>
    </p:spTree>
    <p:extLst>
      <p:ext uri="{BB962C8B-B14F-4D97-AF65-F5344CB8AC3E}">
        <p14:creationId xmlns:p14="http://schemas.microsoft.com/office/powerpoint/2010/main" val="5182162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B2838-565C-7058-B6F4-0FE94CEDD4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B8EDBC-CE02-3104-68D2-566C0DE466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974FF5-3277-6952-6810-695861032FB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2BCBBFFA-381B-293B-85FF-4815517D5E84}"/>
              </a:ext>
            </a:extLst>
          </p:cNvPr>
          <p:cNvSpPr>
            <a:spLocks noGrp="1"/>
          </p:cNvSpPr>
          <p:nvPr>
            <p:ph type="sldNum" sz="quarter" idx="5"/>
          </p:nvPr>
        </p:nvSpPr>
        <p:spPr/>
        <p:txBody>
          <a:bodyPr/>
          <a:lstStyle/>
          <a:p>
            <a:fld id="{40DD49BE-BF5F-4C11-9ED4-DFF65B4717AF}" type="slidenum">
              <a:rPr lang="zh-CN" altLang="en-US" smtClean="0"/>
              <a:t>22</a:t>
            </a:fld>
            <a:endParaRPr lang="zh-CN" altLang="en-US"/>
          </a:p>
        </p:txBody>
      </p:sp>
    </p:spTree>
    <p:extLst>
      <p:ext uri="{BB962C8B-B14F-4D97-AF65-F5344CB8AC3E}">
        <p14:creationId xmlns:p14="http://schemas.microsoft.com/office/powerpoint/2010/main" val="10600146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ED3ED-9103-0C41-56AB-43C31688C52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E03088-C1A8-ABE4-F31C-8C3E1F6F560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6B05AC8-ACB8-35D3-E03B-9B83E3B93C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03A2EAF6-FDD4-4980-67D3-EC3BD5B3345A}"/>
              </a:ext>
            </a:extLst>
          </p:cNvPr>
          <p:cNvSpPr>
            <a:spLocks noGrp="1"/>
          </p:cNvSpPr>
          <p:nvPr>
            <p:ph type="sldNum" sz="quarter" idx="5"/>
          </p:nvPr>
        </p:nvSpPr>
        <p:spPr/>
        <p:txBody>
          <a:bodyPr/>
          <a:lstStyle/>
          <a:p>
            <a:fld id="{40DD49BE-BF5F-4C11-9ED4-DFF65B4717AF}" type="slidenum">
              <a:rPr lang="zh-CN" altLang="en-US" smtClean="0"/>
              <a:t>23</a:t>
            </a:fld>
            <a:endParaRPr lang="zh-CN" altLang="en-US"/>
          </a:p>
        </p:txBody>
      </p:sp>
    </p:spTree>
    <p:extLst>
      <p:ext uri="{BB962C8B-B14F-4D97-AF65-F5344CB8AC3E}">
        <p14:creationId xmlns:p14="http://schemas.microsoft.com/office/powerpoint/2010/main" val="921259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虚拟内存设置</a:t>
            </a:r>
          </a:p>
        </p:txBody>
      </p:sp>
      <p:sp>
        <p:nvSpPr>
          <p:cNvPr id="4" name="灯片编号占位符 3"/>
          <p:cNvSpPr>
            <a:spLocks noGrp="1"/>
          </p:cNvSpPr>
          <p:nvPr>
            <p:ph type="sldNum" sz="quarter" idx="5"/>
          </p:nvPr>
        </p:nvSpPr>
        <p:spPr/>
        <p:txBody>
          <a:bodyPr/>
          <a:lstStyle/>
          <a:p>
            <a:fld id="{40DD49BE-BF5F-4C11-9ED4-DFF65B4717AF}" type="slidenum">
              <a:rPr lang="zh-CN" altLang="en-US" smtClean="0"/>
              <a:pPr/>
              <a:t>25</a:t>
            </a:fld>
            <a:endParaRPr lang="zh-CN" altLang="en-US"/>
          </a:p>
        </p:txBody>
      </p:sp>
    </p:spTree>
    <p:extLst>
      <p:ext uri="{BB962C8B-B14F-4D97-AF65-F5344CB8AC3E}">
        <p14:creationId xmlns:p14="http://schemas.microsoft.com/office/powerpoint/2010/main" val="34446268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0DD49BE-BF5F-4C11-9ED4-DFF65B4717AF}" type="slidenum">
              <a:rPr lang="zh-CN" altLang="en-US" smtClean="0"/>
              <a:pPr/>
              <a:t>27</a:t>
            </a:fld>
            <a:endParaRPr lang="zh-CN" altLang="en-US"/>
          </a:p>
        </p:txBody>
      </p:sp>
    </p:spTree>
    <p:extLst>
      <p:ext uri="{BB962C8B-B14F-4D97-AF65-F5344CB8AC3E}">
        <p14:creationId xmlns:p14="http://schemas.microsoft.com/office/powerpoint/2010/main" val="6961318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E4090-6446-D795-FB4C-7074AD0313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A6CCA6-B377-4704-2D78-4F47871D09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0E0420-98CF-9244-90E8-C77624263C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09C99A52-8135-9248-5A07-4BF3B5813240}"/>
              </a:ext>
            </a:extLst>
          </p:cNvPr>
          <p:cNvSpPr>
            <a:spLocks noGrp="1"/>
          </p:cNvSpPr>
          <p:nvPr>
            <p:ph type="sldNum" sz="quarter" idx="5"/>
          </p:nvPr>
        </p:nvSpPr>
        <p:spPr/>
        <p:txBody>
          <a:bodyPr/>
          <a:lstStyle/>
          <a:p>
            <a:fld id="{40DD49BE-BF5F-4C11-9ED4-DFF65B4717AF}" type="slidenum">
              <a:rPr lang="zh-CN" altLang="en-US" smtClean="0"/>
              <a:t>28</a:t>
            </a:fld>
            <a:endParaRPr lang="zh-CN" altLang="en-US"/>
          </a:p>
        </p:txBody>
      </p:sp>
    </p:spTree>
    <p:extLst>
      <p:ext uri="{BB962C8B-B14F-4D97-AF65-F5344CB8AC3E}">
        <p14:creationId xmlns:p14="http://schemas.microsoft.com/office/powerpoint/2010/main" val="18071822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接口类型是硬盘和主机之间的接口类型，</a:t>
            </a:r>
            <a:r>
              <a:rPr lang="en-US" altLang="zh-CN" dirty="0"/>
              <a:t>6G-1000</a:t>
            </a:r>
            <a:r>
              <a:rPr lang="zh-CN" altLang="en-US" dirty="0"/>
              <a:t>元</a:t>
            </a:r>
            <a:endParaRPr lang="en-US" altLang="zh-CN" dirty="0"/>
          </a:p>
          <a:p>
            <a:r>
              <a:rPr lang="en-US" altLang="zh-CN" b="0" i="0" dirty="0">
                <a:solidFill>
                  <a:srgbClr val="333333"/>
                </a:solidFill>
                <a:effectLst/>
                <a:latin typeface="PingFang SC"/>
              </a:rPr>
              <a:t>SATA</a:t>
            </a:r>
            <a:r>
              <a:rPr lang="zh-CN" altLang="en-US" b="0" i="0" dirty="0">
                <a:solidFill>
                  <a:srgbClr val="333333"/>
                </a:solidFill>
                <a:effectLst/>
                <a:latin typeface="PingFang SC"/>
              </a:rPr>
              <a:t>，全称</a:t>
            </a:r>
            <a:r>
              <a:rPr lang="en-US" altLang="zh-CN" b="0" i="0" dirty="0">
                <a:solidFill>
                  <a:srgbClr val="333333"/>
                </a:solidFill>
                <a:effectLst/>
                <a:latin typeface="PingFang SC"/>
              </a:rPr>
              <a:t>Serial Advanced Technology Attachment</a:t>
            </a:r>
            <a:r>
              <a:rPr lang="zh-CN" altLang="en-US" b="0" i="0" dirty="0">
                <a:solidFill>
                  <a:srgbClr val="333333"/>
                </a:solidFill>
                <a:effectLst/>
                <a:latin typeface="PingFang SC"/>
              </a:rPr>
              <a:t>，是一种串行硬盘接口标准</a:t>
            </a:r>
            <a:endParaRPr lang="en-US" altLang="zh-CN" b="0" i="0" dirty="0">
              <a:solidFill>
                <a:srgbClr val="333333"/>
              </a:solidFill>
              <a:effectLst/>
              <a:latin typeface="PingFang SC"/>
            </a:endParaRPr>
          </a:p>
          <a:p>
            <a:r>
              <a:rPr lang="en-US" altLang="zh-CN" b="0" i="0" dirty="0">
                <a:solidFill>
                  <a:srgbClr val="333333"/>
                </a:solidFill>
                <a:effectLst/>
                <a:latin typeface="PingFang SC"/>
              </a:rPr>
              <a:t>IDE</a:t>
            </a:r>
            <a:r>
              <a:rPr lang="zh-CN" altLang="en-US" b="0" i="0" dirty="0">
                <a:solidFill>
                  <a:srgbClr val="333333"/>
                </a:solidFill>
                <a:effectLst/>
                <a:latin typeface="PingFang SC"/>
              </a:rPr>
              <a:t>和</a:t>
            </a:r>
            <a:r>
              <a:rPr lang="en-US" altLang="zh-CN" b="0" i="0" dirty="0">
                <a:solidFill>
                  <a:srgbClr val="333333"/>
                </a:solidFill>
                <a:effectLst/>
                <a:latin typeface="PingFang SC"/>
              </a:rPr>
              <a:t>SATA</a:t>
            </a:r>
            <a:r>
              <a:rPr lang="zh-CN" altLang="en-US" b="0" i="0" dirty="0">
                <a:solidFill>
                  <a:srgbClr val="333333"/>
                </a:solidFill>
                <a:effectLst/>
                <a:latin typeface="PingFang SC"/>
              </a:rPr>
              <a:t>用于个人电脑</a:t>
            </a:r>
            <a:endParaRPr lang="en-US" altLang="zh-CN" b="0" i="0" dirty="0">
              <a:solidFill>
                <a:srgbClr val="333333"/>
              </a:solidFill>
              <a:effectLst/>
              <a:latin typeface="PingFang SC"/>
            </a:endParaRPr>
          </a:p>
          <a:p>
            <a:r>
              <a:rPr lang="en-US" altLang="zh-CN" b="0" i="0" dirty="0">
                <a:solidFill>
                  <a:srgbClr val="333333"/>
                </a:solidFill>
                <a:effectLst/>
                <a:latin typeface="PingFang SC"/>
              </a:rPr>
              <a:t>SCSI  SAS </a:t>
            </a:r>
            <a:r>
              <a:rPr lang="zh-CN" altLang="en-US" b="0" i="0" dirty="0">
                <a:solidFill>
                  <a:srgbClr val="333333"/>
                </a:solidFill>
                <a:effectLst/>
                <a:latin typeface="PingFang SC"/>
              </a:rPr>
              <a:t>光线通道用于服务器</a:t>
            </a:r>
            <a:endParaRPr lang="zh-CN" altLang="en-US" dirty="0"/>
          </a:p>
        </p:txBody>
      </p:sp>
      <p:sp>
        <p:nvSpPr>
          <p:cNvPr id="4" name="灯片编号占位符 3"/>
          <p:cNvSpPr>
            <a:spLocks noGrp="1"/>
          </p:cNvSpPr>
          <p:nvPr>
            <p:ph type="sldNum" sz="quarter" idx="5"/>
          </p:nvPr>
        </p:nvSpPr>
        <p:spPr/>
        <p:txBody>
          <a:bodyPr/>
          <a:lstStyle/>
          <a:p>
            <a:fld id="{40DD49BE-BF5F-4C11-9ED4-DFF65B4717AF}" type="slidenum">
              <a:rPr lang="zh-CN" altLang="en-US" smtClean="0"/>
              <a:pPr/>
              <a:t>30</a:t>
            </a:fld>
            <a:endParaRPr lang="zh-CN" altLang="en-US"/>
          </a:p>
        </p:txBody>
      </p:sp>
    </p:spTree>
    <p:extLst>
      <p:ext uri="{BB962C8B-B14F-4D97-AF65-F5344CB8AC3E}">
        <p14:creationId xmlns:p14="http://schemas.microsoft.com/office/powerpoint/2010/main" val="26800213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98D87-C02C-9505-DDAA-4E7244CFF7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F27A73-B7F8-0DF1-EF5A-E1CC0AA5E36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3DDD95E-84D2-DE90-712A-A4C46751CAC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8CE89128-3AF6-4421-2FAA-FF4AEFC53B92}"/>
              </a:ext>
            </a:extLst>
          </p:cNvPr>
          <p:cNvSpPr>
            <a:spLocks noGrp="1"/>
          </p:cNvSpPr>
          <p:nvPr>
            <p:ph type="sldNum" sz="quarter" idx="5"/>
          </p:nvPr>
        </p:nvSpPr>
        <p:spPr/>
        <p:txBody>
          <a:bodyPr/>
          <a:lstStyle/>
          <a:p>
            <a:fld id="{40DD49BE-BF5F-4C11-9ED4-DFF65B4717AF}" type="slidenum">
              <a:rPr lang="zh-CN" altLang="en-US" smtClean="0"/>
              <a:t>34</a:t>
            </a:fld>
            <a:endParaRPr lang="zh-CN" altLang="en-US"/>
          </a:p>
        </p:txBody>
      </p:sp>
    </p:spTree>
    <p:extLst>
      <p:ext uri="{BB962C8B-B14F-4D97-AF65-F5344CB8AC3E}">
        <p14:creationId xmlns:p14="http://schemas.microsoft.com/office/powerpoint/2010/main" val="41978179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77E5-69C5-6E0A-B37F-F8A70E696C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53D42D-037D-CD93-3011-3AB48522321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96301F-EF49-E824-F046-120DE786DF3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1FCD6A85-EFFC-35DC-241E-07C035F1A8B7}"/>
              </a:ext>
            </a:extLst>
          </p:cNvPr>
          <p:cNvSpPr>
            <a:spLocks noGrp="1"/>
          </p:cNvSpPr>
          <p:nvPr>
            <p:ph type="sldNum" sz="quarter" idx="5"/>
          </p:nvPr>
        </p:nvSpPr>
        <p:spPr/>
        <p:txBody>
          <a:bodyPr/>
          <a:lstStyle/>
          <a:p>
            <a:fld id="{40DD49BE-BF5F-4C11-9ED4-DFF65B4717AF}" type="slidenum">
              <a:rPr lang="zh-CN" altLang="en-US" smtClean="0"/>
              <a:t>37</a:t>
            </a:fld>
            <a:endParaRPr lang="zh-CN" altLang="en-US"/>
          </a:p>
        </p:txBody>
      </p:sp>
    </p:spTree>
    <p:extLst>
      <p:ext uri="{BB962C8B-B14F-4D97-AF65-F5344CB8AC3E}">
        <p14:creationId xmlns:p14="http://schemas.microsoft.com/office/powerpoint/2010/main" val="30174141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7F352-CA83-3948-CA03-621341A7C0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C48592-B762-3DA4-4B4B-3CFF43271ED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2DD9297-0D06-7ACD-2025-4C21F04A1FF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FB8DEA31-CD1A-A0F9-92FD-AF3C6C4AAAE6}"/>
              </a:ext>
            </a:extLst>
          </p:cNvPr>
          <p:cNvSpPr>
            <a:spLocks noGrp="1"/>
          </p:cNvSpPr>
          <p:nvPr>
            <p:ph type="sldNum" sz="quarter" idx="5"/>
          </p:nvPr>
        </p:nvSpPr>
        <p:spPr/>
        <p:txBody>
          <a:bodyPr/>
          <a:lstStyle/>
          <a:p>
            <a:fld id="{40DD49BE-BF5F-4C11-9ED4-DFF65B4717AF}" type="slidenum">
              <a:rPr lang="zh-CN" altLang="en-US" smtClean="0"/>
              <a:t>38</a:t>
            </a:fld>
            <a:endParaRPr lang="zh-CN" altLang="en-US"/>
          </a:p>
        </p:txBody>
      </p:sp>
    </p:spTree>
    <p:extLst>
      <p:ext uri="{BB962C8B-B14F-4D97-AF65-F5344CB8AC3E}">
        <p14:creationId xmlns:p14="http://schemas.microsoft.com/office/powerpoint/2010/main" val="6909615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8B95B-D243-277B-B3A5-A3AC22D5BE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C0E9BB-78FE-1927-6AE5-1CF8ACDB5F3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78B729-7AE9-3514-2E14-5694DA557FC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60607"/>
                </a:solidFill>
                <a:effectLst/>
                <a:latin typeface="-apple-system"/>
              </a:rPr>
              <a:t>公司的数据是所有业务的根源；远程保存重要和敏感数据时会出现问题。在采用云存储技术之前，将关键业务信息提供给第三方供应商。这可能会使公司面临风险</a:t>
            </a:r>
            <a:br>
              <a:rPr lang="zh-CN" altLang="en-US" dirty="0"/>
            </a:b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FB24C2E6-7138-72FB-7EA4-23DB23B86A48}"/>
              </a:ext>
            </a:extLst>
          </p:cNvPr>
          <p:cNvSpPr>
            <a:spLocks noGrp="1"/>
          </p:cNvSpPr>
          <p:nvPr>
            <p:ph type="sldNum" sz="quarter" idx="5"/>
          </p:nvPr>
        </p:nvSpPr>
        <p:spPr/>
        <p:txBody>
          <a:bodyPr/>
          <a:lstStyle/>
          <a:p>
            <a:fld id="{40DD49BE-BF5F-4C11-9ED4-DFF65B4717AF}" type="slidenum">
              <a:rPr lang="zh-CN" altLang="en-US" smtClean="0"/>
              <a:t>39</a:t>
            </a:fld>
            <a:endParaRPr lang="zh-CN" altLang="en-US"/>
          </a:p>
        </p:txBody>
      </p:sp>
    </p:spTree>
    <p:extLst>
      <p:ext uri="{BB962C8B-B14F-4D97-AF65-F5344CB8AC3E}">
        <p14:creationId xmlns:p14="http://schemas.microsoft.com/office/powerpoint/2010/main" val="17830372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B069B-487A-0A00-84F4-C186E4C413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01B752-A34C-B488-B3D9-A1B374CC46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9D3E77-C39B-01DF-1012-1B4869B759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60607"/>
                </a:solidFill>
                <a:effectLst/>
                <a:latin typeface="-apple-system"/>
              </a:rPr>
              <a:t>公司的数据是所有业务的根源；远程保存重要和敏感数据时会出现问题。在采用云存储技术之前，将关键业务信息提供给第三方供应商。这可能会使公司面临风险</a:t>
            </a:r>
            <a:br>
              <a:rPr lang="zh-CN" altLang="en-US" dirty="0"/>
            </a:b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8BB08FAD-CB55-8A75-21E1-044602A41C31}"/>
              </a:ext>
            </a:extLst>
          </p:cNvPr>
          <p:cNvSpPr>
            <a:spLocks noGrp="1"/>
          </p:cNvSpPr>
          <p:nvPr>
            <p:ph type="sldNum" sz="quarter" idx="5"/>
          </p:nvPr>
        </p:nvSpPr>
        <p:spPr/>
        <p:txBody>
          <a:bodyPr/>
          <a:lstStyle/>
          <a:p>
            <a:fld id="{40DD49BE-BF5F-4C11-9ED4-DFF65B4717AF}" type="slidenum">
              <a:rPr lang="zh-CN" altLang="en-US" smtClean="0"/>
              <a:t>40</a:t>
            </a:fld>
            <a:endParaRPr lang="zh-CN" altLang="en-US"/>
          </a:p>
        </p:txBody>
      </p:sp>
    </p:spTree>
    <p:extLst>
      <p:ext uri="{BB962C8B-B14F-4D97-AF65-F5344CB8AC3E}">
        <p14:creationId xmlns:p14="http://schemas.microsoft.com/office/powerpoint/2010/main" val="9918304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899A8-5822-D140-9F09-E4DA26B9538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A750E8-5930-3C08-FDB7-32A80DC0F9E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7DE914E-D8FF-4330-4004-3665310046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zh-CN" altLang="en-US" dirty="0"/>
            </a:b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71A2E40A-A9BC-70A7-2DB7-D811D3867E4F}"/>
              </a:ext>
            </a:extLst>
          </p:cNvPr>
          <p:cNvSpPr>
            <a:spLocks noGrp="1"/>
          </p:cNvSpPr>
          <p:nvPr>
            <p:ph type="sldNum" sz="quarter" idx="5"/>
          </p:nvPr>
        </p:nvSpPr>
        <p:spPr/>
        <p:txBody>
          <a:bodyPr/>
          <a:lstStyle/>
          <a:p>
            <a:fld id="{40DD49BE-BF5F-4C11-9ED4-DFF65B4717AF}" type="slidenum">
              <a:rPr lang="zh-CN" altLang="en-US" smtClean="0"/>
              <a:t>41</a:t>
            </a:fld>
            <a:endParaRPr lang="zh-CN" altLang="en-US"/>
          </a:p>
        </p:txBody>
      </p:sp>
    </p:spTree>
    <p:extLst>
      <p:ext uri="{BB962C8B-B14F-4D97-AF65-F5344CB8AC3E}">
        <p14:creationId xmlns:p14="http://schemas.microsoft.com/office/powerpoint/2010/main" val="34840126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D8DF0-1BE4-ECEA-69A4-613DD4F92B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595B8C-F0DF-8910-B3E1-9EFD2F2193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1DE8E6B-04C1-C3C2-1E82-0DC295B5787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zh-CN" altLang="en-US" dirty="0"/>
            </a:b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3B52FD25-67A4-1955-FC0F-A8DFE322D97A}"/>
              </a:ext>
            </a:extLst>
          </p:cNvPr>
          <p:cNvSpPr>
            <a:spLocks noGrp="1"/>
          </p:cNvSpPr>
          <p:nvPr>
            <p:ph type="sldNum" sz="quarter" idx="5"/>
          </p:nvPr>
        </p:nvSpPr>
        <p:spPr/>
        <p:txBody>
          <a:bodyPr/>
          <a:lstStyle/>
          <a:p>
            <a:fld id="{40DD49BE-BF5F-4C11-9ED4-DFF65B4717AF}" type="slidenum">
              <a:rPr lang="zh-CN" altLang="en-US" smtClean="0"/>
              <a:t>42</a:t>
            </a:fld>
            <a:endParaRPr lang="zh-CN" altLang="en-US"/>
          </a:p>
        </p:txBody>
      </p:sp>
    </p:spTree>
    <p:extLst>
      <p:ext uri="{BB962C8B-B14F-4D97-AF65-F5344CB8AC3E}">
        <p14:creationId xmlns:p14="http://schemas.microsoft.com/office/powerpoint/2010/main" val="16590681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595A2-0738-73CC-BE2D-C941A53C010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36E3D6-6038-4CCB-7987-C9215F79DC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7D919E-3FF4-5E28-91B5-285AA096D79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zh-CN" altLang="en-US" dirty="0"/>
            </a:br>
            <a:r>
              <a:rPr lang="en-US" altLang="zh-CN" b="1" i="0" dirty="0">
                <a:solidFill>
                  <a:srgbClr val="060607"/>
                </a:solidFill>
                <a:effectLst/>
                <a:latin typeface="-apple-system"/>
              </a:rPr>
              <a:t>MySQL</a:t>
            </a:r>
            <a:r>
              <a:rPr lang="zh-CN" altLang="en-US" b="0" i="0" dirty="0">
                <a:solidFill>
                  <a:srgbClr val="060607"/>
                </a:solidFill>
                <a:effectLst/>
                <a:latin typeface="-apple-system"/>
              </a:rPr>
              <a:t>：开源，一个广泛使用的开源关系型数据库管理系统，由甲骨文公司维护</a:t>
            </a:r>
            <a:endParaRPr lang="en-US" altLang="zh-CN" b="0" i="0" dirty="0">
              <a:solidFill>
                <a:srgbClr val="060607"/>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0" dirty="0">
                <a:solidFill>
                  <a:srgbClr val="060607"/>
                </a:solidFill>
                <a:effectLst/>
                <a:latin typeface="-apple-system"/>
              </a:rPr>
              <a:t>Oracle Database</a:t>
            </a:r>
            <a:r>
              <a:rPr lang="zh-CN" altLang="en-US" b="0" i="0" dirty="0">
                <a:solidFill>
                  <a:srgbClr val="060607"/>
                </a:solidFill>
                <a:effectLst/>
                <a:latin typeface="-apple-system"/>
              </a:rPr>
              <a:t>：甲骨文公司开发的高性能、可扩展性、强大的安全功能的关系型数据库管理系统。</a:t>
            </a:r>
            <a:endParaRPr lang="en-US" altLang="zh-CN" b="0" i="0" dirty="0">
              <a:solidFill>
                <a:srgbClr val="060607"/>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0" dirty="0">
                <a:solidFill>
                  <a:srgbClr val="060607"/>
                </a:solidFill>
                <a:effectLst/>
                <a:latin typeface="-apple-system"/>
              </a:rPr>
              <a:t>SQLite</a:t>
            </a:r>
            <a:r>
              <a:rPr lang="zh-CN" altLang="en-US" b="0" i="0" dirty="0">
                <a:solidFill>
                  <a:srgbClr val="060607"/>
                </a:solidFill>
                <a:effectLst/>
                <a:latin typeface="-apple-system"/>
              </a:rPr>
              <a:t>：开源一个轻量级的关系型数据库，常用于移动应用和桌面应用中。</a:t>
            </a:r>
            <a:endParaRPr lang="en-US" altLang="zh-CN" b="0" i="0" dirty="0">
              <a:solidFill>
                <a:srgbClr val="060607"/>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0" dirty="0">
                <a:solidFill>
                  <a:srgbClr val="060607"/>
                </a:solidFill>
                <a:effectLst/>
                <a:latin typeface="-apple-system"/>
              </a:rPr>
              <a:t>Access</a:t>
            </a:r>
            <a:r>
              <a:rPr lang="zh-CN" altLang="en-US" b="0" i="0" dirty="0">
                <a:solidFill>
                  <a:srgbClr val="060607"/>
                </a:solidFill>
                <a:effectLst/>
                <a:latin typeface="-apple-system"/>
              </a:rPr>
              <a:t>：</a:t>
            </a:r>
            <a:r>
              <a:rPr lang="en-US" altLang="zh-CN" b="0" i="0" dirty="0">
                <a:solidFill>
                  <a:srgbClr val="060607"/>
                </a:solidFill>
                <a:effectLst/>
                <a:latin typeface="-apple-system"/>
              </a:rPr>
              <a:t>Microsoft-</a:t>
            </a:r>
            <a:r>
              <a:rPr lang="zh-CN" altLang="en-US" b="0" i="0" dirty="0">
                <a:solidFill>
                  <a:srgbClr val="060607"/>
                </a:solidFill>
                <a:effectLst/>
                <a:latin typeface="-apple-system"/>
              </a:rPr>
              <a:t>不开源，是一个桌面数据库管理系统，适合于小型应用和单机操作，通常用于小型企业或个人用户。它结合了</a:t>
            </a:r>
            <a:r>
              <a:rPr lang="en-US" altLang="zh-CN" b="0" i="0" dirty="0">
                <a:solidFill>
                  <a:srgbClr val="060607"/>
                </a:solidFill>
                <a:effectLst/>
                <a:latin typeface="-apple-system"/>
              </a:rPr>
              <a:t>Microsoft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0" dirty="0">
                <a:solidFill>
                  <a:srgbClr val="060607"/>
                </a:solidFill>
                <a:effectLst/>
                <a:latin typeface="-apple-system"/>
              </a:rPr>
              <a:t>SQL Server</a:t>
            </a:r>
            <a:r>
              <a:rPr lang="zh-CN" altLang="en-US" b="0" i="0" dirty="0">
                <a:solidFill>
                  <a:srgbClr val="060607"/>
                </a:solidFill>
                <a:effectLst/>
                <a:latin typeface="-apple-system"/>
              </a:rPr>
              <a:t>：</a:t>
            </a:r>
            <a:r>
              <a:rPr lang="en-US" altLang="zh-CN" b="0" i="0" dirty="0">
                <a:solidFill>
                  <a:srgbClr val="060607"/>
                </a:solidFill>
                <a:effectLst/>
                <a:latin typeface="-apple-system"/>
              </a:rPr>
              <a:t>Microsoft-</a:t>
            </a:r>
            <a:r>
              <a:rPr lang="zh-CN" altLang="en-US" b="0" i="0" dirty="0">
                <a:solidFill>
                  <a:srgbClr val="060607"/>
                </a:solidFill>
                <a:effectLst/>
                <a:latin typeface="-apple-system"/>
              </a:rPr>
              <a:t>不开源设计用于处理大规模数据集</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dirty="0">
              <a:solidFill>
                <a:srgbClr val="060607"/>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B84D2B3B-58CD-454D-46C3-06EE8219DBD1}"/>
              </a:ext>
            </a:extLst>
          </p:cNvPr>
          <p:cNvSpPr>
            <a:spLocks noGrp="1"/>
          </p:cNvSpPr>
          <p:nvPr>
            <p:ph type="sldNum" sz="quarter" idx="5"/>
          </p:nvPr>
        </p:nvSpPr>
        <p:spPr/>
        <p:txBody>
          <a:bodyPr/>
          <a:lstStyle/>
          <a:p>
            <a:fld id="{40DD49BE-BF5F-4C11-9ED4-DFF65B4717AF}" type="slidenum">
              <a:rPr lang="zh-CN" altLang="en-US" smtClean="0"/>
              <a:t>43</a:t>
            </a:fld>
            <a:endParaRPr lang="zh-CN" altLang="en-US"/>
          </a:p>
        </p:txBody>
      </p:sp>
    </p:spTree>
    <p:extLst>
      <p:ext uri="{BB962C8B-B14F-4D97-AF65-F5344CB8AC3E}">
        <p14:creationId xmlns:p14="http://schemas.microsoft.com/office/powerpoint/2010/main" val="5365057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60B17-2884-2F04-3649-7B2DF5F976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13698B-22C7-1A26-576F-F4DAFD8C78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87D94F-79EB-608E-A978-1D6C5030A2C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dirty="0"/>
              <a:t>层次模型和网状模型采用格式化的结构，在这类结构中实体用记录型表示，而记录型抽象为图的顶点。记录型之间的联系抽象为顶点间的连接弧。树形图的数据模型为层次模型；网状图的数据模型为网状模型。</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dirty="0"/>
              <a:t>关系模型为非格式化的结构，用单一的</a:t>
            </a:r>
            <a:r>
              <a:rPr lang="zh-CN" altLang="en-US" sz="1200" dirty="0"/>
              <a:t>二维表</a:t>
            </a:r>
            <a:r>
              <a:rPr lang="zh-CN" altLang="zh-CN" sz="1200" dirty="0"/>
              <a:t>的结构表示实体及实体之间的联系。满足一定条件的二维表，称为一个关系</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F148B509-5D60-2B12-ED18-BDB3070EF371}"/>
              </a:ext>
            </a:extLst>
          </p:cNvPr>
          <p:cNvSpPr>
            <a:spLocks noGrp="1"/>
          </p:cNvSpPr>
          <p:nvPr>
            <p:ph type="sldNum" sz="quarter" idx="5"/>
          </p:nvPr>
        </p:nvSpPr>
        <p:spPr/>
        <p:txBody>
          <a:bodyPr/>
          <a:lstStyle/>
          <a:p>
            <a:fld id="{40DD49BE-BF5F-4C11-9ED4-DFF65B4717AF}" type="slidenum">
              <a:rPr lang="zh-CN" altLang="en-US" smtClean="0"/>
              <a:t>45</a:t>
            </a:fld>
            <a:endParaRPr lang="zh-CN" altLang="en-US"/>
          </a:p>
        </p:txBody>
      </p:sp>
    </p:spTree>
    <p:extLst>
      <p:ext uri="{BB962C8B-B14F-4D97-AF65-F5344CB8AC3E}">
        <p14:creationId xmlns:p14="http://schemas.microsoft.com/office/powerpoint/2010/main" val="14180600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36911-5F58-30BA-55AF-78FFECBDF6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F38CA4-048F-CBFD-2DE2-1AA5EB8131B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FA72C5-B1DA-1821-2195-EC64CA51500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800BE63C-7FA6-8C49-266F-572C256FFE2A}"/>
              </a:ext>
            </a:extLst>
          </p:cNvPr>
          <p:cNvSpPr>
            <a:spLocks noGrp="1"/>
          </p:cNvSpPr>
          <p:nvPr>
            <p:ph type="sldNum" sz="quarter" idx="5"/>
          </p:nvPr>
        </p:nvSpPr>
        <p:spPr/>
        <p:txBody>
          <a:bodyPr/>
          <a:lstStyle/>
          <a:p>
            <a:fld id="{40DD49BE-BF5F-4C11-9ED4-DFF65B4717AF}" type="slidenum">
              <a:rPr lang="zh-CN" altLang="en-US" smtClean="0"/>
              <a:t>49</a:t>
            </a:fld>
            <a:endParaRPr lang="zh-CN" altLang="en-US"/>
          </a:p>
        </p:txBody>
      </p:sp>
    </p:spTree>
    <p:extLst>
      <p:ext uri="{BB962C8B-B14F-4D97-AF65-F5344CB8AC3E}">
        <p14:creationId xmlns:p14="http://schemas.microsoft.com/office/powerpoint/2010/main" val="829923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0DD49BE-BF5F-4C11-9ED4-DFF65B4717AF}" type="slidenum">
              <a:rPr lang="zh-CN" altLang="en-US" smtClean="0"/>
              <a:pPr/>
              <a:t>50</a:t>
            </a:fld>
            <a:endParaRPr lang="zh-CN" altLang="en-US"/>
          </a:p>
        </p:txBody>
      </p:sp>
    </p:spTree>
    <p:extLst>
      <p:ext uri="{BB962C8B-B14F-4D97-AF65-F5344CB8AC3E}">
        <p14:creationId xmlns:p14="http://schemas.microsoft.com/office/powerpoint/2010/main" val="35516523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11D4A-B9A9-064C-D518-3E325D1310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A2780C-F57B-285D-87E4-DBBB6F392F7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88E671-62F2-1DC9-F064-4E8817C975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B430B197-3165-9459-25A5-B3F74B4A3D33}"/>
              </a:ext>
            </a:extLst>
          </p:cNvPr>
          <p:cNvSpPr>
            <a:spLocks noGrp="1"/>
          </p:cNvSpPr>
          <p:nvPr>
            <p:ph type="sldNum" sz="quarter" idx="5"/>
          </p:nvPr>
        </p:nvSpPr>
        <p:spPr/>
        <p:txBody>
          <a:bodyPr/>
          <a:lstStyle/>
          <a:p>
            <a:fld id="{40DD49BE-BF5F-4C11-9ED4-DFF65B4717AF}" type="slidenum">
              <a:rPr lang="zh-CN" altLang="en-US" smtClean="0"/>
              <a:t>51</a:t>
            </a:fld>
            <a:endParaRPr lang="zh-CN" altLang="en-US"/>
          </a:p>
        </p:txBody>
      </p:sp>
    </p:spTree>
    <p:extLst>
      <p:ext uri="{BB962C8B-B14F-4D97-AF65-F5344CB8AC3E}">
        <p14:creationId xmlns:p14="http://schemas.microsoft.com/office/powerpoint/2010/main" val="34829165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C3863-F4FF-E6AE-6F8A-6585524796E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92890E1-9AC1-9C47-B57F-0FF8871DE8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F071DB-E328-A3F8-75A5-9A243E9DF98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孤立点分析：识别不符合规则的数据项来识别信用卡偏离消费客户正常模式，识别是否被盗</a:t>
            </a: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购买关联：分析又买土豆又买啤酒的客户</a:t>
            </a: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聚类：引导发现分组的数据项特性将观众群体聚成</a:t>
            </a: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2</a:t>
            </a: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类，分成</a:t>
            </a: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4-10,25-40</a:t>
            </a: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岁</a:t>
            </a: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05073B"/>
                </a:solidFill>
                <a:effectLst/>
                <a:uLnTx/>
                <a:uFillTx/>
                <a:latin typeface="-apple-system"/>
                <a:ea typeface="等线" panose="02010600030101010101" pitchFamily="2" charset="-122"/>
                <a:cs typeface="+mn-cs"/>
              </a:rPr>
              <a:t>序列模式分析：识别随时间变化的行为模式，如股票市场，气候环境</a:t>
            </a: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E341E21F-2A8F-B4B3-20F7-92067FFEA42E}"/>
              </a:ext>
            </a:extLst>
          </p:cNvPr>
          <p:cNvSpPr>
            <a:spLocks noGrp="1"/>
          </p:cNvSpPr>
          <p:nvPr>
            <p:ph type="sldNum" sz="quarter" idx="5"/>
          </p:nvPr>
        </p:nvSpPr>
        <p:spPr/>
        <p:txBody>
          <a:bodyPr/>
          <a:lstStyle/>
          <a:p>
            <a:fld id="{40DD49BE-BF5F-4C11-9ED4-DFF65B4717AF}" type="slidenum">
              <a:rPr lang="zh-CN" altLang="en-US" smtClean="0"/>
              <a:t>53</a:t>
            </a:fld>
            <a:endParaRPr lang="zh-CN" altLang="en-US"/>
          </a:p>
        </p:txBody>
      </p:sp>
    </p:spTree>
    <p:extLst>
      <p:ext uri="{BB962C8B-B14F-4D97-AF65-F5344CB8AC3E}">
        <p14:creationId xmlns:p14="http://schemas.microsoft.com/office/powerpoint/2010/main" val="13377237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p:cNvSpPr>
            <a:spLocks noGrp="1"/>
          </p:cNvSpPr>
          <p:nvPr>
            <p:ph type="sldNum" sz="quarter" idx="5"/>
          </p:nvPr>
        </p:nvSpPr>
        <p:spPr/>
        <p:txBody>
          <a:bodyPr/>
          <a:lstStyle/>
          <a:p>
            <a:fld id="{40DD49BE-BF5F-4C11-9ED4-DFF65B4717AF}" type="slidenum">
              <a:rPr lang="zh-CN" altLang="en-US" smtClean="0"/>
              <a:t>54</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接口是高速部件和低速</a:t>
            </a: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IO</a:t>
            </a: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之间的缓冲，试下了主机与数据速度的缓冲</a:t>
            </a:r>
          </a:p>
        </p:txBody>
      </p:sp>
      <p:sp>
        <p:nvSpPr>
          <p:cNvPr id="4" name="灯片编号占位符 3"/>
          <p:cNvSpPr>
            <a:spLocks noGrp="1"/>
          </p:cNvSpPr>
          <p:nvPr>
            <p:ph type="sldNum" sz="quarter" idx="5"/>
          </p:nvPr>
        </p:nvSpPr>
        <p:spPr/>
        <p:txBody>
          <a:bodyPr/>
          <a:lstStyle/>
          <a:p>
            <a:fld id="{40DD49BE-BF5F-4C11-9ED4-DFF65B4717AF}" type="slidenum">
              <a:rPr lang="zh-CN" altLang="en-US" smtClean="0"/>
              <a:t>55</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‌I/O中断请求‌：当I/O设备准备就绪时，会主动向CPU发出中断请求。</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用户通过终端按键产生信号‌：例如，按下Ctrl+C会向前台进程发送SIGINT信号</a:t>
            </a: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ＤＭＡ：</a:t>
            </a:r>
            <a:r>
              <a:rPr lang="zh-CN" altLang="en-US"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sym typeface="+mn-ea"/>
              </a:rPr>
              <a:t>‌适用于大批量数据出书，光盘硬盘传输</a:t>
            </a:r>
            <a:endParaRPr lang="zh-CN" altLang="en-US"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p:cNvSpPr>
            <a:spLocks noGrp="1"/>
          </p:cNvSpPr>
          <p:nvPr>
            <p:ph type="sldNum" sz="quarter" idx="5"/>
          </p:nvPr>
        </p:nvSpPr>
        <p:spPr/>
        <p:txBody>
          <a:bodyPr/>
          <a:lstStyle/>
          <a:p>
            <a:fld id="{40DD49BE-BF5F-4C11-9ED4-DFF65B4717AF}" type="slidenum">
              <a:rPr lang="zh-CN" altLang="en-US" smtClean="0"/>
              <a:t>56</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‌I/O中断请求‌：当I/O设备准备就绪时，会主动向CPU发出中断请求。</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用户通过终端按键产生信号‌：例如，按下Ctrl+C会向前台进程发送SIGINT信号</a:t>
            </a: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ＤＭＡ：</a:t>
            </a:r>
            <a:r>
              <a:rPr lang="zh-CN" altLang="en-US"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sym typeface="+mn-ea"/>
              </a:rPr>
              <a:t>‌适用于大批量数据出书，光盘硬盘传输</a:t>
            </a:r>
            <a:endParaRPr lang="zh-CN" altLang="en-US"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p:cNvSpPr>
            <a:spLocks noGrp="1"/>
          </p:cNvSpPr>
          <p:nvPr>
            <p:ph type="sldNum" sz="quarter" idx="5"/>
          </p:nvPr>
        </p:nvSpPr>
        <p:spPr/>
        <p:txBody>
          <a:bodyPr/>
          <a:lstStyle/>
          <a:p>
            <a:fld id="{40DD49BE-BF5F-4C11-9ED4-DFF65B4717AF}" type="slidenum">
              <a:rPr lang="zh-CN" altLang="en-US" smtClean="0"/>
              <a:t>57</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p:cNvSpPr>
            <a:spLocks noGrp="1"/>
          </p:cNvSpPr>
          <p:nvPr>
            <p:ph type="sldNum" sz="quarter" idx="5"/>
          </p:nvPr>
        </p:nvSpPr>
        <p:spPr/>
        <p:txBody>
          <a:bodyPr/>
          <a:lstStyle/>
          <a:p>
            <a:fld id="{40DD49BE-BF5F-4C11-9ED4-DFF65B4717AF}" type="slidenum">
              <a:rPr lang="zh-CN" altLang="en-US" smtClean="0"/>
              <a:t>59</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44659-9D8B-D117-A5D5-5CFC1C3EAD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8769AC-ABB0-84A8-E195-5EEDBB2242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3D2D7D-B256-3F7F-A8E7-9AD0406D50C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714FD2DA-CC82-4FB9-94D6-3514A5771845}"/>
              </a:ext>
            </a:extLst>
          </p:cNvPr>
          <p:cNvSpPr>
            <a:spLocks noGrp="1"/>
          </p:cNvSpPr>
          <p:nvPr>
            <p:ph type="sldNum" sz="quarter" idx="5"/>
          </p:nvPr>
        </p:nvSpPr>
        <p:spPr/>
        <p:txBody>
          <a:bodyPr/>
          <a:lstStyle/>
          <a:p>
            <a:fld id="{40DD49BE-BF5F-4C11-9ED4-DFF65B4717AF}" type="slidenum">
              <a:rPr lang="zh-CN" altLang="en-US" smtClean="0"/>
              <a:t>60</a:t>
            </a:fld>
            <a:endParaRPr lang="zh-CN" altLang="en-US"/>
          </a:p>
        </p:txBody>
      </p:sp>
    </p:spTree>
    <p:extLst>
      <p:ext uri="{BB962C8B-B14F-4D97-AF65-F5344CB8AC3E}">
        <p14:creationId xmlns:p14="http://schemas.microsoft.com/office/powerpoint/2010/main" val="23569576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4C368-1FD1-AE3C-E2B1-1E207B3D84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C2FB8D-E68C-B8E9-39B6-4A41C51706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D00DA7-9EB6-97E7-6D9A-37BCC75CB43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AC695A5E-26F6-735B-760E-507F6695472E}"/>
              </a:ext>
            </a:extLst>
          </p:cNvPr>
          <p:cNvSpPr>
            <a:spLocks noGrp="1"/>
          </p:cNvSpPr>
          <p:nvPr>
            <p:ph type="sldNum" sz="quarter" idx="5"/>
          </p:nvPr>
        </p:nvSpPr>
        <p:spPr/>
        <p:txBody>
          <a:bodyPr/>
          <a:lstStyle/>
          <a:p>
            <a:fld id="{40DD49BE-BF5F-4C11-9ED4-DFF65B4717AF}" type="slidenum">
              <a:rPr lang="zh-CN" altLang="en-US" smtClean="0"/>
              <a:t>61</a:t>
            </a:fld>
            <a:endParaRPr lang="zh-CN" altLang="en-US"/>
          </a:p>
        </p:txBody>
      </p:sp>
    </p:spTree>
    <p:extLst>
      <p:ext uri="{BB962C8B-B14F-4D97-AF65-F5344CB8AC3E}">
        <p14:creationId xmlns:p14="http://schemas.microsoft.com/office/powerpoint/2010/main" val="38661073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6D121-01AF-ED6D-7875-8D0307FAEE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C19504-7C3D-A756-7D09-8A7735D039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147FA80-8A27-EA46-9678-F84804A59A8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i="0" dirty="0">
                <a:solidFill>
                  <a:srgbClr val="060607"/>
                </a:solidFill>
                <a:effectLst/>
                <a:latin typeface="-apple-system"/>
              </a:rPr>
              <a:t>PCI</a:t>
            </a:r>
            <a:r>
              <a:rPr lang="zh-CN" altLang="en-US" b="1" i="0" dirty="0">
                <a:solidFill>
                  <a:srgbClr val="060607"/>
                </a:solidFill>
                <a:effectLst/>
                <a:latin typeface="-apple-system"/>
              </a:rPr>
              <a:t>总线</a:t>
            </a:r>
            <a:r>
              <a:rPr lang="zh-CN" altLang="en-US" b="0" i="0" dirty="0">
                <a:solidFill>
                  <a:srgbClr val="060607"/>
                </a:solidFill>
                <a:effectLst/>
                <a:latin typeface="-apple-system"/>
              </a:rPr>
              <a:t>（</a:t>
            </a:r>
            <a:r>
              <a:rPr lang="en-US" altLang="zh-CN" b="0" i="0" dirty="0">
                <a:solidFill>
                  <a:srgbClr val="060607"/>
                </a:solidFill>
                <a:effectLst/>
                <a:latin typeface="-apple-system"/>
              </a:rPr>
              <a:t>Peripheral Component Interconnect</a:t>
            </a:r>
            <a:r>
              <a:rPr lang="zh-CN" altLang="en-US" b="0" i="0" dirty="0">
                <a:solidFill>
                  <a:srgbClr val="060607"/>
                </a:solidFill>
                <a:effectLst/>
                <a:latin typeface="-apple-system"/>
              </a:rPr>
              <a:t>）是一种高速的计算机总线标准，用于连接主板上的高速硬件设备，如显卡、网卡、声卡等。</a:t>
            </a:r>
            <a:endParaRPr lang="en-US" altLang="zh-CN" b="0" i="0" dirty="0">
              <a:solidFill>
                <a:srgbClr val="060607"/>
              </a:solidFill>
              <a:effectLst/>
              <a:latin typeface="-apple-system"/>
            </a:endParaRPr>
          </a:p>
          <a:p>
            <a:pPr algn="l">
              <a:lnSpc>
                <a:spcPts val="1800"/>
              </a:lnSpc>
            </a:pPr>
            <a:r>
              <a:rPr lang="en-US" altLang="zh-CN" b="0" i="0" dirty="0">
                <a:solidFill>
                  <a:srgbClr val="060607"/>
                </a:solidFill>
                <a:effectLst/>
                <a:latin typeface="-apple-system"/>
              </a:rPr>
              <a:t>ISA</a:t>
            </a:r>
            <a:r>
              <a:rPr lang="zh-CN" altLang="en-US" b="0" i="0" dirty="0">
                <a:solidFill>
                  <a:srgbClr val="060607"/>
                </a:solidFill>
                <a:effectLst/>
                <a:latin typeface="-apple-system"/>
              </a:rPr>
              <a:t>总线的速度相对较慢，主要用于连接一些低速设备，如键盘、鼠标、串口和并口等。随着技术的发展，</a:t>
            </a:r>
            <a:r>
              <a:rPr lang="en-US" altLang="zh-CN" b="0" i="0" dirty="0">
                <a:solidFill>
                  <a:srgbClr val="060607"/>
                </a:solidFill>
                <a:effectLst/>
                <a:latin typeface="-apple-system"/>
              </a:rPr>
              <a:t>ISA</a:t>
            </a:r>
            <a:r>
              <a:rPr lang="zh-CN" altLang="en-US" b="0" i="0" dirty="0">
                <a:solidFill>
                  <a:srgbClr val="060607"/>
                </a:solidFill>
                <a:effectLst/>
                <a:latin typeface="-apple-system"/>
              </a:rPr>
              <a:t>总线逐渐被</a:t>
            </a:r>
            <a:r>
              <a:rPr lang="en-US" altLang="zh-CN" b="0" i="0" dirty="0">
                <a:solidFill>
                  <a:srgbClr val="060607"/>
                </a:solidFill>
                <a:effectLst/>
                <a:latin typeface="-apple-system"/>
              </a:rPr>
              <a:t>PCI</a:t>
            </a:r>
            <a:r>
              <a:rPr lang="zh-CN" altLang="en-US" b="0" i="0" dirty="0">
                <a:solidFill>
                  <a:srgbClr val="060607"/>
                </a:solidFill>
                <a:effectLst/>
                <a:latin typeface="-apple-system"/>
              </a:rPr>
              <a:t>总线和其他更高速的总线技术所取代</a:t>
            </a:r>
            <a:br>
              <a:rPr lang="zh-CN" altLang="en-US" dirty="0"/>
            </a:br>
            <a:r>
              <a:rPr lang="zh-CN" altLang="en-US" b="1" i="0" dirty="0">
                <a:solidFill>
                  <a:srgbClr val="060607"/>
                </a:solidFill>
                <a:effectLst/>
                <a:latin typeface="-apple-system"/>
              </a:rPr>
              <a:t>南桥</a:t>
            </a:r>
            <a:r>
              <a:rPr lang="zh-CN" altLang="en-US" b="0" i="0" dirty="0">
                <a:solidFill>
                  <a:srgbClr val="060607"/>
                </a:solidFill>
                <a:effectLst/>
                <a:latin typeface="-apple-system"/>
              </a:rPr>
              <a:t>和</a:t>
            </a:r>
            <a:r>
              <a:rPr lang="zh-CN" altLang="en-US" b="1" i="0" dirty="0">
                <a:solidFill>
                  <a:srgbClr val="060607"/>
                </a:solidFill>
                <a:effectLst/>
                <a:latin typeface="-apple-system"/>
              </a:rPr>
              <a:t>北桥</a:t>
            </a:r>
            <a:r>
              <a:rPr lang="zh-CN" altLang="en-US" b="0" i="0" dirty="0">
                <a:solidFill>
                  <a:srgbClr val="060607"/>
                </a:solidFill>
                <a:effectLst/>
                <a:latin typeface="-apple-system"/>
              </a:rPr>
              <a:t>，它们是主板芯片组中的两个关键组件，负责处理不同类型的数据传输和设备控制。</a:t>
            </a:r>
          </a:p>
          <a:p>
            <a:pPr algn="l">
              <a:lnSpc>
                <a:spcPts val="1800"/>
              </a:lnSpc>
            </a:pPr>
            <a:r>
              <a:rPr lang="zh-CN" altLang="en-US" b="1" i="0" dirty="0">
                <a:solidFill>
                  <a:srgbClr val="060607"/>
                </a:solidFill>
                <a:effectLst/>
                <a:latin typeface="-apple-system"/>
              </a:rPr>
              <a:t>北桥芯片</a:t>
            </a:r>
            <a:r>
              <a:rPr lang="zh-CN" altLang="en-US" b="0" i="0" dirty="0">
                <a:solidFill>
                  <a:srgbClr val="060607"/>
                </a:solidFill>
                <a:effectLst/>
                <a:latin typeface="-apple-system"/>
              </a:rPr>
              <a:t>（</a:t>
            </a:r>
            <a:r>
              <a:rPr lang="en-US" altLang="zh-CN" b="0" i="0" dirty="0">
                <a:solidFill>
                  <a:srgbClr val="060607"/>
                </a:solidFill>
                <a:effectLst/>
                <a:latin typeface="-apple-system"/>
              </a:rPr>
              <a:t>North Bridge</a:t>
            </a:r>
            <a:r>
              <a:rPr lang="zh-CN" altLang="en-US" b="0" i="0" dirty="0">
                <a:solidFill>
                  <a:srgbClr val="060607"/>
                </a:solidFill>
                <a:effectLst/>
                <a:latin typeface="-apple-system"/>
              </a:rPr>
              <a:t>）是主板上负责处理高速信号的芯片，通常与</a:t>
            </a:r>
            <a:r>
              <a:rPr lang="en-US" altLang="zh-CN" b="0" i="0" dirty="0">
                <a:solidFill>
                  <a:srgbClr val="060607"/>
                </a:solidFill>
                <a:effectLst/>
                <a:latin typeface="-apple-system"/>
              </a:rPr>
              <a:t>CPU</a:t>
            </a:r>
            <a:r>
              <a:rPr lang="zh-CN" altLang="en-US" b="0" i="0" dirty="0">
                <a:solidFill>
                  <a:srgbClr val="060607"/>
                </a:solidFill>
                <a:effectLst/>
                <a:latin typeface="-apple-system"/>
              </a:rPr>
              <a:t>、内存、显卡等高速设备相连接。北桥芯片负责管理</a:t>
            </a:r>
            <a:r>
              <a:rPr lang="en-US" altLang="zh-CN" b="0" i="0" dirty="0">
                <a:solidFill>
                  <a:srgbClr val="060607"/>
                </a:solidFill>
                <a:effectLst/>
                <a:latin typeface="-apple-system"/>
              </a:rPr>
              <a:t>CPU</a:t>
            </a:r>
            <a:r>
              <a:rPr lang="zh-CN" altLang="en-US" b="0" i="0" dirty="0">
                <a:solidFill>
                  <a:srgbClr val="060607"/>
                </a:solidFill>
                <a:effectLst/>
                <a:latin typeface="-apple-system"/>
              </a:rPr>
              <a:t>与内存、显卡之间的数据交换，以及与南桥芯片之间的通信。由于北桥芯片处理的数据量很大，因此通常需要较好的散热措施。</a:t>
            </a:r>
          </a:p>
          <a:p>
            <a:pPr algn="l">
              <a:lnSpc>
                <a:spcPts val="1800"/>
              </a:lnSpc>
            </a:pPr>
            <a:r>
              <a:rPr lang="zh-CN" altLang="en-US" b="1" i="0" dirty="0">
                <a:solidFill>
                  <a:srgbClr val="060607"/>
                </a:solidFill>
                <a:effectLst/>
                <a:latin typeface="-apple-system"/>
              </a:rPr>
              <a:t>南桥芯片</a:t>
            </a:r>
            <a:r>
              <a:rPr lang="zh-CN" altLang="en-US" b="0" i="0" dirty="0">
                <a:solidFill>
                  <a:srgbClr val="060607"/>
                </a:solidFill>
                <a:effectLst/>
                <a:latin typeface="-apple-system"/>
              </a:rPr>
              <a:t>（</a:t>
            </a:r>
            <a:r>
              <a:rPr lang="en-US" altLang="zh-CN" b="0" i="0" dirty="0">
                <a:solidFill>
                  <a:srgbClr val="060607"/>
                </a:solidFill>
                <a:effectLst/>
                <a:latin typeface="-apple-system"/>
              </a:rPr>
              <a:t>South Bridge</a:t>
            </a:r>
            <a:r>
              <a:rPr lang="zh-CN" altLang="en-US" b="0" i="0" dirty="0">
                <a:solidFill>
                  <a:srgbClr val="060607"/>
                </a:solidFill>
                <a:effectLst/>
                <a:latin typeface="-apple-system"/>
              </a:rPr>
              <a:t>）则负责处理低速信号，如</a:t>
            </a:r>
            <a:r>
              <a:rPr lang="en-US" altLang="zh-CN" b="0" i="0" dirty="0">
                <a:solidFill>
                  <a:srgbClr val="060607"/>
                </a:solidFill>
                <a:effectLst/>
                <a:latin typeface="-apple-system"/>
              </a:rPr>
              <a:t>I/O</a:t>
            </a:r>
            <a:r>
              <a:rPr lang="zh-CN" altLang="en-US" b="0" i="0" dirty="0">
                <a:solidFill>
                  <a:srgbClr val="060607"/>
                </a:solidFill>
                <a:effectLst/>
                <a:latin typeface="-apple-system"/>
              </a:rPr>
              <a:t>总线之间的通信，包括</a:t>
            </a:r>
            <a:r>
              <a:rPr lang="en-US" altLang="zh-CN" b="0" i="0" dirty="0">
                <a:solidFill>
                  <a:srgbClr val="060607"/>
                </a:solidFill>
                <a:effectLst/>
                <a:latin typeface="-apple-system"/>
              </a:rPr>
              <a:t>PCI</a:t>
            </a:r>
            <a:r>
              <a:rPr lang="zh-CN" altLang="en-US" b="0" i="0" dirty="0">
                <a:solidFill>
                  <a:srgbClr val="060607"/>
                </a:solidFill>
                <a:effectLst/>
                <a:latin typeface="-apple-system"/>
              </a:rPr>
              <a:t>总线、</a:t>
            </a:r>
            <a:r>
              <a:rPr lang="en-US" altLang="zh-CN" b="0" i="0" dirty="0">
                <a:solidFill>
                  <a:srgbClr val="060607"/>
                </a:solidFill>
                <a:effectLst/>
                <a:latin typeface="-apple-system"/>
              </a:rPr>
              <a:t>USB</a:t>
            </a:r>
            <a:r>
              <a:rPr lang="zh-CN" altLang="en-US" b="0" i="0" dirty="0">
                <a:solidFill>
                  <a:srgbClr val="060607"/>
                </a:solidFill>
                <a:effectLst/>
                <a:latin typeface="-apple-system"/>
              </a:rPr>
              <a:t>、</a:t>
            </a:r>
            <a:r>
              <a:rPr lang="en-US" altLang="zh-CN" b="0" i="0" dirty="0">
                <a:solidFill>
                  <a:srgbClr val="060607"/>
                </a:solidFill>
                <a:effectLst/>
                <a:latin typeface="-apple-system"/>
              </a:rPr>
              <a:t>LAN</a:t>
            </a:r>
            <a:r>
              <a:rPr lang="zh-CN" altLang="en-US" b="0" i="0" dirty="0">
                <a:solidFill>
                  <a:srgbClr val="060607"/>
                </a:solidFill>
                <a:effectLst/>
                <a:latin typeface="-apple-system"/>
              </a:rPr>
              <a:t>、</a:t>
            </a:r>
            <a:r>
              <a:rPr lang="en-US" altLang="zh-CN" b="0" i="0" dirty="0">
                <a:solidFill>
                  <a:srgbClr val="060607"/>
                </a:solidFill>
                <a:effectLst/>
                <a:latin typeface="-apple-system"/>
              </a:rPr>
              <a:t>ATA</a:t>
            </a:r>
            <a:r>
              <a:rPr lang="zh-CN" altLang="en-US" b="0" i="0" dirty="0">
                <a:solidFill>
                  <a:srgbClr val="060607"/>
                </a:solidFill>
                <a:effectLst/>
                <a:latin typeface="-apple-system"/>
              </a:rPr>
              <a:t>、</a:t>
            </a:r>
            <a:r>
              <a:rPr lang="en-US" altLang="zh-CN" b="0" i="0" dirty="0">
                <a:solidFill>
                  <a:srgbClr val="060607"/>
                </a:solidFill>
                <a:effectLst/>
                <a:latin typeface="-apple-system"/>
              </a:rPr>
              <a:t>SATA</a:t>
            </a:r>
            <a:r>
              <a:rPr lang="zh-CN" altLang="en-US" b="0" i="0" dirty="0">
                <a:solidFill>
                  <a:srgbClr val="060607"/>
                </a:solidFill>
                <a:effectLst/>
                <a:latin typeface="-apple-system"/>
              </a:rPr>
              <a:t>、音频控制器、键盘控制器、实时时钟控制器、高级电源管理等。南桥芯片通常位于主板上离</a:t>
            </a:r>
            <a:r>
              <a:rPr lang="en-US" altLang="zh-CN" b="0" i="0" dirty="0">
                <a:solidFill>
                  <a:srgbClr val="060607"/>
                </a:solidFill>
                <a:effectLst/>
                <a:latin typeface="-apple-system"/>
              </a:rPr>
              <a:t>CPU</a:t>
            </a:r>
            <a:r>
              <a:rPr lang="zh-CN" altLang="en-US" b="0" i="0" dirty="0">
                <a:solidFill>
                  <a:srgbClr val="060607"/>
                </a:solidFill>
                <a:effectLst/>
                <a:latin typeface="-apple-system"/>
              </a:rPr>
              <a:t>插槽较远的位置，以便于连接更多的</a:t>
            </a:r>
            <a:r>
              <a:rPr lang="en-US" altLang="zh-CN" b="0" i="0" dirty="0">
                <a:solidFill>
                  <a:srgbClr val="060607"/>
                </a:solidFill>
                <a:effectLst/>
                <a:latin typeface="-apple-system"/>
              </a:rPr>
              <a:t>I/O</a:t>
            </a:r>
            <a:r>
              <a:rPr lang="zh-CN" altLang="en-US" b="0" i="0" dirty="0">
                <a:solidFill>
                  <a:srgbClr val="060607"/>
                </a:solidFill>
                <a:effectLst/>
                <a:latin typeface="-apple-system"/>
              </a:rPr>
              <a:t>设备。</a:t>
            </a:r>
          </a:p>
          <a:p>
            <a:pPr algn="l">
              <a:lnSpc>
                <a:spcPts val="1800"/>
              </a:lnSpc>
            </a:pPr>
            <a:r>
              <a:rPr lang="zh-CN" altLang="en-US" b="0" i="0" dirty="0">
                <a:solidFill>
                  <a:srgbClr val="060607"/>
                </a:solidFill>
                <a:effectLst/>
                <a:latin typeface="-apple-system"/>
              </a:rPr>
              <a:t>随着</a:t>
            </a:r>
            <a:r>
              <a:rPr lang="en-US" altLang="zh-CN" b="0" i="0" dirty="0">
                <a:solidFill>
                  <a:srgbClr val="060607"/>
                </a:solidFill>
                <a:effectLst/>
                <a:latin typeface="-apple-system"/>
              </a:rPr>
              <a:t>CPU</a:t>
            </a:r>
            <a:r>
              <a:rPr lang="zh-CN" altLang="en-US" b="0" i="0" dirty="0">
                <a:solidFill>
                  <a:srgbClr val="060607"/>
                </a:solidFill>
                <a:effectLst/>
                <a:latin typeface="-apple-system"/>
              </a:rPr>
              <a:t>集成度的提高，许多原本由北桥芯片处理的功能，如内存控制器和集成显卡，已经被集成到了</a:t>
            </a:r>
            <a:r>
              <a:rPr lang="en-US" altLang="zh-CN" b="0" i="0" dirty="0">
                <a:solidFill>
                  <a:srgbClr val="060607"/>
                </a:solidFill>
                <a:effectLst/>
                <a:latin typeface="-apple-system"/>
              </a:rPr>
              <a:t>CPU</a:t>
            </a:r>
            <a:r>
              <a:rPr lang="zh-CN" altLang="en-US" b="0" i="0" dirty="0">
                <a:solidFill>
                  <a:srgbClr val="060607"/>
                </a:solidFill>
                <a:effectLst/>
                <a:latin typeface="-apple-system"/>
              </a:rPr>
              <a:t>内部，导致北桥芯片的功能被逐渐弱化甚至消失。在一些现代的主板设计中，北桥芯片的功能已经被</a:t>
            </a:r>
            <a:r>
              <a:rPr lang="en-US" altLang="zh-CN" b="0" i="0" dirty="0">
                <a:solidFill>
                  <a:srgbClr val="060607"/>
                </a:solidFill>
                <a:effectLst/>
                <a:latin typeface="-apple-system"/>
              </a:rPr>
              <a:t>CPU</a:t>
            </a:r>
            <a:r>
              <a:rPr lang="zh-CN" altLang="en-US" b="0" i="0" dirty="0">
                <a:solidFill>
                  <a:srgbClr val="060607"/>
                </a:solidFill>
                <a:effectLst/>
                <a:latin typeface="-apple-system"/>
              </a:rPr>
              <a:t>和南桥芯片所整合。</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3EDEB885-8B01-B962-ADB9-CA4AA19B2586}"/>
              </a:ext>
            </a:extLst>
          </p:cNvPr>
          <p:cNvSpPr>
            <a:spLocks noGrp="1"/>
          </p:cNvSpPr>
          <p:nvPr>
            <p:ph type="sldNum" sz="quarter" idx="5"/>
          </p:nvPr>
        </p:nvSpPr>
        <p:spPr/>
        <p:txBody>
          <a:bodyPr/>
          <a:lstStyle/>
          <a:p>
            <a:fld id="{40DD49BE-BF5F-4C11-9ED4-DFF65B4717AF}" type="slidenum">
              <a:rPr lang="zh-CN" altLang="en-US" smtClean="0"/>
              <a:t>62</a:t>
            </a:fld>
            <a:endParaRPr lang="zh-CN" altLang="en-US"/>
          </a:p>
        </p:txBody>
      </p:sp>
    </p:spTree>
    <p:extLst>
      <p:ext uri="{BB962C8B-B14F-4D97-AF65-F5344CB8AC3E}">
        <p14:creationId xmlns:p14="http://schemas.microsoft.com/office/powerpoint/2010/main" val="42491967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39BEE-98CD-F5FC-6DC8-A3EA56648C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175987-2B24-36F7-150B-419744D0C9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C230A1-92C2-6706-250F-20D9FDECE13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42B7F157-22B9-F194-2079-E92E9C4F4F65}"/>
              </a:ext>
            </a:extLst>
          </p:cNvPr>
          <p:cNvSpPr>
            <a:spLocks noGrp="1"/>
          </p:cNvSpPr>
          <p:nvPr>
            <p:ph type="sldNum" sz="quarter" idx="5"/>
          </p:nvPr>
        </p:nvSpPr>
        <p:spPr/>
        <p:txBody>
          <a:bodyPr/>
          <a:lstStyle/>
          <a:p>
            <a:fld id="{40DD49BE-BF5F-4C11-9ED4-DFF65B4717AF}" type="slidenum">
              <a:rPr lang="zh-CN" altLang="en-US" smtClean="0"/>
              <a:t>65</a:t>
            </a:fld>
            <a:endParaRPr lang="zh-CN" altLang="en-US"/>
          </a:p>
        </p:txBody>
      </p:sp>
    </p:spTree>
    <p:extLst>
      <p:ext uri="{BB962C8B-B14F-4D97-AF65-F5344CB8AC3E}">
        <p14:creationId xmlns:p14="http://schemas.microsoft.com/office/powerpoint/2010/main" val="12713031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5807B-1A07-625C-5174-F6EA2E7241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BF9064-5358-E6B0-FFBE-08225205EB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F8B3303-60C0-D7AC-A7F7-59C8A7FFF55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B4A2F1B1-D244-5725-4ABF-10269599FBA5}"/>
              </a:ext>
            </a:extLst>
          </p:cNvPr>
          <p:cNvSpPr>
            <a:spLocks noGrp="1"/>
          </p:cNvSpPr>
          <p:nvPr>
            <p:ph type="sldNum" sz="quarter" idx="5"/>
          </p:nvPr>
        </p:nvSpPr>
        <p:spPr/>
        <p:txBody>
          <a:bodyPr/>
          <a:lstStyle/>
          <a:p>
            <a:fld id="{40DD49BE-BF5F-4C11-9ED4-DFF65B4717AF}" type="slidenum">
              <a:rPr lang="zh-CN" altLang="en-US" smtClean="0"/>
              <a:t>67</a:t>
            </a:fld>
            <a:endParaRPr lang="zh-CN" altLang="en-US"/>
          </a:p>
        </p:txBody>
      </p:sp>
    </p:spTree>
    <p:extLst>
      <p:ext uri="{BB962C8B-B14F-4D97-AF65-F5344CB8AC3E}">
        <p14:creationId xmlns:p14="http://schemas.microsoft.com/office/powerpoint/2010/main" val="25643183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B29B0-9329-76F0-1867-A7F758DFB3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C5B8C5-EAB2-9F73-5B88-DEB2714054F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C78C2D-BA61-968D-FC24-3640BFA83CC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FE2CE43F-3149-C4AF-9405-F3EA0BBCE536}"/>
              </a:ext>
            </a:extLst>
          </p:cNvPr>
          <p:cNvSpPr>
            <a:spLocks noGrp="1"/>
          </p:cNvSpPr>
          <p:nvPr>
            <p:ph type="sldNum" sz="quarter" idx="5"/>
          </p:nvPr>
        </p:nvSpPr>
        <p:spPr/>
        <p:txBody>
          <a:bodyPr/>
          <a:lstStyle/>
          <a:p>
            <a:fld id="{40DD49BE-BF5F-4C11-9ED4-DFF65B4717AF}" type="slidenum">
              <a:rPr lang="zh-CN" altLang="en-US" smtClean="0"/>
              <a:t>68</a:t>
            </a:fld>
            <a:endParaRPr lang="zh-CN" altLang="en-US"/>
          </a:p>
        </p:txBody>
      </p:sp>
    </p:spTree>
    <p:extLst>
      <p:ext uri="{BB962C8B-B14F-4D97-AF65-F5344CB8AC3E}">
        <p14:creationId xmlns:p14="http://schemas.microsoft.com/office/powerpoint/2010/main" val="60845711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04618-6930-1277-58C2-A902D8B2C2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671A9A-99FC-8516-AC6E-8D0A234B0C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7D68C5-F22D-EFA6-9A68-0155EFD916F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641409E8-D764-02B2-F916-E0D00F936EE2}"/>
              </a:ext>
            </a:extLst>
          </p:cNvPr>
          <p:cNvSpPr>
            <a:spLocks noGrp="1"/>
          </p:cNvSpPr>
          <p:nvPr>
            <p:ph type="sldNum" sz="quarter" idx="5"/>
          </p:nvPr>
        </p:nvSpPr>
        <p:spPr/>
        <p:txBody>
          <a:bodyPr/>
          <a:lstStyle/>
          <a:p>
            <a:fld id="{40DD49BE-BF5F-4C11-9ED4-DFF65B4717AF}" type="slidenum">
              <a:rPr lang="zh-CN" altLang="en-US" smtClean="0"/>
              <a:t>69</a:t>
            </a:fld>
            <a:endParaRPr lang="zh-CN" altLang="en-US"/>
          </a:p>
        </p:txBody>
      </p:sp>
    </p:spTree>
    <p:extLst>
      <p:ext uri="{BB962C8B-B14F-4D97-AF65-F5344CB8AC3E}">
        <p14:creationId xmlns:p14="http://schemas.microsoft.com/office/powerpoint/2010/main" val="42621575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93649-82F5-7B12-D5E2-88164DEF9D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2F5A039-F29B-F7A2-0C2E-2B519DAF3ED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A80734E-6E91-2A55-148F-A190A4B61B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5BA460E6-6713-C4FD-9FF5-D787911DED9F}"/>
              </a:ext>
            </a:extLst>
          </p:cNvPr>
          <p:cNvSpPr>
            <a:spLocks noGrp="1"/>
          </p:cNvSpPr>
          <p:nvPr>
            <p:ph type="sldNum" sz="quarter" idx="5"/>
          </p:nvPr>
        </p:nvSpPr>
        <p:spPr/>
        <p:txBody>
          <a:bodyPr/>
          <a:lstStyle/>
          <a:p>
            <a:fld id="{40DD49BE-BF5F-4C11-9ED4-DFF65B4717AF}" type="slidenum">
              <a:rPr lang="zh-CN" altLang="en-US" smtClean="0"/>
              <a:t>70</a:t>
            </a:fld>
            <a:endParaRPr lang="zh-CN" altLang="en-US"/>
          </a:p>
        </p:txBody>
      </p:sp>
    </p:spTree>
    <p:extLst>
      <p:ext uri="{BB962C8B-B14F-4D97-AF65-F5344CB8AC3E}">
        <p14:creationId xmlns:p14="http://schemas.microsoft.com/office/powerpoint/2010/main" val="24743932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0DD49BE-BF5F-4C11-9ED4-DFF65B4717AF}" type="slidenum">
              <a:rPr lang="zh-CN" altLang="en-US" smtClean="0"/>
              <a:pPr/>
              <a:t>71</a:t>
            </a:fld>
            <a:endParaRPr lang="zh-CN" altLang="en-US"/>
          </a:p>
        </p:txBody>
      </p:sp>
    </p:spTree>
    <p:extLst>
      <p:ext uri="{BB962C8B-B14F-4D97-AF65-F5344CB8AC3E}">
        <p14:creationId xmlns:p14="http://schemas.microsoft.com/office/powerpoint/2010/main" val="16729226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0F98E-A11C-074B-C523-BD73FBEABC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B2CDBC-B492-1D9B-1F5E-6787AD58A3C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EAA9F7-C0AD-0181-236E-2C2ABFCE581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CF6D329-3706-A593-4537-308E1BD35A5F}"/>
              </a:ext>
            </a:extLst>
          </p:cNvPr>
          <p:cNvSpPr>
            <a:spLocks noGrp="1"/>
          </p:cNvSpPr>
          <p:nvPr>
            <p:ph type="sldNum" sz="quarter" idx="5"/>
          </p:nvPr>
        </p:nvSpPr>
        <p:spPr/>
        <p:txBody>
          <a:bodyPr/>
          <a:lstStyle/>
          <a:p>
            <a:fld id="{40DD49BE-BF5F-4C11-9ED4-DFF65B4717AF}" type="slidenum">
              <a:rPr lang="zh-CN" altLang="en-US" smtClean="0"/>
              <a:pPr/>
              <a:t>72</a:t>
            </a:fld>
            <a:endParaRPr lang="zh-CN" altLang="en-US"/>
          </a:p>
        </p:txBody>
      </p:sp>
    </p:spTree>
    <p:extLst>
      <p:ext uri="{BB962C8B-B14F-4D97-AF65-F5344CB8AC3E}">
        <p14:creationId xmlns:p14="http://schemas.microsoft.com/office/powerpoint/2010/main" val="6772904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DD49BE-BF5F-4C11-9ED4-DFF65B4717A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助记符：英文缩写，字母和数字，</a:t>
            </a: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Add </a:t>
            </a: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代替</a:t>
            </a: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DD49BE-BF5F-4C11-9ED4-DFF65B4717A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6AA5D-8E86-4729-635B-EE5E5E8A046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2D461E-8979-C390-43D1-70BBFDA3943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432F74E-7700-0000-7D17-A8FB3C48FE9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998A9A79-4544-A2C9-6AC6-DC2BB172FE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DD49BE-BF5F-4C11-9ED4-DFF65B4717A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51310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DD49BE-BF5F-4C11-9ED4-DFF65B4717A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机器指令</a:t>
            </a:r>
            <a:r>
              <a:rPr lang="en-US" altLang="zh-CN" dirty="0"/>
              <a:t>2</a:t>
            </a:r>
            <a:r>
              <a:rPr lang="zh-CN" altLang="en-US" dirty="0"/>
              <a:t>字节，</a:t>
            </a:r>
            <a:r>
              <a:rPr lang="en-US" altLang="zh-CN" dirty="0"/>
              <a:t>2</a:t>
            </a:r>
            <a:r>
              <a:rPr lang="zh-CN" altLang="en-US" dirty="0"/>
              <a:t>字节，</a:t>
            </a:r>
            <a:r>
              <a:rPr lang="en-US" altLang="zh-CN" dirty="0"/>
              <a:t>3</a:t>
            </a:r>
            <a:r>
              <a:rPr lang="zh-CN" altLang="en-US" dirty="0"/>
              <a:t>字节</a:t>
            </a:r>
          </a:p>
        </p:txBody>
      </p:sp>
      <p:sp>
        <p:nvSpPr>
          <p:cNvPr id="4" name="灯片编号占位符 3"/>
          <p:cNvSpPr>
            <a:spLocks noGrp="1"/>
          </p:cNvSpPr>
          <p:nvPr>
            <p:ph type="sldNum" sz="quarter" idx="5"/>
          </p:nvPr>
        </p:nvSpPr>
        <p:spPr/>
        <p:txBody>
          <a:bodyPr/>
          <a:lstStyle/>
          <a:p>
            <a:fld id="{40DD49BE-BF5F-4C11-9ED4-DFF65B4717AF}" type="slidenum">
              <a:rPr lang="zh-CN" altLang="en-US" smtClean="0"/>
              <a:pPr/>
              <a:t>77</a:t>
            </a:fld>
            <a:endParaRPr lang="zh-CN" altLang="en-US"/>
          </a:p>
        </p:txBody>
      </p:sp>
    </p:spTree>
    <p:extLst>
      <p:ext uri="{BB962C8B-B14F-4D97-AF65-F5344CB8AC3E}">
        <p14:creationId xmlns:p14="http://schemas.microsoft.com/office/powerpoint/2010/main" val="29129603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EA9DA-2B91-A828-8681-867A00CC2C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F3B81A-4047-7997-B331-289E8914EA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C4D2F5-6029-5196-9015-67835C18628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高级语言不仅将相关机器指令合并成单条指令，并且去掉了与具体操作有关但与工作无关的细节，如使用堆栈，寄存器，使编程人员不需要太多的硬件知识</a:t>
            </a: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C56B2DA6-E542-1EF9-EF1F-6FC5E11308D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DD49BE-BF5F-4C11-9ED4-DFF65B4717A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714670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Java </a:t>
            </a:r>
            <a:r>
              <a:rPr lang="zh-CN" altLang="en-US" dirty="0"/>
              <a:t>是一种挂平台分布式语言，基于</a:t>
            </a:r>
            <a:r>
              <a:rPr lang="en-US" altLang="zh-CN" dirty="0"/>
              <a:t>C++</a:t>
            </a:r>
            <a:r>
              <a:rPr lang="zh-CN" altLang="en-US" dirty="0"/>
              <a:t>，其最大的特点一次编写，处处运行，但需要虚拟机</a:t>
            </a:r>
            <a:endParaRPr lang="en-US" altLang="zh-CN" dirty="0"/>
          </a:p>
          <a:p>
            <a:endParaRPr lang="en-US" altLang="zh-CN" dirty="0"/>
          </a:p>
          <a:p>
            <a:r>
              <a:rPr lang="zh-CN" altLang="en-US" b="0" i="0" dirty="0">
                <a:solidFill>
                  <a:srgbClr val="333333"/>
                </a:solidFill>
                <a:effectLst/>
                <a:latin typeface="PingFang SC"/>
              </a:rPr>
              <a:t>‌</a:t>
            </a:r>
            <a:r>
              <a:rPr lang="en-US" altLang="zh-CN" b="1" i="0" dirty="0">
                <a:solidFill>
                  <a:srgbClr val="333333"/>
                </a:solidFill>
                <a:effectLst/>
                <a:latin typeface="PingFang SC"/>
              </a:rPr>
              <a:t>Python</a:t>
            </a:r>
            <a:r>
              <a:rPr lang="zh-CN" altLang="en-US" b="1" i="0" dirty="0">
                <a:solidFill>
                  <a:srgbClr val="333333"/>
                </a:solidFill>
                <a:effectLst/>
                <a:latin typeface="PingFang SC"/>
              </a:rPr>
              <a:t>是基于</a:t>
            </a:r>
            <a:r>
              <a:rPr lang="en-US" altLang="zh-CN" b="1" i="0" dirty="0">
                <a:solidFill>
                  <a:srgbClr val="333333"/>
                </a:solidFill>
                <a:effectLst/>
                <a:latin typeface="PingFang SC"/>
              </a:rPr>
              <a:t>C</a:t>
            </a:r>
            <a:r>
              <a:rPr lang="zh-CN" altLang="en-US" b="1" i="0" dirty="0">
                <a:solidFill>
                  <a:srgbClr val="333333"/>
                </a:solidFill>
                <a:effectLst/>
                <a:latin typeface="PingFang SC"/>
              </a:rPr>
              <a:t>语言编写的，运行不需要虚拟机</a:t>
            </a:r>
            <a:r>
              <a:rPr lang="en-US" altLang="zh-CN" b="0" i="0" dirty="0">
                <a:solidFill>
                  <a:srgbClr val="333333"/>
                </a:solidFill>
                <a:effectLst/>
                <a:latin typeface="PingFang SC"/>
              </a:rPr>
              <a:t>Python</a:t>
            </a:r>
            <a:r>
              <a:rPr lang="zh-CN" altLang="en-US" b="0" i="0" dirty="0">
                <a:solidFill>
                  <a:srgbClr val="333333"/>
                </a:solidFill>
                <a:effectLst/>
                <a:latin typeface="PingFang SC"/>
              </a:rPr>
              <a:t>的编译器和解释器都是用</a:t>
            </a:r>
            <a:r>
              <a:rPr lang="en-US" altLang="zh-CN" b="0" i="0" dirty="0">
                <a:solidFill>
                  <a:srgbClr val="333333"/>
                </a:solidFill>
                <a:effectLst/>
                <a:latin typeface="PingFang SC"/>
              </a:rPr>
              <a:t>C</a:t>
            </a:r>
            <a:r>
              <a:rPr lang="zh-CN" altLang="en-US" b="0" i="0" dirty="0">
                <a:solidFill>
                  <a:srgbClr val="333333"/>
                </a:solidFill>
                <a:effectLst/>
                <a:latin typeface="PingFang SC"/>
              </a:rPr>
              <a:t>语言编写的，这使得</a:t>
            </a:r>
            <a:r>
              <a:rPr lang="en-US" altLang="zh-CN" b="0" i="0" dirty="0">
                <a:solidFill>
                  <a:srgbClr val="333333"/>
                </a:solidFill>
                <a:effectLst/>
                <a:latin typeface="PingFang SC"/>
              </a:rPr>
              <a:t>Python</a:t>
            </a:r>
            <a:r>
              <a:rPr lang="zh-CN" altLang="en-US" b="0" i="0" dirty="0">
                <a:solidFill>
                  <a:srgbClr val="333333"/>
                </a:solidFill>
                <a:effectLst/>
                <a:latin typeface="PingFang SC"/>
              </a:rPr>
              <a:t>程序可以直接调用</a:t>
            </a:r>
            <a:r>
              <a:rPr lang="en-US" altLang="zh-CN" b="0" i="0" dirty="0">
                <a:solidFill>
                  <a:srgbClr val="333333"/>
                </a:solidFill>
                <a:effectLst/>
                <a:latin typeface="PingFang SC"/>
              </a:rPr>
              <a:t>C</a:t>
            </a:r>
            <a:r>
              <a:rPr lang="zh-CN" altLang="en-US" b="0" i="0" dirty="0">
                <a:solidFill>
                  <a:srgbClr val="333333"/>
                </a:solidFill>
                <a:effectLst/>
                <a:latin typeface="PingFang SC"/>
              </a:rPr>
              <a:t>语言编写的代码，从而提供更高效的计算和更广泛的应用领域。‌</a:t>
            </a:r>
            <a:r>
              <a:rPr lang="en-US" altLang="zh-CN" b="0" i="0" dirty="0">
                <a:solidFill>
                  <a:srgbClr val="333333"/>
                </a:solidFill>
                <a:effectLst/>
                <a:latin typeface="PingFang SC"/>
              </a:rPr>
              <a:t>Python</a:t>
            </a:r>
            <a:r>
              <a:rPr lang="zh-CN" altLang="en-US" b="0" i="0" dirty="0">
                <a:solidFill>
                  <a:srgbClr val="333333"/>
                </a:solidFill>
                <a:effectLst/>
                <a:latin typeface="PingFang SC"/>
              </a:rPr>
              <a:t>可以直接调用</a:t>
            </a:r>
            <a:r>
              <a:rPr lang="en-US" altLang="zh-CN" b="0" i="0" dirty="0">
                <a:solidFill>
                  <a:srgbClr val="333333"/>
                </a:solidFill>
                <a:effectLst/>
                <a:latin typeface="PingFang SC"/>
              </a:rPr>
              <a:t>C</a:t>
            </a:r>
            <a:r>
              <a:rPr lang="zh-CN" altLang="en-US" b="0" i="0" dirty="0">
                <a:solidFill>
                  <a:srgbClr val="333333"/>
                </a:solidFill>
                <a:effectLst/>
                <a:latin typeface="PingFang SC"/>
              </a:rPr>
              <a:t>语言编写的函数和库</a:t>
            </a:r>
            <a:endParaRPr lang="zh-CN" altLang="en-US" dirty="0"/>
          </a:p>
        </p:txBody>
      </p:sp>
      <p:sp>
        <p:nvSpPr>
          <p:cNvPr id="4" name="灯片编号占位符 3"/>
          <p:cNvSpPr>
            <a:spLocks noGrp="1"/>
          </p:cNvSpPr>
          <p:nvPr>
            <p:ph type="sldNum" sz="quarter" idx="5"/>
          </p:nvPr>
        </p:nvSpPr>
        <p:spPr/>
        <p:txBody>
          <a:bodyPr/>
          <a:lstStyle/>
          <a:p>
            <a:fld id="{40DD49BE-BF5F-4C11-9ED4-DFF65B4717AF}" type="slidenum">
              <a:rPr lang="zh-CN" altLang="en-US" smtClean="0"/>
              <a:pPr/>
              <a:t>79</a:t>
            </a:fld>
            <a:endParaRPr lang="zh-CN" altLang="en-US"/>
          </a:p>
        </p:txBody>
      </p:sp>
    </p:spTree>
    <p:extLst>
      <p:ext uri="{BB962C8B-B14F-4D97-AF65-F5344CB8AC3E}">
        <p14:creationId xmlns:p14="http://schemas.microsoft.com/office/powerpoint/2010/main" val="4367764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4D3BC-CB83-99BD-CC30-2B1B5A51CF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436C82-D25A-C489-1681-C2D2A5FCD1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CA16D1-2BFC-B8D8-9AA7-418795C2495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5CF7EFC6-E93E-3C52-ED22-512E160D85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DD49BE-BF5F-4C11-9ED4-DFF65B4717A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2106878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编译和解释最大区别，就是是否保存中间文件，相对来讲解释器的效率比编译器效率要低</a:t>
            </a:r>
            <a:endParaRPr lang="en-US" altLang="zh-CN" dirty="0"/>
          </a:p>
          <a:p>
            <a:r>
              <a:rPr lang="zh-CN" altLang="en-US" dirty="0"/>
              <a:t>解释将源代码转成中间代码，再进行解释运行</a:t>
            </a:r>
          </a:p>
        </p:txBody>
      </p:sp>
      <p:sp>
        <p:nvSpPr>
          <p:cNvPr id="4" name="灯片编号占位符 3"/>
          <p:cNvSpPr>
            <a:spLocks noGrp="1"/>
          </p:cNvSpPr>
          <p:nvPr>
            <p:ph type="sldNum" sz="quarter" idx="5"/>
          </p:nvPr>
        </p:nvSpPr>
        <p:spPr/>
        <p:txBody>
          <a:bodyPr/>
          <a:lstStyle/>
          <a:p>
            <a:fld id="{40DD49BE-BF5F-4C11-9ED4-DFF65B4717AF}" type="slidenum">
              <a:rPr lang="zh-CN" altLang="en-US" smtClean="0"/>
              <a:pPr/>
              <a:t>82</a:t>
            </a:fld>
            <a:endParaRPr lang="zh-CN" altLang="en-US"/>
          </a:p>
        </p:txBody>
      </p:sp>
    </p:spTree>
    <p:extLst>
      <p:ext uri="{BB962C8B-B14F-4D97-AF65-F5344CB8AC3E}">
        <p14:creationId xmlns:p14="http://schemas.microsoft.com/office/powerpoint/2010/main" val="209559308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动态程序语言 </a:t>
            </a:r>
            <a:r>
              <a:rPr lang="en-US" altLang="zh-CN" dirty="0"/>
              <a:t>PHP</a:t>
            </a:r>
            <a:r>
              <a:rPr lang="zh-CN" altLang="en-US" dirty="0"/>
              <a:t>，</a:t>
            </a:r>
            <a:r>
              <a:rPr lang="en-US" altLang="zh-CN" dirty="0" err="1"/>
              <a:t>javascript</a:t>
            </a:r>
            <a:r>
              <a:rPr lang="zh-CN" altLang="en-US" dirty="0"/>
              <a:t>等使用解释</a:t>
            </a:r>
            <a:endParaRPr lang="en-US" altLang="zh-CN" dirty="0"/>
          </a:p>
          <a:p>
            <a:r>
              <a:rPr lang="zh-CN" altLang="en-US" dirty="0"/>
              <a:t>保密型，发布</a:t>
            </a:r>
            <a:r>
              <a:rPr lang="en-US" altLang="zh-CN" dirty="0"/>
              <a:t>python</a:t>
            </a:r>
            <a:r>
              <a:rPr lang="zh-CN" altLang="en-US" dirty="0"/>
              <a:t>项目实际就是发布源代码</a:t>
            </a:r>
          </a:p>
        </p:txBody>
      </p:sp>
      <p:sp>
        <p:nvSpPr>
          <p:cNvPr id="4" name="灯片编号占位符 3"/>
          <p:cNvSpPr>
            <a:spLocks noGrp="1"/>
          </p:cNvSpPr>
          <p:nvPr>
            <p:ph type="sldNum" sz="quarter" idx="5"/>
          </p:nvPr>
        </p:nvSpPr>
        <p:spPr/>
        <p:txBody>
          <a:bodyPr/>
          <a:lstStyle/>
          <a:p>
            <a:fld id="{40DD49BE-BF5F-4C11-9ED4-DFF65B4717AF}" type="slidenum">
              <a:rPr lang="zh-CN" altLang="en-US" smtClean="0"/>
              <a:pPr/>
              <a:t>83</a:t>
            </a:fld>
            <a:endParaRPr lang="zh-CN" altLang="en-US"/>
          </a:p>
        </p:txBody>
      </p:sp>
    </p:spTree>
    <p:extLst>
      <p:ext uri="{BB962C8B-B14F-4D97-AF65-F5344CB8AC3E}">
        <p14:creationId xmlns:p14="http://schemas.microsoft.com/office/powerpoint/2010/main" val="318426274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333333"/>
                </a:solidFill>
                <a:effectLst/>
                <a:latin typeface="PingFang SC"/>
              </a:rPr>
              <a:t>解释型程序比编译型程序执行慢的主要原因在于它们将源代码转换成机器代码的方式不同</a:t>
            </a:r>
            <a:r>
              <a:rPr lang="zh-CN" altLang="en-US" b="0" i="0" dirty="0">
                <a:solidFill>
                  <a:srgbClr val="333333"/>
                </a:solidFill>
                <a:effectLst/>
                <a:latin typeface="PingFang SC"/>
              </a:rPr>
              <a:t>‌。解释型语言在运行时将源代码翻译成中间代码，然后由解释器逐行解释执行这些中间代码，而编译型语言则是将源代码一次性编译成机器代码，直接由机器执行。这种不同的转换过程导致了执行速度的差异。</a:t>
            </a:r>
            <a:endParaRPr lang="en-US" altLang="zh-CN" b="0" i="0" dirty="0">
              <a:solidFill>
                <a:srgbClr val="333333"/>
              </a:solidFill>
              <a:effectLst/>
              <a:latin typeface="PingFang SC"/>
            </a:endParaRPr>
          </a:p>
          <a:p>
            <a:r>
              <a:rPr lang="en-US" altLang="zh-CN" dirty="0"/>
              <a:t>Python</a:t>
            </a:r>
            <a:r>
              <a:rPr lang="zh-CN" altLang="en-US" dirty="0"/>
              <a:t>执行效率低，但其简介和易用，能提高开发效率，且具有跨平台特性，拥有成熟完胜的生态系统，</a:t>
            </a:r>
            <a:r>
              <a:rPr lang="en-US" altLang="zh-CN" dirty="0" err="1"/>
              <a:t>pip,virtualenv</a:t>
            </a:r>
            <a:r>
              <a:rPr lang="en-US" altLang="zh-CN" dirty="0"/>
              <a:t>,</a:t>
            </a:r>
            <a:r>
              <a:rPr lang="zh-CN" altLang="en-US" dirty="0"/>
              <a:t>集成开发</a:t>
            </a:r>
            <a:r>
              <a:rPr lang="en-US" altLang="zh-CN" dirty="0" err="1"/>
              <a:t>jupyter</a:t>
            </a:r>
            <a:r>
              <a:rPr lang="en-US" altLang="zh-CN" dirty="0"/>
              <a:t>  </a:t>
            </a:r>
            <a:r>
              <a:rPr lang="en-US" altLang="zh-CN" dirty="0" err="1"/>
              <a:t>pycharm</a:t>
            </a:r>
            <a:endParaRPr lang="zh-CN" altLang="en-US" dirty="0"/>
          </a:p>
        </p:txBody>
      </p:sp>
      <p:sp>
        <p:nvSpPr>
          <p:cNvPr id="4" name="灯片编号占位符 3"/>
          <p:cNvSpPr>
            <a:spLocks noGrp="1"/>
          </p:cNvSpPr>
          <p:nvPr>
            <p:ph type="sldNum" sz="quarter" idx="5"/>
          </p:nvPr>
        </p:nvSpPr>
        <p:spPr/>
        <p:txBody>
          <a:bodyPr/>
          <a:lstStyle/>
          <a:p>
            <a:fld id="{40DD49BE-BF5F-4C11-9ED4-DFF65B4717AF}" type="slidenum">
              <a:rPr lang="zh-CN" altLang="en-US" smtClean="0"/>
              <a:pPr/>
              <a:t>84</a:t>
            </a:fld>
            <a:endParaRPr lang="zh-CN" altLang="en-US"/>
          </a:p>
        </p:txBody>
      </p:sp>
    </p:spTree>
    <p:extLst>
      <p:ext uri="{BB962C8B-B14F-4D97-AF65-F5344CB8AC3E}">
        <p14:creationId xmlns:p14="http://schemas.microsoft.com/office/powerpoint/2010/main" val="208488298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47449-17D2-C738-741D-3D0320E866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4214BF-BD63-9B7E-FD72-1B7EDBC7F6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BB2A19-F62A-CD78-729D-F47E27556FF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68DA194F-511B-E810-F8B6-6CA0708714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DD49BE-BF5F-4C11-9ED4-DFF65B4717A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5144214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2D923-BF02-D429-906F-B1B91DE37D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984CC36-D5F5-7625-7A48-B9462575146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58F5E4C-5EC1-954F-92B4-3244404EB6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E8FC933F-8B70-A8BA-9653-0E461360A1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DD49BE-BF5F-4C11-9ED4-DFF65B4717A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5586354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272A2-A4D0-A09D-111A-81C1570E2E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5D488D-E800-61D4-F3DB-1B430BA1E43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EFCC61C-8E38-78CC-D917-94FCEEAF40E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1128B4B6-2FF1-6FAB-C761-75B689DC955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DD49BE-BF5F-4C11-9ED4-DFF65B4717A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4733423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进程执行过程：就绪</a:t>
            </a:r>
            <a:r>
              <a:rPr lang="en-US" altLang="zh-CN" dirty="0"/>
              <a:t>-</a:t>
            </a:r>
            <a:r>
              <a:rPr lang="zh-CN" altLang="en-US" dirty="0"/>
              <a:t>运行</a:t>
            </a:r>
            <a:r>
              <a:rPr lang="en-US" altLang="zh-CN" dirty="0"/>
              <a:t>-</a:t>
            </a:r>
            <a:r>
              <a:rPr lang="zh-CN" altLang="en-US" dirty="0"/>
              <a:t>阻塞，三个循环进行状态，系统给每个事务创建进程，进入就绪队列，系统按照进度调度算法，如时间片轮转，优先级调度，给予待执行进程时间片（几十毫秒）和内存空间。</a:t>
            </a:r>
            <a:endParaRPr lang="en-US" altLang="zh-CN" dirty="0"/>
          </a:p>
          <a:p>
            <a:r>
              <a:rPr lang="en-US" altLang="zh-CN" dirty="0"/>
              <a:t>CPU</a:t>
            </a:r>
            <a:r>
              <a:rPr lang="zh-CN" altLang="en-US" dirty="0"/>
              <a:t>通过内部硬件中断信号来结束时间片，进程的控制权交还系统。，进程终止时，操作系统就撤销该进程，回收进程的软件（动态链接库，程序控制块），硬件资源（</a:t>
            </a:r>
            <a:r>
              <a:rPr lang="en-US" altLang="zh-CN" dirty="0"/>
              <a:t>CPU</a:t>
            </a:r>
            <a:r>
              <a:rPr lang="zh-CN" altLang="en-US" dirty="0"/>
              <a:t>，内存）</a:t>
            </a:r>
            <a:endParaRPr lang="en-US" altLang="zh-CN" dirty="0"/>
          </a:p>
          <a:p>
            <a:r>
              <a:rPr lang="en-US" altLang="zh-CN" dirty="0"/>
              <a:t>Windows</a:t>
            </a:r>
            <a:r>
              <a:rPr lang="zh-CN" altLang="en-US" dirty="0"/>
              <a:t>为跟踪进程，建了进程表即程序控制块，及时更新</a:t>
            </a:r>
          </a:p>
        </p:txBody>
      </p:sp>
      <p:sp>
        <p:nvSpPr>
          <p:cNvPr id="4" name="灯片编号占位符 3"/>
          <p:cNvSpPr>
            <a:spLocks noGrp="1"/>
          </p:cNvSpPr>
          <p:nvPr>
            <p:ph type="sldNum" sz="quarter" idx="5"/>
          </p:nvPr>
        </p:nvSpPr>
        <p:spPr/>
        <p:txBody>
          <a:bodyPr/>
          <a:lstStyle/>
          <a:p>
            <a:fld id="{40DD49BE-BF5F-4C11-9ED4-DFF65B4717AF}" type="slidenum">
              <a:rPr lang="zh-CN" altLang="en-US" smtClean="0"/>
              <a:pPr/>
              <a:t>89</a:t>
            </a:fld>
            <a:endParaRPr lang="zh-CN" altLang="en-US"/>
          </a:p>
        </p:txBody>
      </p:sp>
    </p:spTree>
    <p:extLst>
      <p:ext uri="{BB962C8B-B14F-4D97-AF65-F5344CB8AC3E}">
        <p14:creationId xmlns:p14="http://schemas.microsoft.com/office/powerpoint/2010/main" val="195481200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9FD10-BA0E-208E-2F26-8664742359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E0FB754-1990-367A-5EAC-A7FFFD0048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AD58E4-9116-E73C-9D4B-CFE2560CDFB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B9BB6E4E-0740-C424-A859-FA776AC16D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DD49BE-BF5F-4C11-9ED4-DFF65B4717A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0505124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B5AC8-88C6-5E53-C1E9-3AAC37311A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805D39-AB32-6B9F-64EA-7DE29E8481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DAD0755-E232-AD9A-078D-079887062A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中断时暂停</a:t>
            </a: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CPU</a:t>
            </a: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当前任务，转而执行另一程序，中断可以程序控制也可硬件自动完成，中断时，系统会保留现场数据，记录中断点，处理完后，返回终端店，中断也分可屏蔽和不可屏蔽（如断电，电源故障等紧急处理任务）</a:t>
            </a: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例：</a:t>
            </a: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CPU</a:t>
            </a: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输出速到高，打印机速度很低，</a:t>
            </a: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CPU</a:t>
            </a: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处于等待，效率低，中断后，</a:t>
            </a: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CPU</a:t>
            </a: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可以处理其他工作，当打印机缓冲区数据打完后发出中断，</a:t>
            </a:r>
            <a:r>
              <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CPU</a:t>
            </a:r>
            <a:r>
              <a:rPr kumimoji="0" lang="zh-CN" altLang="en-US"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rPr>
              <a:t>给予响应</a:t>
            </a: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BD4AC7F0-8ACA-50EE-7740-322F7FA349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DD49BE-BF5F-4C11-9ED4-DFF65B4717A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8347366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03167-CE76-91E3-CD06-3DF9F08631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CDF597C-5DFA-3C86-E834-3D1E4F83F0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08609F0-C586-15B1-3D5D-1D4E2EBE5C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528FA9D3-E8B5-4E85-552F-9CCA541064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DD49BE-BF5F-4C11-9ED4-DFF65B4717A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7925049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9C2EE-6D23-241C-4DF1-94355BA3D3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C0A2FE3-5A04-457F-2CE9-3D74E8A7106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8FE041-715F-3FAA-8473-CBA41839E44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189D74E4-A41A-1EDB-CCD9-447B422C45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DD49BE-BF5F-4C11-9ED4-DFF65B4717A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72101865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36EB4-618D-2DF8-B971-794D087C84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DD91B5B-FDF0-D027-4B92-501CBF8E8AA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F3A5D22-D0B6-FF79-E213-451095DB3836}"/>
              </a:ext>
            </a:extLst>
          </p:cNvPr>
          <p:cNvSpPr>
            <a:spLocks noGrp="1"/>
          </p:cNvSpPr>
          <p:nvPr>
            <p:ph type="body" idx="1"/>
          </p:nvPr>
        </p:nvSpPr>
        <p:spPr/>
        <p:txBody>
          <a:bodyPr/>
          <a:lstStyle/>
          <a:p>
            <a:r>
              <a:rPr lang="zh-CN" altLang="zh-CN" dirty="0"/>
              <a:t>文件系统要解决的问题</a:t>
            </a:r>
            <a:endParaRPr lang="en-US" altLang="zh-CN" dirty="0"/>
          </a:p>
          <a:p>
            <a:pPr lvl="1"/>
            <a:r>
              <a:rPr lang="zh-CN" altLang="zh-CN" dirty="0"/>
              <a:t>单个文件如何组织</a:t>
            </a:r>
            <a:endParaRPr lang="en-US" altLang="zh-CN" dirty="0"/>
          </a:p>
          <a:p>
            <a:pPr lvl="1"/>
            <a:r>
              <a:rPr lang="zh-CN" altLang="zh-CN" dirty="0"/>
              <a:t>多个文件即目录如何管理</a:t>
            </a:r>
            <a:endParaRPr lang="en-US" altLang="zh-CN" dirty="0"/>
          </a:p>
          <a:p>
            <a:pPr lvl="1"/>
            <a:r>
              <a:rPr lang="zh-CN" altLang="zh-CN" dirty="0"/>
              <a:t>磁盘如何存放大大小小的文件</a:t>
            </a:r>
            <a:endParaRPr lang="en-US" altLang="zh-CN" dirty="0"/>
          </a:p>
          <a:p>
            <a:pPr lvl="1"/>
            <a:r>
              <a:rPr lang="zh-CN" altLang="zh-CN" dirty="0"/>
              <a:t>如何尽可能地避免软硬件的错误。</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8F4A0410-66F5-8451-7067-D1D99B199B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DD49BE-BF5F-4C11-9ED4-DFF65B4717A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00785859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07735-8902-F1C4-DAB5-12A33FEDA5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D9AD76-93CF-4D39-8896-EACB9AE0161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09A4FA-5A74-6122-F706-7E207EBE8577}"/>
              </a:ext>
            </a:extLst>
          </p:cNvPr>
          <p:cNvSpPr>
            <a:spLocks noGrp="1"/>
          </p:cNvSpPr>
          <p:nvPr>
            <p:ph type="body" idx="1"/>
          </p:nvPr>
        </p:nvSpPr>
        <p:spPr/>
        <p:txBody>
          <a:bodyPr/>
          <a:lstStyle/>
          <a:p>
            <a:r>
              <a:rPr lang="zh-CN" altLang="zh-CN" dirty="0"/>
              <a: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A84E64A1-D312-031D-ACF3-4D87155630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DD49BE-BF5F-4C11-9ED4-DFF65B4717A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505735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266B7-9EDA-E24D-DA1D-95E33A88EF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61B0AF-5521-092F-1C0C-41CD702D456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042FF86-C43E-8434-E8A5-3EA087A6457D}"/>
              </a:ext>
            </a:extLst>
          </p:cNvPr>
          <p:cNvSpPr>
            <a:spLocks noGrp="1"/>
          </p:cNvSpPr>
          <p:nvPr>
            <p:ph type="body" idx="1"/>
          </p:nvPr>
        </p:nvSpPr>
        <p:spPr/>
        <p:txBody>
          <a:bodyPr/>
          <a:lstStyle/>
          <a:p>
            <a:r>
              <a:rPr lang="zh-CN" altLang="zh-CN" dirty="0"/>
              <a: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9B38B5B5-DF19-47D5-48DA-9806F0E975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DD49BE-BF5F-4C11-9ED4-DFF65B4717A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0425835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72B8D-C269-3586-59E6-58DB146DFA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47EE49E-1AB1-89A4-009A-74A87E533D0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97FB1B-3D78-5BE0-8C22-70F5EBE1A262}"/>
              </a:ext>
            </a:extLst>
          </p:cNvPr>
          <p:cNvSpPr>
            <a:spLocks noGrp="1"/>
          </p:cNvSpPr>
          <p:nvPr>
            <p:ph type="body" idx="1"/>
          </p:nvPr>
        </p:nvSpPr>
        <p:spPr/>
        <p:txBody>
          <a:bodyPr/>
          <a:lstStyle/>
          <a:p>
            <a:r>
              <a:rPr lang="zh-CN" altLang="zh-CN" dirty="0"/>
              <a: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5073B"/>
              </a:solidFill>
              <a:effectLst/>
              <a:uLnTx/>
              <a:uFillTx/>
              <a:latin typeface="-apple-system"/>
              <a:ea typeface="等线" panose="02010600030101010101" pitchFamily="2" charset="-122"/>
              <a:cs typeface="+mn-cs"/>
            </a:endParaRPr>
          </a:p>
        </p:txBody>
      </p:sp>
      <p:sp>
        <p:nvSpPr>
          <p:cNvPr id="4" name="灯片编号占位符 3">
            <a:extLst>
              <a:ext uri="{FF2B5EF4-FFF2-40B4-BE49-F238E27FC236}">
                <a16:creationId xmlns:a16="http://schemas.microsoft.com/office/drawing/2014/main" id="{63C328D1-D3AF-9999-604E-E1ACBC8DA1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DD49BE-BF5F-4C11-9ED4-DFF65B4717A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744424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4.png"/><Relationship Id="rId1" Type="http://schemas.openxmlformats.org/officeDocument/2006/relationships/slideMaster" Target="../slideMasters/slideMaster4.xml"/><Relationship Id="rId5" Type="http://schemas.microsoft.com/office/2007/relationships/hdphoto" Target="../media/hdphoto3.wdp"/><Relationship Id="rId4" Type="http://schemas.openxmlformats.org/officeDocument/2006/relationships/image" Target="../media/image17.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0C325A4A-BAED-4624-90D1-88F38BD6F015}" type="datetimeFigureOut">
              <a:rPr lang="zh-CN" altLang="en-US" smtClean="0"/>
              <a:pPr/>
              <a:t>2024/12/10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2718910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C325A4A-BAED-4624-90D1-88F38BD6F015}" type="datetimeFigureOut">
              <a:rPr lang="zh-CN" altLang="en-US" smtClean="0"/>
              <a:pPr/>
              <a:t>2024/12/10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645448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0C325A4A-BAED-4624-90D1-88F38BD6F015}" type="datetimeFigureOut">
              <a:rPr lang="zh-CN" altLang="en-US" smtClean="0"/>
              <a:pPr/>
              <a:t>2024/12/10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2104820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C325A4A-BAED-4624-90D1-88F38BD6F015}" type="datetimeFigureOut">
              <a:rPr lang="zh-CN" altLang="en-US" smtClean="0"/>
              <a:pPr/>
              <a:t>2024/12/10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2266609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C325A4A-BAED-4624-90D1-88F38BD6F015}" type="datetimeFigureOut">
              <a:rPr lang="zh-CN" altLang="en-US" smtClean="0"/>
              <a:pPr/>
              <a:t>2024/12/10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609120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C325A4A-BAED-4624-90D1-88F38BD6F015}" type="datetimeFigureOut">
              <a:rPr lang="zh-CN" altLang="en-US" smtClean="0"/>
              <a:pPr/>
              <a:t>2024/12/10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3320883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C325A4A-BAED-4624-90D1-88F38BD6F015}" type="datetimeFigureOut">
              <a:rPr lang="zh-CN" altLang="en-US" smtClean="0"/>
              <a:pPr/>
              <a:t>2024/12/10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3163545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C325A4A-BAED-4624-90D1-88F38BD6F015}" type="datetimeFigureOut">
              <a:rPr lang="zh-CN" altLang="en-US" smtClean="0"/>
              <a:pPr/>
              <a:t>2024/12/10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3357006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C325A4A-BAED-4624-90D1-88F38BD6F015}" type="datetimeFigureOut">
              <a:rPr lang="zh-CN" altLang="en-US" smtClean="0"/>
              <a:pPr/>
              <a:t>2024/12/10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2446005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C325A4A-BAED-4624-90D1-88F38BD6F015}" type="datetimeFigureOut">
              <a:rPr lang="zh-CN" altLang="en-US" smtClean="0"/>
              <a:pPr/>
              <a:t>2024/12/10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453850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C325A4A-BAED-4624-90D1-88F38BD6F015}" type="datetimeFigureOut">
              <a:rPr lang="zh-CN" altLang="en-US" smtClean="0"/>
              <a:pPr/>
              <a:t>2024/12/10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18329812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701734" y="21266"/>
            <a:ext cx="10111563" cy="512177"/>
          </a:xfrm>
          <a:prstGeom prst="rect">
            <a:avLst/>
          </a:prstGeom>
        </p:spPr>
        <p:txBody>
          <a:bodyPr/>
          <a:lstStyle>
            <a:lvl1pPr algn="l">
              <a:defRPr sz="2400">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82771" y="627322"/>
            <a:ext cx="11557591" cy="5996762"/>
          </a:xfrm>
        </p:spPr>
        <p:txBody>
          <a:bodyPr/>
          <a:lstStyle>
            <a:lvl1pPr marL="360000" indent="-360000">
              <a:lnSpc>
                <a:spcPct val="100000"/>
              </a:lnSpc>
              <a:spcBef>
                <a:spcPts val="50"/>
              </a:spcBef>
              <a:buClr>
                <a:srgbClr val="003399"/>
              </a:buClr>
              <a:buSzPct val="101000"/>
              <a:buFont typeface="Arial" panose="020B0604020202020204" pitchFamily="34" charset="0"/>
              <a:buChar char="•"/>
              <a:defRPr sz="280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defRPr>
            </a:lvl1pPr>
            <a:lvl2pPr marL="360000" indent="-360000">
              <a:lnSpc>
                <a:spcPct val="100000"/>
              </a:lnSpc>
              <a:spcBef>
                <a:spcPts val="50"/>
              </a:spcBef>
              <a:buFont typeface="Arial" panose="020B0604020202020204" pitchFamily="34" charset="0"/>
              <a:buChar char="•"/>
              <a:defRPr lang="zh-CN" altLang="en-US" sz="2400" kern="1200">
                <a:solidFill>
                  <a:srgbClr val="003399"/>
                </a:solidFill>
                <a:latin typeface="微软雅黑" panose="020B0503020204020204" pitchFamily="34" charset="-122"/>
                <a:ea typeface="微软雅黑" panose="020B0503020204020204" pitchFamily="34" charset="-122"/>
                <a:cs typeface="Times New Roman" panose="02020603050405020304" pitchFamily="18" charset="0"/>
              </a:defRPr>
            </a:lvl2pPr>
            <a:lvl3pPr marL="720000" marR="0" indent="-360000" algn="l" defTabSz="914400" rtl="0" eaLnBrk="1" fontAlgn="auto" latinLnBrk="0" hangingPunct="1">
              <a:lnSpc>
                <a:spcPct val="100000"/>
              </a:lnSpc>
              <a:spcBef>
                <a:spcPts val="50"/>
              </a:spcBef>
              <a:spcAft>
                <a:spcPts val="0"/>
              </a:spcAft>
              <a:buClrTx/>
              <a:buSzTx/>
              <a:buFont typeface="Arial" panose="020B0604020202020204" pitchFamily="34" charset="0"/>
              <a:buChar char="•"/>
              <a:tabLst/>
              <a:defRPr lang="en-US" altLang="zh-CN" sz="2200" smtClean="0">
                <a:solidFill>
                  <a:srgbClr val="003399"/>
                </a:solidFill>
                <a:latin typeface="微软雅黑" panose="020B0503020204020204" pitchFamily="34" charset="-122"/>
                <a:ea typeface="微软雅黑" panose="020B0503020204020204" pitchFamily="34" charset="-122"/>
              </a:defRPr>
            </a:lvl3pPr>
            <a:lvl4pPr marL="742950" indent="-285750">
              <a:buFont typeface="Arial" panose="020B0604020202020204" pitchFamily="34" charset="0"/>
              <a:buChar char="•"/>
              <a:defRPr sz="1800">
                <a:solidFill>
                  <a:srgbClr val="003399"/>
                </a:solidFill>
                <a:latin typeface="微软雅黑" panose="020B0503020204020204" pitchFamily="34" charset="-122"/>
                <a:ea typeface="微软雅黑" panose="020B0503020204020204" pitchFamily="34" charset="-122"/>
              </a:defRPr>
            </a:lvl4pPr>
            <a:lvl5pPr marL="1080000" indent="-360000">
              <a:spcBef>
                <a:spcPts val="50"/>
              </a:spcBef>
              <a:buFont typeface="Arial" panose="020B0604020202020204" pitchFamily="34" charset="0"/>
              <a:buChar char="•"/>
              <a:defRPr sz="1800">
                <a:solidFill>
                  <a:srgbClr val="003399"/>
                </a:solidFill>
                <a:latin typeface="微软雅黑" panose="020B0503020204020204" pitchFamily="34" charset="-122"/>
                <a:ea typeface="微软雅黑" panose="020B0503020204020204" pitchFamily="34" charset="-122"/>
                <a:cs typeface="Times New Roman" panose="02020603050405020304" pitchFamily="18" charset="0"/>
              </a:defRPr>
            </a:lvl5pPr>
            <a:lvl6pPr marL="720000" indent="-360000">
              <a:spcBef>
                <a:spcPts val="50"/>
              </a:spcBef>
              <a:defRPr sz="1800">
                <a:solidFill>
                  <a:srgbClr val="003399"/>
                </a:solidFill>
                <a:latin typeface="微软雅黑" panose="020B0503020204020204" pitchFamily="34" charset="-122"/>
                <a:ea typeface="微软雅黑" panose="020B0503020204020204" pitchFamily="34" charset="-122"/>
              </a:defRPr>
            </a:lvl6pPr>
          </a:lstStyle>
          <a:p>
            <a:pPr lvl="0"/>
            <a:r>
              <a:rPr lang="zh-CN" altLang="en-US"/>
              <a:t>单击此处编辑母版文本样式</a:t>
            </a:r>
          </a:p>
          <a:p>
            <a:pPr lvl="1"/>
            <a:r>
              <a:rPr lang="zh-CN" altLang="en-US"/>
              <a:t>第二级</a:t>
            </a:r>
          </a:p>
          <a:p>
            <a:pPr lvl="2"/>
            <a:r>
              <a:rPr lang="zh-CN" altLang="en-US"/>
              <a:t>第三级</a:t>
            </a:r>
            <a:endParaRPr lang="en-US" altLang="zh-CN"/>
          </a:p>
          <a:p>
            <a:pPr lvl="4"/>
            <a:r>
              <a:rPr lang="zh-CN" altLang="en-US"/>
              <a:t>第</a:t>
            </a:r>
            <a:r>
              <a:rPr lang="en-US" altLang="zh-CN"/>
              <a:t>4</a:t>
            </a:r>
            <a:r>
              <a:rPr lang="zh-CN" altLang="en-US"/>
              <a:t>级</a:t>
            </a:r>
            <a:endParaRPr lang="en-US" altLang="zh-CN"/>
          </a:p>
          <a:p>
            <a:pPr lvl="5"/>
            <a:r>
              <a:rPr lang="zh-CN" altLang="en-US"/>
              <a:t>第</a:t>
            </a:r>
            <a:r>
              <a:rPr lang="en-US" altLang="zh-CN"/>
              <a:t>5</a:t>
            </a:r>
            <a:r>
              <a:rPr lang="zh-CN" altLang="en-US"/>
              <a:t>级</a:t>
            </a:r>
            <a:endParaRPr lang="en-US" altLang="zh-CN"/>
          </a:p>
        </p:txBody>
      </p:sp>
      <p:cxnSp>
        <p:nvCxnSpPr>
          <p:cNvPr id="8" name="直接连接符 7"/>
          <p:cNvCxnSpPr/>
          <p:nvPr userDrawn="1"/>
        </p:nvCxnSpPr>
        <p:spPr>
          <a:xfrm>
            <a:off x="414670" y="552890"/>
            <a:ext cx="11536325" cy="0"/>
          </a:xfrm>
          <a:prstGeom prst="line">
            <a:avLst/>
          </a:prstGeom>
          <a:ln cmpd="thickThin"/>
        </p:spPr>
        <p:style>
          <a:lnRef idx="2">
            <a:schemeClr val="accent1"/>
          </a:lnRef>
          <a:fillRef idx="0">
            <a:schemeClr val="accent1"/>
          </a:fillRef>
          <a:effectRef idx="1">
            <a:schemeClr val="accent1"/>
          </a:effectRef>
          <a:fontRef idx="minor">
            <a:schemeClr val="tx1"/>
          </a:fontRef>
        </p:style>
      </p:cxnSp>
      <p:sp>
        <p:nvSpPr>
          <p:cNvPr id="5" name="Rectangle 7"/>
          <p:cNvSpPr txBox="1">
            <a:spLocks noChangeArrowheads="1"/>
          </p:cNvSpPr>
          <p:nvPr userDrawn="1"/>
        </p:nvSpPr>
        <p:spPr bwMode="auto">
          <a:xfrm>
            <a:off x="9898916" y="130167"/>
            <a:ext cx="2064527" cy="412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defPPr>
              <a:defRPr lang="zh-CN"/>
            </a:defPPr>
            <a:lvl1pPr marL="0" algn="r" defTabSz="914400" rtl="0" eaLnBrk="1" latinLnBrk="0" hangingPunct="1">
              <a:defRPr sz="14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0" dirty="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rPr>
              <a:t>第</a:t>
            </a:r>
            <a:fld id="{C5E79471-F8A8-4285-BECE-D9E30C77A9C8}" type="slidenum">
              <a:rPr lang="zh-CN" altLang="en-US" sz="1600" b="0" smtClean="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rPr>
              <a:pPr/>
              <a:t>‹#›</a:t>
            </a:fld>
            <a:r>
              <a:rPr lang="zh-CN" altLang="en-US" sz="1600" b="0" dirty="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rPr>
              <a:t>页 共</a:t>
            </a:r>
            <a:r>
              <a:rPr lang="en-US" altLang="zh-CN" sz="1600" b="0" dirty="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rPr>
              <a:t>152</a:t>
            </a:r>
            <a:r>
              <a:rPr lang="zh-CN" altLang="en-US" sz="1600" b="0" dirty="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rPr>
              <a:t>页</a:t>
            </a:r>
          </a:p>
        </p:txBody>
      </p:sp>
      <p:pic>
        <p:nvPicPr>
          <p:cNvPr id="4" name="图片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911687" y="73046"/>
            <a:ext cx="4401894" cy="408615"/>
          </a:xfrm>
          <a:prstGeom prst="rect">
            <a:avLst/>
          </a:prstGeom>
        </p:spPr>
      </p:pic>
    </p:spTree>
    <p:extLst>
      <p:ext uri="{BB962C8B-B14F-4D97-AF65-F5344CB8AC3E}">
        <p14:creationId xmlns:p14="http://schemas.microsoft.com/office/powerpoint/2010/main" val="1657079631"/>
      </p:ext>
    </p:extLst>
  </p:cSld>
  <p:clrMapOvr>
    <a:masterClrMapping/>
  </p:clrMapOvr>
  <mc:AlternateContent xmlns:mc="http://schemas.openxmlformats.org/markup-compatibility/2006" xmlns:p14="http://schemas.microsoft.com/office/powerpoint/2010/main">
    <mc:Choice Requires="p14">
      <p:transition spd="slow" p14:dur="2000">
        <p:split orient="vert"/>
      </p:transition>
    </mc:Choice>
    <mc:Fallback xmlns="">
      <p:transition spd="slow">
        <p:split orient="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701734" y="21266"/>
            <a:ext cx="10111563" cy="512177"/>
          </a:xfrm>
          <a:prstGeom prst="rect">
            <a:avLst/>
          </a:prstGeom>
        </p:spPr>
        <p:txBody>
          <a:bodyPr/>
          <a:lstStyle>
            <a:lvl1pPr algn="l">
              <a:defRPr sz="2400">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82771" y="627322"/>
            <a:ext cx="11557591" cy="5996762"/>
          </a:xfrm>
        </p:spPr>
        <p:txBody>
          <a:bodyPr/>
          <a:lstStyle>
            <a:lvl1pPr marL="360000" indent="-360000">
              <a:lnSpc>
                <a:spcPct val="100000"/>
              </a:lnSpc>
              <a:spcBef>
                <a:spcPts val="50"/>
              </a:spcBef>
              <a:buClr>
                <a:srgbClr val="003399"/>
              </a:buClr>
              <a:buSzPct val="101000"/>
              <a:buFont typeface="Arial" panose="020B0604020202020204" pitchFamily="34" charset="0"/>
              <a:buChar char="•"/>
              <a:defRPr sz="280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defRPr>
            </a:lvl1pPr>
            <a:lvl2pPr marL="360000" indent="-360000">
              <a:lnSpc>
                <a:spcPct val="100000"/>
              </a:lnSpc>
              <a:spcBef>
                <a:spcPts val="50"/>
              </a:spcBef>
              <a:buFont typeface="Arial" panose="020B0604020202020204" pitchFamily="34" charset="0"/>
              <a:buChar char="•"/>
              <a:defRPr sz="240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defRPr>
            </a:lvl2pPr>
            <a:lvl3pPr marL="720000" indent="-360000">
              <a:lnSpc>
                <a:spcPct val="100000"/>
              </a:lnSpc>
              <a:spcBef>
                <a:spcPts val="50"/>
              </a:spcBef>
              <a:defRPr sz="220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defRPr>
            </a:lvl3pPr>
            <a:lvl4pPr marL="1080000" indent="-360000">
              <a:spcBef>
                <a:spcPts val="50"/>
              </a:spcBef>
              <a:buFont typeface="Arial" panose="020B0604020202020204" pitchFamily="34" charset="0"/>
              <a:buChar char="•"/>
              <a:defRPr sz="1800">
                <a:solidFill>
                  <a:srgbClr val="003399"/>
                </a:solidFill>
                <a:latin typeface="微软雅黑" panose="020B0503020204020204" pitchFamily="34" charset="-122"/>
                <a:ea typeface="微软雅黑" panose="020B0503020204020204" pitchFamily="34" charset="-122"/>
              </a:defRPr>
            </a:lvl4pPr>
            <a:lvl6pPr marL="720000" indent="-360000">
              <a:spcBef>
                <a:spcPts val="50"/>
              </a:spcBef>
              <a:defRPr sz="1800">
                <a:solidFill>
                  <a:srgbClr val="003399"/>
                </a:solidFill>
                <a:latin typeface="微软雅黑" panose="020B0503020204020204" pitchFamily="34" charset="-122"/>
                <a:ea typeface="微软雅黑" panose="020B0503020204020204" pitchFamily="34" charset="-122"/>
              </a:defRPr>
            </a:lvl6pPr>
          </a:lstStyle>
          <a:p>
            <a:pPr lvl="0"/>
            <a:r>
              <a:rPr lang="zh-CN" altLang="en-US"/>
              <a:t>单击此处编辑母版文本样式</a:t>
            </a:r>
          </a:p>
          <a:p>
            <a:pPr lvl="1"/>
            <a:r>
              <a:rPr lang="zh-CN" altLang="en-US"/>
              <a:t>第二级</a:t>
            </a:r>
          </a:p>
          <a:p>
            <a:pPr lvl="2"/>
            <a:r>
              <a:rPr lang="zh-CN" altLang="en-US"/>
              <a:t>第三级</a:t>
            </a:r>
            <a:endParaRPr lang="en-US" altLang="zh-CN"/>
          </a:p>
          <a:p>
            <a:pPr lvl="3"/>
            <a:r>
              <a:rPr lang="zh-CN" altLang="en-US"/>
              <a:t>第</a:t>
            </a:r>
            <a:r>
              <a:rPr lang="en-US" altLang="zh-CN"/>
              <a:t>4</a:t>
            </a:r>
            <a:r>
              <a:rPr lang="zh-CN" altLang="en-US"/>
              <a:t>级</a:t>
            </a:r>
            <a:endParaRPr lang="en-US" altLang="zh-CN"/>
          </a:p>
          <a:p>
            <a:pPr lvl="5"/>
            <a:r>
              <a:rPr lang="zh-CN" altLang="en-US"/>
              <a:t>第</a:t>
            </a:r>
            <a:r>
              <a:rPr lang="en-US" altLang="zh-CN"/>
              <a:t>5</a:t>
            </a:r>
            <a:r>
              <a:rPr lang="zh-CN" altLang="en-US"/>
              <a:t>级</a:t>
            </a:r>
          </a:p>
        </p:txBody>
      </p:sp>
      <p:cxnSp>
        <p:nvCxnSpPr>
          <p:cNvPr id="8" name="直接连接符 7"/>
          <p:cNvCxnSpPr/>
          <p:nvPr userDrawn="1"/>
        </p:nvCxnSpPr>
        <p:spPr>
          <a:xfrm>
            <a:off x="414670" y="552890"/>
            <a:ext cx="11536325" cy="0"/>
          </a:xfrm>
          <a:prstGeom prst="line">
            <a:avLst/>
          </a:prstGeom>
          <a:ln cmpd="thickThi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9665117"/>
      </p:ext>
    </p:extLst>
  </p:cSld>
  <p:clrMapOvr>
    <a:masterClrMapping/>
  </p:clrMapOvr>
  <mc:AlternateContent xmlns:mc="http://schemas.openxmlformats.org/markup-compatibility/2006" xmlns:p14="http://schemas.microsoft.com/office/powerpoint/2010/main">
    <mc:Choice Requires="p14">
      <p:transition spd="slow" p14:dur="2000">
        <p:split orient="vert"/>
      </p:transition>
    </mc:Choice>
    <mc:Fallback xmlns="">
      <p:transition spd="slow">
        <p:split orient="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8332996"/>
      </p:ext>
    </p:extLst>
  </p:cSld>
  <p:clrMapOvr>
    <a:masterClrMapping/>
  </p:clrMapOvr>
  <mc:AlternateContent xmlns:mc="http://schemas.openxmlformats.org/markup-compatibility/2006" xmlns:p14="http://schemas.microsoft.com/office/powerpoint/2010/main">
    <mc:Choice Requires="p14">
      <p:transition spd="slow" p14:dur="2000">
        <p:split orient="vert"/>
      </p:transition>
    </mc:Choice>
    <mc:Fallback xmlns="">
      <p:transition spd="slow">
        <p:split orient="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type="title">
  <p:cSld name="标题幻灯片">
    <p:spTree>
      <p:nvGrpSpPr>
        <p:cNvPr id="1" name=""/>
        <p:cNvGrpSpPr/>
        <p:nvPr/>
      </p:nvGrpSpPr>
      <p:grpSpPr>
        <a:xfrm>
          <a:off x="0" y="0"/>
          <a:ext cx="0" cy="0"/>
          <a:chOff x="0" y="0"/>
          <a:chExt cx="0" cy="0"/>
        </a:xfrm>
      </p:grpSpPr>
      <p:sp>
        <p:nvSpPr>
          <p:cNvPr id="4" name="Rectangle 2"/>
          <p:cNvSpPr>
            <a:spLocks noChangeArrowheads="1"/>
          </p:cNvSpPr>
          <p:nvPr userDrawn="1"/>
        </p:nvSpPr>
        <p:spPr bwMode="gray">
          <a:xfrm>
            <a:off x="0" y="0"/>
            <a:ext cx="12192000" cy="1828800"/>
          </a:xfrm>
          <a:prstGeom prst="rect">
            <a:avLst/>
          </a:prstGeom>
          <a:gradFill rotWithShape="1">
            <a:gsLst>
              <a:gs pos="0">
                <a:schemeClr val="accent1"/>
              </a:gs>
              <a:gs pos="100000">
                <a:schemeClr val="accent1">
                  <a:gamma/>
                  <a:tint val="0"/>
                  <a:invGamma/>
                  <a:alpha val="0"/>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800">
              <a:solidFill>
                <a:srgbClr val="080808"/>
              </a:solidFill>
            </a:endParaRPr>
          </a:p>
        </p:txBody>
      </p:sp>
      <p:grpSp>
        <p:nvGrpSpPr>
          <p:cNvPr id="5" name="Group 3"/>
          <p:cNvGrpSpPr>
            <a:grpSpLocks/>
          </p:cNvGrpSpPr>
          <p:nvPr userDrawn="1"/>
        </p:nvGrpSpPr>
        <p:grpSpPr bwMode="auto">
          <a:xfrm>
            <a:off x="203200" y="381000"/>
            <a:ext cx="9118600" cy="3365500"/>
            <a:chOff x="664" y="1951"/>
            <a:chExt cx="4308" cy="2120"/>
          </a:xfrm>
        </p:grpSpPr>
        <p:sp>
          <p:nvSpPr>
            <p:cNvPr id="6" name="Freeform 4"/>
            <p:cNvSpPr>
              <a:spLocks/>
            </p:cNvSpPr>
            <p:nvPr/>
          </p:nvSpPr>
          <p:spPr bwMode="invGray">
            <a:xfrm>
              <a:off x="743" y="2045"/>
              <a:ext cx="1267" cy="1938"/>
            </a:xfrm>
            <a:custGeom>
              <a:avLst/>
              <a:gdLst>
                <a:gd name="T0" fmla="*/ 16 w 1692"/>
                <a:gd name="T1" fmla="*/ 34 h 2586"/>
                <a:gd name="T2" fmla="*/ 43 w 1692"/>
                <a:gd name="T3" fmla="*/ 28 h 2586"/>
                <a:gd name="T4" fmla="*/ 57 w 1692"/>
                <a:gd name="T5" fmla="*/ 32 h 2586"/>
                <a:gd name="T6" fmla="*/ 55 w 1692"/>
                <a:gd name="T7" fmla="*/ 59 h 2586"/>
                <a:gd name="T8" fmla="*/ 36 w 1692"/>
                <a:gd name="T9" fmla="*/ 77 h 2586"/>
                <a:gd name="T10" fmla="*/ 28 w 1692"/>
                <a:gd name="T11" fmla="*/ 95 h 2586"/>
                <a:gd name="T12" fmla="*/ 37 w 1692"/>
                <a:gd name="T13" fmla="*/ 128 h 2586"/>
                <a:gd name="T14" fmla="*/ 42 w 1692"/>
                <a:gd name="T15" fmla="*/ 127 h 2586"/>
                <a:gd name="T16" fmla="*/ 43 w 1692"/>
                <a:gd name="T17" fmla="*/ 120 h 2586"/>
                <a:gd name="T18" fmla="*/ 64 w 1692"/>
                <a:gd name="T19" fmla="*/ 154 h 2586"/>
                <a:gd name="T20" fmla="*/ 86 w 1692"/>
                <a:gd name="T21" fmla="*/ 159 h 2586"/>
                <a:gd name="T22" fmla="*/ 105 w 1692"/>
                <a:gd name="T23" fmla="*/ 179 h 2586"/>
                <a:gd name="T24" fmla="*/ 113 w 1692"/>
                <a:gd name="T25" fmla="*/ 189 h 2586"/>
                <a:gd name="T26" fmla="*/ 102 w 1692"/>
                <a:gd name="T27" fmla="*/ 214 h 2586"/>
                <a:gd name="T28" fmla="*/ 121 w 1692"/>
                <a:gd name="T29" fmla="*/ 236 h 2586"/>
                <a:gd name="T30" fmla="*/ 136 w 1692"/>
                <a:gd name="T31" fmla="*/ 268 h 2586"/>
                <a:gd name="T32" fmla="*/ 145 w 1692"/>
                <a:gd name="T33" fmla="*/ 307 h 2586"/>
                <a:gd name="T34" fmla="*/ 157 w 1692"/>
                <a:gd name="T35" fmla="*/ 337 h 2586"/>
                <a:gd name="T36" fmla="*/ 168 w 1692"/>
                <a:gd name="T37" fmla="*/ 335 h 2586"/>
                <a:gd name="T38" fmla="*/ 165 w 1692"/>
                <a:gd name="T39" fmla="*/ 318 h 2586"/>
                <a:gd name="T40" fmla="*/ 170 w 1692"/>
                <a:gd name="T41" fmla="*/ 306 h 2586"/>
                <a:gd name="T42" fmla="*/ 180 w 1692"/>
                <a:gd name="T43" fmla="*/ 296 h 2586"/>
                <a:gd name="T44" fmla="*/ 191 w 1692"/>
                <a:gd name="T45" fmla="*/ 276 h 2586"/>
                <a:gd name="T46" fmla="*/ 207 w 1692"/>
                <a:gd name="T47" fmla="*/ 259 h 2586"/>
                <a:gd name="T48" fmla="*/ 214 w 1692"/>
                <a:gd name="T49" fmla="*/ 232 h 2586"/>
                <a:gd name="T50" fmla="*/ 204 w 1692"/>
                <a:gd name="T51" fmla="*/ 204 h 2586"/>
                <a:gd name="T52" fmla="*/ 181 w 1692"/>
                <a:gd name="T53" fmla="*/ 187 h 2586"/>
                <a:gd name="T54" fmla="*/ 146 w 1692"/>
                <a:gd name="T55" fmla="*/ 170 h 2586"/>
                <a:gd name="T56" fmla="*/ 128 w 1692"/>
                <a:gd name="T57" fmla="*/ 167 h 2586"/>
                <a:gd name="T58" fmla="*/ 119 w 1692"/>
                <a:gd name="T59" fmla="*/ 169 h 2586"/>
                <a:gd name="T60" fmla="*/ 105 w 1692"/>
                <a:gd name="T61" fmla="*/ 174 h 2586"/>
                <a:gd name="T62" fmla="*/ 100 w 1692"/>
                <a:gd name="T63" fmla="*/ 156 h 2586"/>
                <a:gd name="T64" fmla="*/ 97 w 1692"/>
                <a:gd name="T65" fmla="*/ 141 h 2586"/>
                <a:gd name="T66" fmla="*/ 83 w 1692"/>
                <a:gd name="T67" fmla="*/ 147 h 2586"/>
                <a:gd name="T68" fmla="*/ 75 w 1692"/>
                <a:gd name="T69" fmla="*/ 127 h 2586"/>
                <a:gd name="T70" fmla="*/ 97 w 1692"/>
                <a:gd name="T71" fmla="*/ 121 h 2586"/>
                <a:gd name="T72" fmla="*/ 111 w 1692"/>
                <a:gd name="T73" fmla="*/ 120 h 2586"/>
                <a:gd name="T74" fmla="*/ 118 w 1692"/>
                <a:gd name="T75" fmla="*/ 119 h 2586"/>
                <a:gd name="T76" fmla="*/ 139 w 1692"/>
                <a:gd name="T77" fmla="*/ 100 h 2586"/>
                <a:gd name="T78" fmla="*/ 157 w 1692"/>
                <a:gd name="T79" fmla="*/ 90 h 2586"/>
                <a:gd name="T80" fmla="*/ 168 w 1692"/>
                <a:gd name="T81" fmla="*/ 85 h 2586"/>
                <a:gd name="T82" fmla="*/ 177 w 1692"/>
                <a:gd name="T83" fmla="*/ 71 h 2586"/>
                <a:gd name="T84" fmla="*/ 170 w 1692"/>
                <a:gd name="T85" fmla="*/ 68 h 2586"/>
                <a:gd name="T86" fmla="*/ 201 w 1692"/>
                <a:gd name="T87" fmla="*/ 61 h 2586"/>
                <a:gd name="T88" fmla="*/ 186 w 1692"/>
                <a:gd name="T89" fmla="*/ 46 h 2586"/>
                <a:gd name="T90" fmla="*/ 175 w 1692"/>
                <a:gd name="T91" fmla="*/ 34 h 2586"/>
                <a:gd name="T92" fmla="*/ 162 w 1692"/>
                <a:gd name="T93" fmla="*/ 48 h 2586"/>
                <a:gd name="T94" fmla="*/ 146 w 1692"/>
                <a:gd name="T95" fmla="*/ 59 h 2586"/>
                <a:gd name="T96" fmla="*/ 135 w 1692"/>
                <a:gd name="T97" fmla="*/ 40 h 2586"/>
                <a:gd name="T98" fmla="*/ 159 w 1692"/>
                <a:gd name="T99" fmla="*/ 32 h 2586"/>
                <a:gd name="T100" fmla="*/ 167 w 1692"/>
                <a:gd name="T101" fmla="*/ 25 h 2586"/>
                <a:gd name="T102" fmla="*/ 175 w 1692"/>
                <a:gd name="T103" fmla="*/ 23 h 2586"/>
                <a:gd name="T104" fmla="*/ 170 w 1692"/>
                <a:gd name="T105" fmla="*/ 19 h 2586"/>
                <a:gd name="T106" fmla="*/ 166 w 1692"/>
                <a:gd name="T107" fmla="*/ 16 h 2586"/>
                <a:gd name="T108" fmla="*/ 159 w 1692"/>
                <a:gd name="T109" fmla="*/ 13 h 2586"/>
                <a:gd name="T110" fmla="*/ 146 w 1692"/>
                <a:gd name="T111" fmla="*/ 18 h 2586"/>
                <a:gd name="T112" fmla="*/ 125 w 1692"/>
                <a:gd name="T113" fmla="*/ 16 h 2586"/>
                <a:gd name="T114" fmla="*/ 73 w 1692"/>
                <a:gd name="T115" fmla="*/ 0 h 2586"/>
                <a:gd name="T116" fmla="*/ 46 w 1692"/>
                <a:gd name="T117" fmla="*/ 4 h 2586"/>
                <a:gd name="T118" fmla="*/ 38 w 1692"/>
                <a:gd name="T119" fmla="*/ 13 h 2586"/>
                <a:gd name="T120" fmla="*/ 16 w 1692"/>
                <a:gd name="T121" fmla="*/ 23 h 2586"/>
                <a:gd name="T122" fmla="*/ 16 w 1692"/>
                <a:gd name="T123" fmla="*/ 28 h 2586"/>
                <a:gd name="T124" fmla="*/ 1 w 1692"/>
                <a:gd name="T125" fmla="*/ 33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 name="Freeform 5"/>
            <p:cNvSpPr>
              <a:spLocks/>
            </p:cNvSpPr>
            <p:nvPr/>
          </p:nvSpPr>
          <p:spPr bwMode="invGray">
            <a:xfrm>
              <a:off x="703" y="2230"/>
              <a:ext cx="34" cy="28"/>
            </a:xfrm>
            <a:custGeom>
              <a:avLst/>
              <a:gdLst>
                <a:gd name="T0" fmla="*/ 2 w 46"/>
                <a:gd name="T1" fmla="*/ 1 h 38"/>
                <a:gd name="T2" fmla="*/ 0 w 46"/>
                <a:gd name="T3" fmla="*/ 3 h 38"/>
                <a:gd name="T4" fmla="*/ 3 w 46"/>
                <a:gd name="T5" fmla="*/ 4 h 38"/>
                <a:gd name="T6" fmla="*/ 5 w 46"/>
                <a:gd name="T7" fmla="*/ 3 h 38"/>
                <a:gd name="T8" fmla="*/ 4 w 46"/>
                <a:gd name="T9" fmla="*/ 0 h 38"/>
                <a:gd name="T10" fmla="*/ 2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 name="Freeform 6"/>
            <p:cNvSpPr>
              <a:spLocks/>
            </p:cNvSpPr>
            <p:nvPr/>
          </p:nvSpPr>
          <p:spPr bwMode="invGray">
            <a:xfrm>
              <a:off x="1010" y="2353"/>
              <a:ext cx="39" cy="32"/>
            </a:xfrm>
            <a:custGeom>
              <a:avLst/>
              <a:gdLst>
                <a:gd name="T0" fmla="*/ 2 w 52"/>
                <a:gd name="T1" fmla="*/ 0 h 44"/>
                <a:gd name="T2" fmla="*/ 4 w 52"/>
                <a:gd name="T3" fmla="*/ 5 h 44"/>
                <a:gd name="T4" fmla="*/ 6 w 52"/>
                <a:gd name="T5" fmla="*/ 5 h 44"/>
                <a:gd name="T6" fmla="*/ 6 w 52"/>
                <a:gd name="T7" fmla="*/ 2 h 44"/>
                <a:gd name="T8" fmla="*/ 4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 name="Freeform 7"/>
            <p:cNvSpPr>
              <a:spLocks/>
            </p:cNvSpPr>
            <p:nvPr/>
          </p:nvSpPr>
          <p:spPr bwMode="invGray">
            <a:xfrm>
              <a:off x="1792" y="2409"/>
              <a:ext cx="98" cy="74"/>
            </a:xfrm>
            <a:custGeom>
              <a:avLst/>
              <a:gdLst>
                <a:gd name="T0" fmla="*/ 13 w 131"/>
                <a:gd name="T1" fmla="*/ 0 h 98"/>
                <a:gd name="T2" fmla="*/ 10 w 131"/>
                <a:gd name="T3" fmla="*/ 2 h 98"/>
                <a:gd name="T4" fmla="*/ 7 w 131"/>
                <a:gd name="T5" fmla="*/ 4 h 98"/>
                <a:gd name="T6" fmla="*/ 5 w 131"/>
                <a:gd name="T7" fmla="*/ 6 h 98"/>
                <a:gd name="T8" fmla="*/ 3 w 131"/>
                <a:gd name="T9" fmla="*/ 8 h 98"/>
                <a:gd name="T10" fmla="*/ 7 w 131"/>
                <a:gd name="T11" fmla="*/ 11 h 98"/>
                <a:gd name="T12" fmla="*/ 10 w 131"/>
                <a:gd name="T13" fmla="*/ 13 h 98"/>
                <a:gd name="T14" fmla="*/ 11 w 131"/>
                <a:gd name="T15" fmla="*/ 13 h 98"/>
                <a:gd name="T16" fmla="*/ 12 w 131"/>
                <a:gd name="T17" fmla="*/ 12 h 98"/>
                <a:gd name="T18" fmla="*/ 13 w 131"/>
                <a:gd name="T19" fmla="*/ 14 h 98"/>
                <a:gd name="T20" fmla="*/ 16 w 131"/>
                <a:gd name="T21" fmla="*/ 12 h 98"/>
                <a:gd name="T22" fmla="*/ 17 w 131"/>
                <a:gd name="T23" fmla="*/ 11 h 98"/>
                <a:gd name="T24" fmla="*/ 13 w 131"/>
                <a:gd name="T25" fmla="*/ 6 h 98"/>
                <a:gd name="T26" fmla="*/ 15 w 131"/>
                <a:gd name="T27" fmla="*/ 4 h 98"/>
                <a:gd name="T28" fmla="*/ 14 w 131"/>
                <a:gd name="T29" fmla="*/ 2 h 98"/>
                <a:gd name="T30" fmla="*/ 13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 name="Freeform 8"/>
            <p:cNvSpPr>
              <a:spLocks/>
            </p:cNvSpPr>
            <p:nvPr/>
          </p:nvSpPr>
          <p:spPr bwMode="invGray">
            <a:xfrm>
              <a:off x="1318" y="2793"/>
              <a:ext cx="158" cy="84"/>
            </a:xfrm>
            <a:custGeom>
              <a:avLst/>
              <a:gdLst>
                <a:gd name="T0" fmla="*/ 5 w 212"/>
                <a:gd name="T1" fmla="*/ 2 h 112"/>
                <a:gd name="T2" fmla="*/ 2 w 212"/>
                <a:gd name="T3" fmla="*/ 2 h 112"/>
                <a:gd name="T4" fmla="*/ 1 w 212"/>
                <a:gd name="T5" fmla="*/ 2 h 112"/>
                <a:gd name="T6" fmla="*/ 3 w 212"/>
                <a:gd name="T7" fmla="*/ 8 h 112"/>
                <a:gd name="T8" fmla="*/ 7 w 212"/>
                <a:gd name="T9" fmla="*/ 6 h 112"/>
                <a:gd name="T10" fmla="*/ 12 w 212"/>
                <a:gd name="T11" fmla="*/ 8 h 112"/>
                <a:gd name="T12" fmla="*/ 14 w 212"/>
                <a:gd name="T13" fmla="*/ 8 h 112"/>
                <a:gd name="T14" fmla="*/ 17 w 212"/>
                <a:gd name="T15" fmla="*/ 13 h 112"/>
                <a:gd name="T16" fmla="*/ 18 w 212"/>
                <a:gd name="T17" fmla="*/ 15 h 112"/>
                <a:gd name="T18" fmla="*/ 20 w 212"/>
                <a:gd name="T19" fmla="*/ 14 h 112"/>
                <a:gd name="T20" fmla="*/ 22 w 212"/>
                <a:gd name="T21" fmla="*/ 13 h 112"/>
                <a:gd name="T22" fmla="*/ 24 w 212"/>
                <a:gd name="T23" fmla="*/ 14 h 112"/>
                <a:gd name="T24" fmla="*/ 25 w 212"/>
                <a:gd name="T25" fmla="*/ 11 h 112"/>
                <a:gd name="T26" fmla="*/ 19 w 212"/>
                <a:gd name="T27" fmla="*/ 8 h 112"/>
                <a:gd name="T28" fmla="*/ 13 w 212"/>
                <a:gd name="T29" fmla="*/ 3 h 112"/>
                <a:gd name="T30" fmla="*/ 7 w 212"/>
                <a:gd name="T31" fmla="*/ 4 h 112"/>
                <a:gd name="T32" fmla="*/ 5 w 212"/>
                <a:gd name="T33" fmla="*/ 2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1" name="Freeform 9"/>
            <p:cNvSpPr>
              <a:spLocks/>
            </p:cNvSpPr>
            <p:nvPr/>
          </p:nvSpPr>
          <p:spPr bwMode="invGray">
            <a:xfrm>
              <a:off x="1448" y="2857"/>
              <a:ext cx="99" cy="41"/>
            </a:xfrm>
            <a:custGeom>
              <a:avLst/>
              <a:gdLst>
                <a:gd name="T0" fmla="*/ 7 w 133"/>
                <a:gd name="T1" fmla="*/ 0 h 54"/>
                <a:gd name="T2" fmla="*/ 5 w 133"/>
                <a:gd name="T3" fmla="*/ 2 h 54"/>
                <a:gd name="T4" fmla="*/ 4 w 133"/>
                <a:gd name="T5" fmla="*/ 5 h 54"/>
                <a:gd name="T6" fmla="*/ 1 w 133"/>
                <a:gd name="T7" fmla="*/ 5 h 54"/>
                <a:gd name="T8" fmla="*/ 1 w 133"/>
                <a:gd name="T9" fmla="*/ 6 h 54"/>
                <a:gd name="T10" fmla="*/ 1 w 133"/>
                <a:gd name="T11" fmla="*/ 8 h 54"/>
                <a:gd name="T12" fmla="*/ 17 w 133"/>
                <a:gd name="T13" fmla="*/ 5 h 54"/>
                <a:gd name="T14" fmla="*/ 16 w 133"/>
                <a:gd name="T15" fmla="*/ 2 h 54"/>
                <a:gd name="T16" fmla="*/ 13 w 133"/>
                <a:gd name="T17" fmla="*/ 2 h 54"/>
                <a:gd name="T18" fmla="*/ 13 w 133"/>
                <a:gd name="T19" fmla="*/ 4 h 54"/>
                <a:gd name="T20" fmla="*/ 11 w 133"/>
                <a:gd name="T21" fmla="*/ 3 h 54"/>
                <a:gd name="T22" fmla="*/ 9 w 133"/>
                <a:gd name="T23" fmla="*/ 2 h 54"/>
                <a:gd name="T24" fmla="*/ 7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2" name="Freeform 10"/>
            <p:cNvSpPr>
              <a:spLocks/>
            </p:cNvSpPr>
            <p:nvPr/>
          </p:nvSpPr>
          <p:spPr bwMode="invGray">
            <a:xfrm>
              <a:off x="1553" y="2883"/>
              <a:ext cx="38" cy="18"/>
            </a:xfrm>
            <a:custGeom>
              <a:avLst/>
              <a:gdLst>
                <a:gd name="T0" fmla="*/ 1 w 51"/>
                <a:gd name="T1" fmla="*/ 0 h 24"/>
                <a:gd name="T2" fmla="*/ 1 w 51"/>
                <a:gd name="T3" fmla="*/ 3 h 24"/>
                <a:gd name="T4" fmla="*/ 3 w 51"/>
                <a:gd name="T5" fmla="*/ 4 h 24"/>
                <a:gd name="T6" fmla="*/ 4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3" name="Freeform 11"/>
            <p:cNvSpPr>
              <a:spLocks/>
            </p:cNvSpPr>
            <p:nvPr/>
          </p:nvSpPr>
          <p:spPr bwMode="invGray">
            <a:xfrm>
              <a:off x="1609" y="2886"/>
              <a:ext cx="12" cy="25"/>
            </a:xfrm>
            <a:custGeom>
              <a:avLst/>
              <a:gdLst>
                <a:gd name="T0" fmla="*/ 2 w 16"/>
                <a:gd name="T1" fmla="*/ 0 h 34"/>
                <a:gd name="T2" fmla="*/ 0 w 16"/>
                <a:gd name="T3" fmla="*/ 1 h 34"/>
                <a:gd name="T4" fmla="*/ 2 w 16"/>
                <a:gd name="T5" fmla="*/ 4 h 34"/>
                <a:gd name="T6" fmla="*/ 2 w 16"/>
                <a:gd name="T7" fmla="*/ 2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4" name="Freeform 12"/>
            <p:cNvSpPr>
              <a:spLocks/>
            </p:cNvSpPr>
            <p:nvPr/>
          </p:nvSpPr>
          <p:spPr bwMode="invGray">
            <a:xfrm>
              <a:off x="1426" y="2040"/>
              <a:ext cx="180" cy="88"/>
            </a:xfrm>
            <a:custGeom>
              <a:avLst/>
              <a:gdLst>
                <a:gd name="T0" fmla="*/ 8 w 240"/>
                <a:gd name="T1" fmla="*/ 1 h 117"/>
                <a:gd name="T2" fmla="*/ 4 w 240"/>
                <a:gd name="T3" fmla="*/ 5 h 117"/>
                <a:gd name="T4" fmla="*/ 2 w 240"/>
                <a:gd name="T5" fmla="*/ 5 h 117"/>
                <a:gd name="T6" fmla="*/ 0 w 240"/>
                <a:gd name="T7" fmla="*/ 6 h 117"/>
                <a:gd name="T8" fmla="*/ 4 w 240"/>
                <a:gd name="T9" fmla="*/ 8 h 117"/>
                <a:gd name="T10" fmla="*/ 6 w 240"/>
                <a:gd name="T11" fmla="*/ 8 h 117"/>
                <a:gd name="T12" fmla="*/ 10 w 240"/>
                <a:gd name="T13" fmla="*/ 6 h 117"/>
                <a:gd name="T14" fmla="*/ 11 w 240"/>
                <a:gd name="T15" fmla="*/ 6 h 117"/>
                <a:gd name="T16" fmla="*/ 11 w 240"/>
                <a:gd name="T17" fmla="*/ 8 h 117"/>
                <a:gd name="T18" fmla="*/ 8 w 240"/>
                <a:gd name="T19" fmla="*/ 8 h 117"/>
                <a:gd name="T20" fmla="*/ 10 w 240"/>
                <a:gd name="T21" fmla="*/ 10 h 117"/>
                <a:gd name="T22" fmla="*/ 6 w 240"/>
                <a:gd name="T23" fmla="*/ 12 h 117"/>
                <a:gd name="T24" fmla="*/ 10 w 240"/>
                <a:gd name="T25" fmla="*/ 15 h 117"/>
                <a:gd name="T26" fmla="*/ 11 w 240"/>
                <a:gd name="T27" fmla="*/ 15 h 117"/>
                <a:gd name="T28" fmla="*/ 17 w 240"/>
                <a:gd name="T29" fmla="*/ 14 h 117"/>
                <a:gd name="T30" fmla="*/ 20 w 240"/>
                <a:gd name="T31" fmla="*/ 14 h 117"/>
                <a:gd name="T32" fmla="*/ 23 w 240"/>
                <a:gd name="T33" fmla="*/ 17 h 117"/>
                <a:gd name="T34" fmla="*/ 28 w 240"/>
                <a:gd name="T35" fmla="*/ 15 h 117"/>
                <a:gd name="T36" fmla="*/ 30 w 240"/>
                <a:gd name="T37" fmla="*/ 14 h 117"/>
                <a:gd name="T38" fmla="*/ 30 w 240"/>
                <a:gd name="T39" fmla="*/ 11 h 117"/>
                <a:gd name="T40" fmla="*/ 32 w 240"/>
                <a:gd name="T41" fmla="*/ 10 h 117"/>
                <a:gd name="T42" fmla="*/ 32 w 240"/>
                <a:gd name="T43" fmla="*/ 6 h 117"/>
                <a:gd name="T44" fmla="*/ 29 w 240"/>
                <a:gd name="T45" fmla="*/ 8 h 117"/>
                <a:gd name="T46" fmla="*/ 27 w 240"/>
                <a:gd name="T47" fmla="*/ 6 h 117"/>
                <a:gd name="T48" fmla="*/ 23 w 240"/>
                <a:gd name="T49" fmla="*/ 6 h 117"/>
                <a:gd name="T50" fmla="*/ 18 w 240"/>
                <a:gd name="T51" fmla="*/ 2 h 117"/>
                <a:gd name="T52" fmla="*/ 13 w 240"/>
                <a:gd name="T53" fmla="*/ 2 h 117"/>
                <a:gd name="T54" fmla="*/ 11 w 240"/>
                <a:gd name="T55" fmla="*/ 1 h 117"/>
                <a:gd name="T56" fmla="*/ 8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5" name="Freeform 13"/>
            <p:cNvSpPr>
              <a:spLocks/>
            </p:cNvSpPr>
            <p:nvPr/>
          </p:nvSpPr>
          <p:spPr bwMode="invGray">
            <a:xfrm>
              <a:off x="1506" y="1999"/>
              <a:ext cx="146" cy="60"/>
            </a:xfrm>
            <a:custGeom>
              <a:avLst/>
              <a:gdLst>
                <a:gd name="T0" fmla="*/ 13 w 194"/>
                <a:gd name="T1" fmla="*/ 2 h 80"/>
                <a:gd name="T2" fmla="*/ 2 w 194"/>
                <a:gd name="T3" fmla="*/ 4 h 80"/>
                <a:gd name="T4" fmla="*/ 2 w 194"/>
                <a:gd name="T5" fmla="*/ 5 h 80"/>
                <a:gd name="T6" fmla="*/ 8 w 194"/>
                <a:gd name="T7" fmla="*/ 8 h 80"/>
                <a:gd name="T8" fmla="*/ 19 w 194"/>
                <a:gd name="T9" fmla="*/ 11 h 80"/>
                <a:gd name="T10" fmla="*/ 24 w 194"/>
                <a:gd name="T11" fmla="*/ 10 h 80"/>
                <a:gd name="T12" fmla="*/ 26 w 194"/>
                <a:gd name="T13" fmla="*/ 8 h 80"/>
                <a:gd name="T14" fmla="*/ 24 w 194"/>
                <a:gd name="T15" fmla="*/ 6 h 80"/>
                <a:gd name="T16" fmla="*/ 23 w 194"/>
                <a:gd name="T17" fmla="*/ 5 h 80"/>
                <a:gd name="T18" fmla="*/ 17 w 194"/>
                <a:gd name="T19" fmla="*/ 4 h 80"/>
                <a:gd name="T20" fmla="*/ 13 w 194"/>
                <a:gd name="T21" fmla="*/ 2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6" name="Freeform 14"/>
            <p:cNvSpPr>
              <a:spLocks/>
            </p:cNvSpPr>
            <p:nvPr/>
          </p:nvSpPr>
          <p:spPr bwMode="invGray">
            <a:xfrm>
              <a:off x="1711" y="2069"/>
              <a:ext cx="233" cy="190"/>
            </a:xfrm>
            <a:custGeom>
              <a:avLst/>
              <a:gdLst>
                <a:gd name="T0" fmla="*/ 10 w 310"/>
                <a:gd name="T1" fmla="*/ 1 h 254"/>
                <a:gd name="T2" fmla="*/ 8 w 310"/>
                <a:gd name="T3" fmla="*/ 3 h 254"/>
                <a:gd name="T4" fmla="*/ 3 w 310"/>
                <a:gd name="T5" fmla="*/ 5 h 254"/>
                <a:gd name="T6" fmla="*/ 8 w 310"/>
                <a:gd name="T7" fmla="*/ 10 h 254"/>
                <a:gd name="T8" fmla="*/ 11 w 310"/>
                <a:gd name="T9" fmla="*/ 11 h 254"/>
                <a:gd name="T10" fmla="*/ 14 w 310"/>
                <a:gd name="T11" fmla="*/ 13 h 254"/>
                <a:gd name="T12" fmla="*/ 17 w 310"/>
                <a:gd name="T13" fmla="*/ 11 h 254"/>
                <a:gd name="T14" fmla="*/ 20 w 310"/>
                <a:gd name="T15" fmla="*/ 13 h 254"/>
                <a:gd name="T16" fmla="*/ 20 w 310"/>
                <a:gd name="T17" fmla="*/ 16 h 254"/>
                <a:gd name="T18" fmla="*/ 16 w 310"/>
                <a:gd name="T19" fmla="*/ 20 h 254"/>
                <a:gd name="T20" fmla="*/ 13 w 310"/>
                <a:gd name="T21" fmla="*/ 22 h 254"/>
                <a:gd name="T22" fmla="*/ 10 w 310"/>
                <a:gd name="T23" fmla="*/ 22 h 254"/>
                <a:gd name="T24" fmla="*/ 8 w 310"/>
                <a:gd name="T25" fmla="*/ 22 h 254"/>
                <a:gd name="T26" fmla="*/ 6 w 310"/>
                <a:gd name="T27" fmla="*/ 25 h 254"/>
                <a:gd name="T28" fmla="*/ 6 w 310"/>
                <a:gd name="T29" fmla="*/ 25 h 254"/>
                <a:gd name="T30" fmla="*/ 10 w 310"/>
                <a:gd name="T31" fmla="*/ 27 h 254"/>
                <a:gd name="T32" fmla="*/ 13 w 310"/>
                <a:gd name="T33" fmla="*/ 27 h 254"/>
                <a:gd name="T34" fmla="*/ 16 w 310"/>
                <a:gd name="T35" fmla="*/ 30 h 254"/>
                <a:gd name="T36" fmla="*/ 17 w 310"/>
                <a:gd name="T37" fmla="*/ 31 h 254"/>
                <a:gd name="T38" fmla="*/ 19 w 310"/>
                <a:gd name="T39" fmla="*/ 31 h 254"/>
                <a:gd name="T40" fmla="*/ 22 w 310"/>
                <a:gd name="T41" fmla="*/ 33 h 254"/>
                <a:gd name="T42" fmla="*/ 25 w 310"/>
                <a:gd name="T43" fmla="*/ 31 h 254"/>
                <a:gd name="T44" fmla="*/ 28 w 310"/>
                <a:gd name="T45" fmla="*/ 31 h 254"/>
                <a:gd name="T46" fmla="*/ 31 w 310"/>
                <a:gd name="T47" fmla="*/ 28 h 254"/>
                <a:gd name="T48" fmla="*/ 30 w 310"/>
                <a:gd name="T49" fmla="*/ 24 h 254"/>
                <a:gd name="T50" fmla="*/ 29 w 310"/>
                <a:gd name="T51" fmla="*/ 22 h 254"/>
                <a:gd name="T52" fmla="*/ 32 w 310"/>
                <a:gd name="T53" fmla="*/ 22 h 254"/>
                <a:gd name="T54" fmla="*/ 33 w 310"/>
                <a:gd name="T55" fmla="*/ 24 h 254"/>
                <a:gd name="T56" fmla="*/ 33 w 310"/>
                <a:gd name="T57" fmla="*/ 25 h 254"/>
                <a:gd name="T58" fmla="*/ 35 w 310"/>
                <a:gd name="T59" fmla="*/ 25 h 254"/>
                <a:gd name="T60" fmla="*/ 41 w 310"/>
                <a:gd name="T61" fmla="*/ 22 h 254"/>
                <a:gd name="T62" fmla="*/ 40 w 310"/>
                <a:gd name="T63" fmla="*/ 19 h 254"/>
                <a:gd name="T64" fmla="*/ 35 w 310"/>
                <a:gd name="T65" fmla="*/ 16 h 254"/>
                <a:gd name="T66" fmla="*/ 36 w 310"/>
                <a:gd name="T67" fmla="*/ 14 h 254"/>
                <a:gd name="T68" fmla="*/ 38 w 310"/>
                <a:gd name="T69" fmla="*/ 13 h 254"/>
                <a:gd name="T70" fmla="*/ 34 w 310"/>
                <a:gd name="T71" fmla="*/ 7 h 254"/>
                <a:gd name="T72" fmla="*/ 32 w 310"/>
                <a:gd name="T73" fmla="*/ 7 h 254"/>
                <a:gd name="T74" fmla="*/ 30 w 310"/>
                <a:gd name="T75" fmla="*/ 7 h 254"/>
                <a:gd name="T76" fmla="*/ 27 w 310"/>
                <a:gd name="T77" fmla="*/ 4 h 254"/>
                <a:gd name="T78" fmla="*/ 22 w 310"/>
                <a:gd name="T79" fmla="*/ 5 h 254"/>
                <a:gd name="T80" fmla="*/ 23 w 310"/>
                <a:gd name="T81" fmla="*/ 3 h 254"/>
                <a:gd name="T82" fmla="*/ 19 w 310"/>
                <a:gd name="T83" fmla="*/ 2 h 254"/>
                <a:gd name="T84" fmla="*/ 17 w 310"/>
                <a:gd name="T85" fmla="*/ 2 h 254"/>
                <a:gd name="T86" fmla="*/ 10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7" name="Freeform 15"/>
            <p:cNvSpPr>
              <a:spLocks/>
            </p:cNvSpPr>
            <p:nvPr/>
          </p:nvSpPr>
          <p:spPr bwMode="invGray">
            <a:xfrm>
              <a:off x="1709" y="1987"/>
              <a:ext cx="44" cy="37"/>
            </a:xfrm>
            <a:custGeom>
              <a:avLst/>
              <a:gdLst>
                <a:gd name="T0" fmla="*/ 3 w 59"/>
                <a:gd name="T1" fmla="*/ 0 h 50"/>
                <a:gd name="T2" fmla="*/ 0 w 59"/>
                <a:gd name="T3" fmla="*/ 1 h 50"/>
                <a:gd name="T4" fmla="*/ 4 w 59"/>
                <a:gd name="T5" fmla="*/ 5 h 50"/>
                <a:gd name="T6" fmla="*/ 6 w 59"/>
                <a:gd name="T7" fmla="*/ 6 h 50"/>
                <a:gd name="T8" fmla="*/ 7 w 59"/>
                <a:gd name="T9" fmla="*/ 4 h 50"/>
                <a:gd name="T10" fmla="*/ 5 w 59"/>
                <a:gd name="T11" fmla="*/ 1 h 50"/>
                <a:gd name="T12" fmla="*/ 3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8" name="Freeform 16"/>
            <p:cNvSpPr>
              <a:spLocks/>
            </p:cNvSpPr>
            <p:nvPr/>
          </p:nvSpPr>
          <p:spPr bwMode="invGray">
            <a:xfrm>
              <a:off x="1625" y="2057"/>
              <a:ext cx="65" cy="42"/>
            </a:xfrm>
            <a:custGeom>
              <a:avLst/>
              <a:gdLst>
                <a:gd name="T0" fmla="*/ 6 w 86"/>
                <a:gd name="T1" fmla="*/ 1 h 57"/>
                <a:gd name="T2" fmla="*/ 4 w 86"/>
                <a:gd name="T3" fmla="*/ 3 h 57"/>
                <a:gd name="T4" fmla="*/ 2 w 86"/>
                <a:gd name="T5" fmla="*/ 3 h 57"/>
                <a:gd name="T6" fmla="*/ 2 w 86"/>
                <a:gd name="T7" fmla="*/ 7 h 57"/>
                <a:gd name="T8" fmla="*/ 11 w 86"/>
                <a:gd name="T9" fmla="*/ 4 h 57"/>
                <a:gd name="T10" fmla="*/ 12 w 86"/>
                <a:gd name="T11" fmla="*/ 2 h 57"/>
                <a:gd name="T12" fmla="*/ 8 w 86"/>
                <a:gd name="T13" fmla="*/ 1 h 57"/>
                <a:gd name="T14" fmla="*/ 6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9" name="Freeform 17"/>
            <p:cNvSpPr>
              <a:spLocks/>
            </p:cNvSpPr>
            <p:nvPr/>
          </p:nvSpPr>
          <p:spPr bwMode="invGray">
            <a:xfrm>
              <a:off x="1693" y="2065"/>
              <a:ext cx="54" cy="25"/>
            </a:xfrm>
            <a:custGeom>
              <a:avLst/>
              <a:gdLst>
                <a:gd name="T0" fmla="*/ 5 w 73"/>
                <a:gd name="T1" fmla="*/ 0 h 34"/>
                <a:gd name="T2" fmla="*/ 1 w 73"/>
                <a:gd name="T3" fmla="*/ 2 h 34"/>
                <a:gd name="T4" fmla="*/ 3 w 73"/>
                <a:gd name="T5" fmla="*/ 4 h 34"/>
                <a:gd name="T6" fmla="*/ 7 w 73"/>
                <a:gd name="T7" fmla="*/ 3 h 34"/>
                <a:gd name="T8" fmla="*/ 7 w 73"/>
                <a:gd name="T9" fmla="*/ 2 h 34"/>
                <a:gd name="T10" fmla="*/ 5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0" name="Freeform 18"/>
            <p:cNvSpPr>
              <a:spLocks/>
            </p:cNvSpPr>
            <p:nvPr/>
          </p:nvSpPr>
          <p:spPr bwMode="invGray">
            <a:xfrm>
              <a:off x="1664" y="2029"/>
              <a:ext cx="64" cy="34"/>
            </a:xfrm>
            <a:custGeom>
              <a:avLst/>
              <a:gdLst>
                <a:gd name="T0" fmla="*/ 8 w 85"/>
                <a:gd name="T1" fmla="*/ 2 h 45"/>
                <a:gd name="T2" fmla="*/ 4 w 85"/>
                <a:gd name="T3" fmla="*/ 2 h 45"/>
                <a:gd name="T4" fmla="*/ 0 w 85"/>
                <a:gd name="T5" fmla="*/ 3 h 45"/>
                <a:gd name="T6" fmla="*/ 6 w 85"/>
                <a:gd name="T7" fmla="*/ 5 h 45"/>
                <a:gd name="T8" fmla="*/ 8 w 85"/>
                <a:gd name="T9" fmla="*/ 6 h 45"/>
                <a:gd name="T10" fmla="*/ 11 w 85"/>
                <a:gd name="T11" fmla="*/ 3 h 45"/>
                <a:gd name="T12" fmla="*/ 11 w 85"/>
                <a:gd name="T13" fmla="*/ 2 h 45"/>
                <a:gd name="T14" fmla="*/ 8 w 85"/>
                <a:gd name="T15" fmla="*/ 0 h 45"/>
                <a:gd name="T16" fmla="*/ 8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1" name="Freeform 19"/>
            <p:cNvSpPr>
              <a:spLocks/>
            </p:cNvSpPr>
            <p:nvPr/>
          </p:nvSpPr>
          <p:spPr bwMode="invGray">
            <a:xfrm>
              <a:off x="1637" y="1997"/>
              <a:ext cx="44" cy="24"/>
            </a:xfrm>
            <a:custGeom>
              <a:avLst/>
              <a:gdLst>
                <a:gd name="T0" fmla="*/ 2 w 58"/>
                <a:gd name="T1" fmla="*/ 2 h 31"/>
                <a:gd name="T2" fmla="*/ 0 w 58"/>
                <a:gd name="T3" fmla="*/ 3 h 31"/>
                <a:gd name="T4" fmla="*/ 3 w 58"/>
                <a:gd name="T5" fmla="*/ 5 h 31"/>
                <a:gd name="T6" fmla="*/ 4 w 58"/>
                <a:gd name="T7" fmla="*/ 3 h 31"/>
                <a:gd name="T8" fmla="*/ 8 w 58"/>
                <a:gd name="T9" fmla="*/ 2 h 31"/>
                <a:gd name="T10" fmla="*/ 6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2" name="Freeform 20"/>
            <p:cNvSpPr>
              <a:spLocks/>
            </p:cNvSpPr>
            <p:nvPr/>
          </p:nvSpPr>
          <p:spPr bwMode="invGray">
            <a:xfrm>
              <a:off x="1751" y="2000"/>
              <a:ext cx="114" cy="77"/>
            </a:xfrm>
            <a:custGeom>
              <a:avLst/>
              <a:gdLst>
                <a:gd name="T0" fmla="*/ 6 w 152"/>
                <a:gd name="T1" fmla="*/ 0 h 102"/>
                <a:gd name="T2" fmla="*/ 2 w 152"/>
                <a:gd name="T3" fmla="*/ 2 h 102"/>
                <a:gd name="T4" fmla="*/ 2 w 152"/>
                <a:gd name="T5" fmla="*/ 6 h 102"/>
                <a:gd name="T6" fmla="*/ 2 w 152"/>
                <a:gd name="T7" fmla="*/ 8 h 102"/>
                <a:gd name="T8" fmla="*/ 0 w 152"/>
                <a:gd name="T9" fmla="*/ 10 h 102"/>
                <a:gd name="T10" fmla="*/ 8 w 152"/>
                <a:gd name="T11" fmla="*/ 12 h 102"/>
                <a:gd name="T12" fmla="*/ 11 w 152"/>
                <a:gd name="T13" fmla="*/ 13 h 102"/>
                <a:gd name="T14" fmla="*/ 21 w 152"/>
                <a:gd name="T15" fmla="*/ 12 h 102"/>
                <a:gd name="T16" fmla="*/ 11 w 152"/>
                <a:gd name="T17" fmla="*/ 10 h 102"/>
                <a:gd name="T18" fmla="*/ 8 w 152"/>
                <a:gd name="T19" fmla="*/ 8 h 102"/>
                <a:gd name="T20" fmla="*/ 6 w 152"/>
                <a:gd name="T21" fmla="*/ 8 h 102"/>
                <a:gd name="T22" fmla="*/ 8 w 152"/>
                <a:gd name="T23" fmla="*/ 5 h 102"/>
                <a:gd name="T24" fmla="*/ 6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3" name="Freeform 21"/>
            <p:cNvSpPr>
              <a:spLocks/>
            </p:cNvSpPr>
            <p:nvPr/>
          </p:nvSpPr>
          <p:spPr bwMode="invGray">
            <a:xfrm>
              <a:off x="664" y="2245"/>
              <a:ext cx="25" cy="15"/>
            </a:xfrm>
            <a:custGeom>
              <a:avLst/>
              <a:gdLst>
                <a:gd name="T0" fmla="*/ 4 w 34"/>
                <a:gd name="T1" fmla="*/ 0 h 20"/>
                <a:gd name="T2" fmla="*/ 3 w 34"/>
                <a:gd name="T3" fmla="*/ 3 h 20"/>
                <a:gd name="T4" fmla="*/ 1 w 34"/>
                <a:gd name="T5" fmla="*/ 3 h 20"/>
                <a:gd name="T6" fmla="*/ 1 w 34"/>
                <a:gd name="T7" fmla="*/ 2 h 20"/>
                <a:gd name="T8" fmla="*/ 4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4" name="Freeform 22"/>
            <p:cNvSpPr>
              <a:spLocks/>
            </p:cNvSpPr>
            <p:nvPr/>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5" name="Freeform 23"/>
            <p:cNvSpPr>
              <a:spLocks/>
            </p:cNvSpPr>
            <p:nvPr/>
          </p:nvSpPr>
          <p:spPr bwMode="invGray">
            <a:xfrm>
              <a:off x="1424" y="2781"/>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6" name="Freeform 24"/>
            <p:cNvSpPr>
              <a:spLocks/>
            </p:cNvSpPr>
            <p:nvPr/>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7" name="Freeform 25"/>
            <p:cNvSpPr>
              <a:spLocks/>
            </p:cNvSpPr>
            <p:nvPr/>
          </p:nvSpPr>
          <p:spPr bwMode="invGray">
            <a:xfrm>
              <a:off x="1752" y="2429"/>
              <a:ext cx="38" cy="18"/>
            </a:xfrm>
            <a:custGeom>
              <a:avLst/>
              <a:gdLst>
                <a:gd name="T0" fmla="*/ 1 w 51"/>
                <a:gd name="T1" fmla="*/ 0 h 24"/>
                <a:gd name="T2" fmla="*/ 1 w 51"/>
                <a:gd name="T3" fmla="*/ 3 h 24"/>
                <a:gd name="T4" fmla="*/ 3 w 51"/>
                <a:gd name="T5" fmla="*/ 4 h 24"/>
                <a:gd name="T6" fmla="*/ 4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8" name="Freeform 26"/>
            <p:cNvSpPr>
              <a:spLocks/>
            </p:cNvSpPr>
            <p:nvPr/>
          </p:nvSpPr>
          <p:spPr bwMode="invGray">
            <a:xfrm>
              <a:off x="1652" y="2224"/>
              <a:ext cx="38" cy="18"/>
            </a:xfrm>
            <a:custGeom>
              <a:avLst/>
              <a:gdLst>
                <a:gd name="T0" fmla="*/ 1 w 51"/>
                <a:gd name="T1" fmla="*/ 0 h 24"/>
                <a:gd name="T2" fmla="*/ 1 w 51"/>
                <a:gd name="T3" fmla="*/ 3 h 24"/>
                <a:gd name="T4" fmla="*/ 3 w 51"/>
                <a:gd name="T5" fmla="*/ 4 h 24"/>
                <a:gd name="T6" fmla="*/ 4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9" name="Freeform 27"/>
            <p:cNvSpPr>
              <a:spLocks/>
            </p:cNvSpPr>
            <p:nvPr/>
          </p:nvSpPr>
          <p:spPr bwMode="invGray">
            <a:xfrm>
              <a:off x="1717" y="2045"/>
              <a:ext cx="39" cy="18"/>
            </a:xfrm>
            <a:custGeom>
              <a:avLst/>
              <a:gdLst>
                <a:gd name="T0" fmla="*/ 2 w 51"/>
                <a:gd name="T1" fmla="*/ 0 h 24"/>
                <a:gd name="T2" fmla="*/ 2 w 51"/>
                <a:gd name="T3" fmla="*/ 3 h 24"/>
                <a:gd name="T4" fmla="*/ 4 w 51"/>
                <a:gd name="T5" fmla="*/ 4 h 24"/>
                <a:gd name="T6" fmla="*/ 5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0" name="Freeform 28"/>
            <p:cNvSpPr>
              <a:spLocks/>
            </p:cNvSpPr>
            <p:nvPr/>
          </p:nvSpPr>
          <p:spPr bwMode="invGray">
            <a:xfrm>
              <a:off x="1780" y="2153"/>
              <a:ext cx="38" cy="18"/>
            </a:xfrm>
            <a:custGeom>
              <a:avLst/>
              <a:gdLst>
                <a:gd name="T0" fmla="*/ 1 w 51"/>
                <a:gd name="T1" fmla="*/ 0 h 24"/>
                <a:gd name="T2" fmla="*/ 1 w 51"/>
                <a:gd name="T3" fmla="*/ 3 h 24"/>
                <a:gd name="T4" fmla="*/ 3 w 51"/>
                <a:gd name="T5" fmla="*/ 4 h 24"/>
                <a:gd name="T6" fmla="*/ 4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1" name="Freeform 29"/>
            <p:cNvSpPr>
              <a:spLocks/>
            </p:cNvSpPr>
            <p:nvPr/>
          </p:nvSpPr>
          <p:spPr bwMode="invGray">
            <a:xfrm>
              <a:off x="1796" y="1951"/>
              <a:ext cx="696" cy="346"/>
            </a:xfrm>
            <a:custGeom>
              <a:avLst/>
              <a:gdLst>
                <a:gd name="T0" fmla="*/ 4 w 929"/>
                <a:gd name="T1" fmla="*/ 7 h 462"/>
                <a:gd name="T2" fmla="*/ 1 w 929"/>
                <a:gd name="T3" fmla="*/ 12 h 462"/>
                <a:gd name="T4" fmla="*/ 4 w 929"/>
                <a:gd name="T5" fmla="*/ 13 h 462"/>
                <a:gd name="T6" fmla="*/ 2 w 929"/>
                <a:gd name="T7" fmla="*/ 16 h 462"/>
                <a:gd name="T8" fmla="*/ 13 w 929"/>
                <a:gd name="T9" fmla="*/ 18 h 462"/>
                <a:gd name="T10" fmla="*/ 19 w 929"/>
                <a:gd name="T11" fmla="*/ 17 h 462"/>
                <a:gd name="T12" fmla="*/ 33 w 929"/>
                <a:gd name="T13" fmla="*/ 10 h 462"/>
                <a:gd name="T14" fmla="*/ 40 w 929"/>
                <a:gd name="T15" fmla="*/ 9 h 462"/>
                <a:gd name="T16" fmla="*/ 43 w 929"/>
                <a:gd name="T17" fmla="*/ 10 h 462"/>
                <a:gd name="T18" fmla="*/ 36 w 929"/>
                <a:gd name="T19" fmla="*/ 12 h 462"/>
                <a:gd name="T20" fmla="*/ 32 w 929"/>
                <a:gd name="T21" fmla="*/ 14 h 462"/>
                <a:gd name="T22" fmla="*/ 33 w 929"/>
                <a:gd name="T23" fmla="*/ 16 h 462"/>
                <a:gd name="T24" fmla="*/ 34 w 929"/>
                <a:gd name="T25" fmla="*/ 21 h 462"/>
                <a:gd name="T26" fmla="*/ 46 w 929"/>
                <a:gd name="T27" fmla="*/ 25 h 462"/>
                <a:gd name="T28" fmla="*/ 44 w 929"/>
                <a:gd name="T29" fmla="*/ 28 h 462"/>
                <a:gd name="T30" fmla="*/ 49 w 929"/>
                <a:gd name="T31" fmla="*/ 32 h 462"/>
                <a:gd name="T32" fmla="*/ 46 w 929"/>
                <a:gd name="T33" fmla="*/ 35 h 462"/>
                <a:gd name="T34" fmla="*/ 43 w 929"/>
                <a:gd name="T35" fmla="*/ 39 h 462"/>
                <a:gd name="T36" fmla="*/ 39 w 929"/>
                <a:gd name="T37" fmla="*/ 43 h 462"/>
                <a:gd name="T38" fmla="*/ 39 w 929"/>
                <a:gd name="T39" fmla="*/ 56 h 462"/>
                <a:gd name="T40" fmla="*/ 44 w 929"/>
                <a:gd name="T41" fmla="*/ 59 h 462"/>
                <a:gd name="T42" fmla="*/ 51 w 929"/>
                <a:gd name="T43" fmla="*/ 59 h 462"/>
                <a:gd name="T44" fmla="*/ 55 w 929"/>
                <a:gd name="T45" fmla="*/ 56 h 462"/>
                <a:gd name="T46" fmla="*/ 67 w 929"/>
                <a:gd name="T47" fmla="*/ 47 h 462"/>
                <a:gd name="T48" fmla="*/ 76 w 929"/>
                <a:gd name="T49" fmla="*/ 44 h 462"/>
                <a:gd name="T50" fmla="*/ 86 w 929"/>
                <a:gd name="T51" fmla="*/ 41 h 462"/>
                <a:gd name="T52" fmla="*/ 95 w 929"/>
                <a:gd name="T53" fmla="*/ 38 h 462"/>
                <a:gd name="T54" fmla="*/ 101 w 929"/>
                <a:gd name="T55" fmla="*/ 34 h 462"/>
                <a:gd name="T56" fmla="*/ 106 w 929"/>
                <a:gd name="T57" fmla="*/ 26 h 462"/>
                <a:gd name="T58" fmla="*/ 106 w 929"/>
                <a:gd name="T59" fmla="*/ 20 h 462"/>
                <a:gd name="T60" fmla="*/ 106 w 929"/>
                <a:gd name="T61" fmla="*/ 16 h 462"/>
                <a:gd name="T62" fmla="*/ 110 w 929"/>
                <a:gd name="T63" fmla="*/ 12 h 462"/>
                <a:gd name="T64" fmla="*/ 116 w 929"/>
                <a:gd name="T65" fmla="*/ 12 h 462"/>
                <a:gd name="T66" fmla="*/ 122 w 929"/>
                <a:gd name="T67" fmla="*/ 7 h 462"/>
                <a:gd name="T68" fmla="*/ 118 w 929"/>
                <a:gd name="T69" fmla="*/ 7 h 462"/>
                <a:gd name="T70" fmla="*/ 112 w 929"/>
                <a:gd name="T71" fmla="*/ 5 h 462"/>
                <a:gd name="T72" fmla="*/ 105 w 929"/>
                <a:gd name="T73" fmla="*/ 3 h 462"/>
                <a:gd name="T74" fmla="*/ 85 w 929"/>
                <a:gd name="T75" fmla="*/ 3 h 462"/>
                <a:gd name="T76" fmla="*/ 77 w 929"/>
                <a:gd name="T77" fmla="*/ 5 h 462"/>
                <a:gd name="T78" fmla="*/ 73 w 929"/>
                <a:gd name="T79" fmla="*/ 5 h 462"/>
                <a:gd name="T80" fmla="*/ 68 w 929"/>
                <a:gd name="T81" fmla="*/ 7 h 462"/>
                <a:gd name="T82" fmla="*/ 64 w 929"/>
                <a:gd name="T83" fmla="*/ 4 h 462"/>
                <a:gd name="T84" fmla="*/ 57 w 929"/>
                <a:gd name="T85" fmla="*/ 5 h 462"/>
                <a:gd name="T86" fmla="*/ 48 w 929"/>
                <a:gd name="T87" fmla="*/ 7 h 462"/>
                <a:gd name="T88" fmla="*/ 55 w 929"/>
                <a:gd name="T89" fmla="*/ 5 h 462"/>
                <a:gd name="T90" fmla="*/ 46 w 929"/>
                <a:gd name="T91" fmla="*/ 1 h 462"/>
                <a:gd name="T92" fmla="*/ 44 w 929"/>
                <a:gd name="T93" fmla="*/ 1 h 462"/>
                <a:gd name="T94" fmla="*/ 41 w 929"/>
                <a:gd name="T95" fmla="*/ 1 h 462"/>
                <a:gd name="T96" fmla="*/ 32 w 929"/>
                <a:gd name="T97" fmla="*/ 2 h 462"/>
                <a:gd name="T98" fmla="*/ 21 w 929"/>
                <a:gd name="T99" fmla="*/ 4 h 462"/>
                <a:gd name="T100" fmla="*/ 14 w 929"/>
                <a:gd name="T101" fmla="*/ 3 h 462"/>
                <a:gd name="T102" fmla="*/ 15 w 929"/>
                <a:gd name="T103" fmla="*/ 9 h 462"/>
                <a:gd name="T104" fmla="*/ 13 w 929"/>
                <a:gd name="T105" fmla="*/ 7 h 462"/>
                <a:gd name="T106" fmla="*/ 7 w 929"/>
                <a:gd name="T107" fmla="*/ 5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2" name="Freeform 30"/>
            <p:cNvSpPr>
              <a:spLocks/>
            </p:cNvSpPr>
            <p:nvPr/>
          </p:nvSpPr>
          <p:spPr bwMode="invGray">
            <a:xfrm>
              <a:off x="2009" y="2135"/>
              <a:ext cx="39" cy="24"/>
            </a:xfrm>
            <a:custGeom>
              <a:avLst/>
              <a:gdLst>
                <a:gd name="T0" fmla="*/ 5 w 52"/>
                <a:gd name="T1" fmla="*/ 0 h 32"/>
                <a:gd name="T2" fmla="*/ 2 w 52"/>
                <a:gd name="T3" fmla="*/ 3 h 32"/>
                <a:gd name="T4" fmla="*/ 4 w 52"/>
                <a:gd name="T5" fmla="*/ 5 h 32"/>
                <a:gd name="T6" fmla="*/ 6 w 52"/>
                <a:gd name="T7" fmla="*/ 5 h 32"/>
                <a:gd name="T8" fmla="*/ 5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3" name="Freeform 31"/>
            <p:cNvSpPr>
              <a:spLocks/>
            </p:cNvSpPr>
            <p:nvPr/>
          </p:nvSpPr>
          <p:spPr bwMode="invGray">
            <a:xfrm>
              <a:off x="2292" y="2201"/>
              <a:ext cx="128" cy="54"/>
            </a:xfrm>
            <a:custGeom>
              <a:avLst/>
              <a:gdLst>
                <a:gd name="T0" fmla="*/ 13 w 172"/>
                <a:gd name="T1" fmla="*/ 2 h 72"/>
                <a:gd name="T2" fmla="*/ 8 w 172"/>
                <a:gd name="T3" fmla="*/ 2 h 72"/>
                <a:gd name="T4" fmla="*/ 7 w 172"/>
                <a:gd name="T5" fmla="*/ 0 h 72"/>
                <a:gd name="T6" fmla="*/ 0 w 172"/>
                <a:gd name="T7" fmla="*/ 4 h 72"/>
                <a:gd name="T8" fmla="*/ 4 w 172"/>
                <a:gd name="T9" fmla="*/ 6 h 72"/>
                <a:gd name="T10" fmla="*/ 5 w 172"/>
                <a:gd name="T11" fmla="*/ 8 h 72"/>
                <a:gd name="T12" fmla="*/ 8 w 172"/>
                <a:gd name="T13" fmla="*/ 10 h 72"/>
                <a:gd name="T14" fmla="*/ 10 w 172"/>
                <a:gd name="T15" fmla="*/ 10 h 72"/>
                <a:gd name="T16" fmla="*/ 16 w 172"/>
                <a:gd name="T17" fmla="*/ 8 h 72"/>
                <a:gd name="T18" fmla="*/ 22 w 172"/>
                <a:gd name="T19" fmla="*/ 6 h 72"/>
                <a:gd name="T20" fmla="*/ 19 w 172"/>
                <a:gd name="T21" fmla="*/ 3 h 72"/>
                <a:gd name="T22" fmla="*/ 17 w 172"/>
                <a:gd name="T23" fmla="*/ 2 h 72"/>
                <a:gd name="T24" fmla="*/ 13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4" name="Freeform 32"/>
            <p:cNvSpPr>
              <a:spLocks/>
            </p:cNvSpPr>
            <p:nvPr/>
          </p:nvSpPr>
          <p:spPr bwMode="invGray">
            <a:xfrm>
              <a:off x="2393" y="2038"/>
              <a:ext cx="39" cy="24"/>
            </a:xfrm>
            <a:custGeom>
              <a:avLst/>
              <a:gdLst>
                <a:gd name="T0" fmla="*/ 5 w 52"/>
                <a:gd name="T1" fmla="*/ 0 h 32"/>
                <a:gd name="T2" fmla="*/ 2 w 52"/>
                <a:gd name="T3" fmla="*/ 3 h 32"/>
                <a:gd name="T4" fmla="*/ 4 w 52"/>
                <a:gd name="T5" fmla="*/ 5 h 32"/>
                <a:gd name="T6" fmla="*/ 6 w 52"/>
                <a:gd name="T7" fmla="*/ 5 h 32"/>
                <a:gd name="T8" fmla="*/ 5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5" name="Freeform 33"/>
            <p:cNvSpPr>
              <a:spLocks/>
            </p:cNvSpPr>
            <p:nvPr/>
          </p:nvSpPr>
          <p:spPr bwMode="invGray">
            <a:xfrm>
              <a:off x="2662" y="2006"/>
              <a:ext cx="155" cy="63"/>
            </a:xfrm>
            <a:custGeom>
              <a:avLst/>
              <a:gdLst>
                <a:gd name="T0" fmla="*/ 26 w 206"/>
                <a:gd name="T1" fmla="*/ 1 h 85"/>
                <a:gd name="T2" fmla="*/ 14 w 206"/>
                <a:gd name="T3" fmla="*/ 1 h 85"/>
                <a:gd name="T4" fmla="*/ 15 w 206"/>
                <a:gd name="T5" fmla="*/ 3 h 85"/>
                <a:gd name="T6" fmla="*/ 15 w 206"/>
                <a:gd name="T7" fmla="*/ 4 h 85"/>
                <a:gd name="T8" fmla="*/ 13 w 206"/>
                <a:gd name="T9" fmla="*/ 3 h 85"/>
                <a:gd name="T10" fmla="*/ 11 w 206"/>
                <a:gd name="T11" fmla="*/ 2 h 85"/>
                <a:gd name="T12" fmla="*/ 4 w 206"/>
                <a:gd name="T13" fmla="*/ 3 h 85"/>
                <a:gd name="T14" fmla="*/ 5 w 206"/>
                <a:gd name="T15" fmla="*/ 6 h 85"/>
                <a:gd name="T16" fmla="*/ 8 w 206"/>
                <a:gd name="T17" fmla="*/ 7 h 85"/>
                <a:gd name="T18" fmla="*/ 11 w 206"/>
                <a:gd name="T19" fmla="*/ 9 h 85"/>
                <a:gd name="T20" fmla="*/ 13 w 206"/>
                <a:gd name="T21" fmla="*/ 10 h 85"/>
                <a:gd name="T22" fmla="*/ 15 w 206"/>
                <a:gd name="T23" fmla="*/ 8 h 85"/>
                <a:gd name="T24" fmla="*/ 17 w 206"/>
                <a:gd name="T25" fmla="*/ 7 h 85"/>
                <a:gd name="T26" fmla="*/ 17 w 206"/>
                <a:gd name="T27" fmla="*/ 5 h 85"/>
                <a:gd name="T28" fmla="*/ 23 w 206"/>
                <a:gd name="T29" fmla="*/ 4 h 85"/>
                <a:gd name="T30" fmla="*/ 26 w 206"/>
                <a:gd name="T31" fmla="*/ 4 h 85"/>
                <a:gd name="T32" fmla="*/ 27 w 206"/>
                <a:gd name="T33" fmla="*/ 3 h 85"/>
                <a:gd name="T34" fmla="*/ 26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6" name="Freeform 34"/>
            <p:cNvSpPr>
              <a:spLocks/>
            </p:cNvSpPr>
            <p:nvPr/>
          </p:nvSpPr>
          <p:spPr bwMode="invGray">
            <a:xfrm>
              <a:off x="2759" y="2039"/>
              <a:ext cx="48" cy="21"/>
            </a:xfrm>
            <a:custGeom>
              <a:avLst/>
              <a:gdLst>
                <a:gd name="T0" fmla="*/ 5 w 64"/>
                <a:gd name="T1" fmla="*/ 2 h 28"/>
                <a:gd name="T2" fmla="*/ 2 w 64"/>
                <a:gd name="T3" fmla="*/ 2 h 28"/>
                <a:gd name="T4" fmla="*/ 4 w 64"/>
                <a:gd name="T5" fmla="*/ 4 h 28"/>
                <a:gd name="T6" fmla="*/ 8 w 64"/>
                <a:gd name="T7" fmla="*/ 2 h 28"/>
                <a:gd name="T8" fmla="*/ 5 w 64"/>
                <a:gd name="T9" fmla="*/ 2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7" name="Freeform 35"/>
            <p:cNvSpPr>
              <a:spLocks/>
            </p:cNvSpPr>
            <p:nvPr/>
          </p:nvSpPr>
          <p:spPr bwMode="invGray">
            <a:xfrm>
              <a:off x="2467" y="2311"/>
              <a:ext cx="109" cy="132"/>
            </a:xfrm>
            <a:custGeom>
              <a:avLst/>
              <a:gdLst>
                <a:gd name="T0" fmla="*/ 3 w 146"/>
                <a:gd name="T1" fmla="*/ 3 h 176"/>
                <a:gd name="T2" fmla="*/ 0 w 146"/>
                <a:gd name="T3" fmla="*/ 4 h 176"/>
                <a:gd name="T4" fmla="*/ 1 w 146"/>
                <a:gd name="T5" fmla="*/ 6 h 176"/>
                <a:gd name="T6" fmla="*/ 4 w 146"/>
                <a:gd name="T7" fmla="*/ 12 h 176"/>
                <a:gd name="T8" fmla="*/ 7 w 146"/>
                <a:gd name="T9" fmla="*/ 13 h 176"/>
                <a:gd name="T10" fmla="*/ 7 w 146"/>
                <a:gd name="T11" fmla="*/ 15 h 176"/>
                <a:gd name="T12" fmla="*/ 4 w 146"/>
                <a:gd name="T13" fmla="*/ 15 h 176"/>
                <a:gd name="T14" fmla="*/ 2 w 146"/>
                <a:gd name="T15" fmla="*/ 18 h 176"/>
                <a:gd name="T16" fmla="*/ 2 w 146"/>
                <a:gd name="T17" fmla="*/ 19 h 176"/>
                <a:gd name="T18" fmla="*/ 4 w 146"/>
                <a:gd name="T19" fmla="*/ 20 h 176"/>
                <a:gd name="T20" fmla="*/ 2 w 146"/>
                <a:gd name="T21" fmla="*/ 23 h 176"/>
                <a:gd name="T22" fmla="*/ 2 w 146"/>
                <a:gd name="T23" fmla="*/ 24 h 176"/>
                <a:gd name="T24" fmla="*/ 4 w 146"/>
                <a:gd name="T25" fmla="*/ 23 h 176"/>
                <a:gd name="T26" fmla="*/ 7 w 146"/>
                <a:gd name="T27" fmla="*/ 23 h 176"/>
                <a:gd name="T28" fmla="*/ 12 w 146"/>
                <a:gd name="T29" fmla="*/ 23 h 176"/>
                <a:gd name="T30" fmla="*/ 14 w 146"/>
                <a:gd name="T31" fmla="*/ 23 h 176"/>
                <a:gd name="T32" fmla="*/ 16 w 146"/>
                <a:gd name="T33" fmla="*/ 23 h 176"/>
                <a:gd name="T34" fmla="*/ 16 w 146"/>
                <a:gd name="T35" fmla="*/ 20 h 176"/>
                <a:gd name="T36" fmla="*/ 19 w 146"/>
                <a:gd name="T37" fmla="*/ 18 h 176"/>
                <a:gd name="T38" fmla="*/ 14 w 146"/>
                <a:gd name="T39" fmla="*/ 15 h 176"/>
                <a:gd name="T40" fmla="*/ 12 w 146"/>
                <a:gd name="T41" fmla="*/ 11 h 176"/>
                <a:gd name="T42" fmla="*/ 10 w 146"/>
                <a:gd name="T43" fmla="*/ 10 h 176"/>
                <a:gd name="T44" fmla="*/ 8 w 146"/>
                <a:gd name="T45" fmla="*/ 8 h 176"/>
                <a:gd name="T46" fmla="*/ 11 w 146"/>
                <a:gd name="T47" fmla="*/ 6 h 176"/>
                <a:gd name="T48" fmla="*/ 8 w 146"/>
                <a:gd name="T49" fmla="*/ 5 h 176"/>
                <a:gd name="T50" fmla="*/ 9 w 146"/>
                <a:gd name="T51" fmla="*/ 2 h 176"/>
                <a:gd name="T52" fmla="*/ 5 w 146"/>
                <a:gd name="T53" fmla="*/ 1 h 176"/>
                <a:gd name="T54" fmla="*/ 4 w 146"/>
                <a:gd name="T55" fmla="*/ 2 h 176"/>
                <a:gd name="T56" fmla="*/ 3 w 146"/>
                <a:gd name="T57" fmla="*/ 3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8" name="Freeform 36"/>
            <p:cNvSpPr>
              <a:spLocks/>
            </p:cNvSpPr>
            <p:nvPr/>
          </p:nvSpPr>
          <p:spPr bwMode="invGray">
            <a:xfrm>
              <a:off x="2413" y="2359"/>
              <a:ext cx="69" cy="68"/>
            </a:xfrm>
            <a:custGeom>
              <a:avLst/>
              <a:gdLst>
                <a:gd name="T0" fmla="*/ 8 w 92"/>
                <a:gd name="T1" fmla="*/ 1 h 92"/>
                <a:gd name="T2" fmla="*/ 11 w 92"/>
                <a:gd name="T3" fmla="*/ 1 h 92"/>
                <a:gd name="T4" fmla="*/ 13 w 92"/>
                <a:gd name="T5" fmla="*/ 3 h 92"/>
                <a:gd name="T6" fmla="*/ 11 w 92"/>
                <a:gd name="T7" fmla="*/ 5 h 92"/>
                <a:gd name="T8" fmla="*/ 6 w 92"/>
                <a:gd name="T9" fmla="*/ 9 h 92"/>
                <a:gd name="T10" fmla="*/ 3 w 92"/>
                <a:gd name="T11" fmla="*/ 11 h 92"/>
                <a:gd name="T12" fmla="*/ 2 w 92"/>
                <a:gd name="T13" fmla="*/ 9 h 92"/>
                <a:gd name="T14" fmla="*/ 3 w 92"/>
                <a:gd name="T15" fmla="*/ 7 h 92"/>
                <a:gd name="T16" fmla="*/ 2 w 92"/>
                <a:gd name="T17" fmla="*/ 5 h 92"/>
                <a:gd name="T18" fmla="*/ 6 w 92"/>
                <a:gd name="T19" fmla="*/ 4 h 92"/>
                <a:gd name="T20" fmla="*/ 8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9" name="Freeform 37"/>
            <p:cNvSpPr>
              <a:spLocks/>
            </p:cNvSpPr>
            <p:nvPr/>
          </p:nvSpPr>
          <p:spPr bwMode="invGray">
            <a:xfrm>
              <a:off x="4099" y="3502"/>
              <a:ext cx="474" cy="495"/>
            </a:xfrm>
            <a:custGeom>
              <a:avLst/>
              <a:gdLst>
                <a:gd name="T0" fmla="*/ 28 w 633"/>
                <a:gd name="T1" fmla="*/ 2 h 660"/>
                <a:gd name="T2" fmla="*/ 23 w 633"/>
                <a:gd name="T3" fmla="*/ 3 h 660"/>
                <a:gd name="T4" fmla="*/ 19 w 633"/>
                <a:gd name="T5" fmla="*/ 8 h 660"/>
                <a:gd name="T6" fmla="*/ 13 w 633"/>
                <a:gd name="T7" fmla="*/ 8 h 660"/>
                <a:gd name="T8" fmla="*/ 10 w 633"/>
                <a:gd name="T9" fmla="*/ 11 h 660"/>
                <a:gd name="T10" fmla="*/ 9 w 633"/>
                <a:gd name="T11" fmla="*/ 16 h 660"/>
                <a:gd name="T12" fmla="*/ 4 w 633"/>
                <a:gd name="T13" fmla="*/ 23 h 660"/>
                <a:gd name="T14" fmla="*/ 0 w 633"/>
                <a:gd name="T15" fmla="*/ 24 h 660"/>
                <a:gd name="T16" fmla="*/ 9 w 633"/>
                <a:gd name="T17" fmla="*/ 44 h 660"/>
                <a:gd name="T18" fmla="*/ 16 w 633"/>
                <a:gd name="T19" fmla="*/ 57 h 660"/>
                <a:gd name="T20" fmla="*/ 19 w 633"/>
                <a:gd name="T21" fmla="*/ 59 h 660"/>
                <a:gd name="T22" fmla="*/ 22 w 633"/>
                <a:gd name="T23" fmla="*/ 60 h 660"/>
                <a:gd name="T24" fmla="*/ 30 w 633"/>
                <a:gd name="T25" fmla="*/ 58 h 660"/>
                <a:gd name="T26" fmla="*/ 33 w 633"/>
                <a:gd name="T27" fmla="*/ 57 h 660"/>
                <a:gd name="T28" fmla="*/ 39 w 633"/>
                <a:gd name="T29" fmla="*/ 60 h 660"/>
                <a:gd name="T30" fmla="*/ 43 w 633"/>
                <a:gd name="T31" fmla="*/ 71 h 660"/>
                <a:gd name="T32" fmla="*/ 44 w 633"/>
                <a:gd name="T33" fmla="*/ 71 h 660"/>
                <a:gd name="T34" fmla="*/ 46 w 633"/>
                <a:gd name="T35" fmla="*/ 68 h 660"/>
                <a:gd name="T36" fmla="*/ 49 w 633"/>
                <a:gd name="T37" fmla="*/ 74 h 660"/>
                <a:gd name="T38" fmla="*/ 53 w 633"/>
                <a:gd name="T39" fmla="*/ 77 h 660"/>
                <a:gd name="T40" fmla="*/ 58 w 633"/>
                <a:gd name="T41" fmla="*/ 80 h 660"/>
                <a:gd name="T42" fmla="*/ 58 w 633"/>
                <a:gd name="T43" fmla="*/ 83 h 660"/>
                <a:gd name="T44" fmla="*/ 60 w 633"/>
                <a:gd name="T45" fmla="*/ 83 h 660"/>
                <a:gd name="T46" fmla="*/ 64 w 633"/>
                <a:gd name="T47" fmla="*/ 87 h 660"/>
                <a:gd name="T48" fmla="*/ 65 w 633"/>
                <a:gd name="T49" fmla="*/ 85 h 660"/>
                <a:gd name="T50" fmla="*/ 71 w 633"/>
                <a:gd name="T51" fmla="*/ 89 h 660"/>
                <a:gd name="T52" fmla="*/ 77 w 633"/>
                <a:gd name="T53" fmla="*/ 87 h 660"/>
                <a:gd name="T54" fmla="*/ 82 w 633"/>
                <a:gd name="T55" fmla="*/ 71 h 660"/>
                <a:gd name="T56" fmla="*/ 83 w 633"/>
                <a:gd name="T57" fmla="*/ 62 h 660"/>
                <a:gd name="T58" fmla="*/ 82 w 633"/>
                <a:gd name="T59" fmla="*/ 49 h 660"/>
                <a:gd name="T60" fmla="*/ 70 w 633"/>
                <a:gd name="T61" fmla="*/ 37 h 660"/>
                <a:gd name="T62" fmla="*/ 70 w 633"/>
                <a:gd name="T63" fmla="*/ 32 h 660"/>
                <a:gd name="T64" fmla="*/ 61 w 633"/>
                <a:gd name="T65" fmla="*/ 24 h 660"/>
                <a:gd name="T66" fmla="*/ 62 w 633"/>
                <a:gd name="T67" fmla="*/ 21 h 660"/>
                <a:gd name="T68" fmla="*/ 60 w 633"/>
                <a:gd name="T69" fmla="*/ 18 h 660"/>
                <a:gd name="T70" fmla="*/ 55 w 633"/>
                <a:gd name="T71" fmla="*/ 11 h 660"/>
                <a:gd name="T72" fmla="*/ 52 w 633"/>
                <a:gd name="T73" fmla="*/ 5 h 660"/>
                <a:gd name="T74" fmla="*/ 51 w 633"/>
                <a:gd name="T75" fmla="*/ 3 h 660"/>
                <a:gd name="T76" fmla="*/ 48 w 633"/>
                <a:gd name="T77" fmla="*/ 20 h 660"/>
                <a:gd name="T78" fmla="*/ 43 w 633"/>
                <a:gd name="T79" fmla="*/ 16 h 660"/>
                <a:gd name="T80" fmla="*/ 39 w 633"/>
                <a:gd name="T81" fmla="*/ 15 h 660"/>
                <a:gd name="T82" fmla="*/ 36 w 633"/>
                <a:gd name="T83" fmla="*/ 12 h 660"/>
                <a:gd name="T84" fmla="*/ 34 w 633"/>
                <a:gd name="T85" fmla="*/ 8 h 660"/>
                <a:gd name="T86" fmla="*/ 37 w 633"/>
                <a:gd name="T87" fmla="*/ 8 h 660"/>
                <a:gd name="T88" fmla="*/ 32 w 633"/>
                <a:gd name="T89" fmla="*/ 3 h 660"/>
                <a:gd name="T90" fmla="*/ 28 w 633"/>
                <a:gd name="T91" fmla="*/ 2 h 660"/>
                <a:gd name="T92" fmla="*/ 27 w 633"/>
                <a:gd name="T93" fmla="*/ 2 h 660"/>
                <a:gd name="T94" fmla="*/ 28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0" name="Freeform 38"/>
            <p:cNvSpPr>
              <a:spLocks/>
            </p:cNvSpPr>
            <p:nvPr/>
          </p:nvSpPr>
          <p:spPr bwMode="invGray">
            <a:xfrm>
              <a:off x="4246" y="3241"/>
              <a:ext cx="319" cy="210"/>
            </a:xfrm>
            <a:custGeom>
              <a:avLst/>
              <a:gdLst>
                <a:gd name="T0" fmla="*/ 10 w 426"/>
                <a:gd name="T1" fmla="*/ 8 h 280"/>
                <a:gd name="T2" fmla="*/ 9 w 426"/>
                <a:gd name="T3" fmla="*/ 5 h 280"/>
                <a:gd name="T4" fmla="*/ 8 w 426"/>
                <a:gd name="T5" fmla="*/ 2 h 280"/>
                <a:gd name="T6" fmla="*/ 7 w 426"/>
                <a:gd name="T7" fmla="*/ 2 h 280"/>
                <a:gd name="T8" fmla="*/ 2 w 426"/>
                <a:gd name="T9" fmla="*/ 2 h 280"/>
                <a:gd name="T10" fmla="*/ 5 w 426"/>
                <a:gd name="T11" fmla="*/ 6 h 280"/>
                <a:gd name="T12" fmla="*/ 6 w 426"/>
                <a:gd name="T13" fmla="*/ 8 h 280"/>
                <a:gd name="T14" fmla="*/ 3 w 426"/>
                <a:gd name="T15" fmla="*/ 10 h 280"/>
                <a:gd name="T16" fmla="*/ 12 w 426"/>
                <a:gd name="T17" fmla="*/ 13 h 280"/>
                <a:gd name="T18" fmla="*/ 16 w 426"/>
                <a:gd name="T19" fmla="*/ 15 h 280"/>
                <a:gd name="T20" fmla="*/ 16 w 426"/>
                <a:gd name="T21" fmla="*/ 17 h 280"/>
                <a:gd name="T22" fmla="*/ 19 w 426"/>
                <a:gd name="T23" fmla="*/ 18 h 280"/>
                <a:gd name="T24" fmla="*/ 19 w 426"/>
                <a:gd name="T25" fmla="*/ 22 h 280"/>
                <a:gd name="T26" fmla="*/ 17 w 426"/>
                <a:gd name="T27" fmla="*/ 26 h 280"/>
                <a:gd name="T28" fmla="*/ 24 w 426"/>
                <a:gd name="T29" fmla="*/ 26 h 280"/>
                <a:gd name="T30" fmla="*/ 25 w 426"/>
                <a:gd name="T31" fmla="*/ 29 h 280"/>
                <a:gd name="T32" fmla="*/ 28 w 426"/>
                <a:gd name="T33" fmla="*/ 30 h 280"/>
                <a:gd name="T34" fmla="*/ 30 w 426"/>
                <a:gd name="T35" fmla="*/ 31 h 280"/>
                <a:gd name="T36" fmla="*/ 33 w 426"/>
                <a:gd name="T37" fmla="*/ 30 h 280"/>
                <a:gd name="T38" fmla="*/ 37 w 426"/>
                <a:gd name="T39" fmla="*/ 26 h 280"/>
                <a:gd name="T40" fmla="*/ 44 w 426"/>
                <a:gd name="T41" fmla="*/ 34 h 280"/>
                <a:gd name="T42" fmla="*/ 48 w 426"/>
                <a:gd name="T43" fmla="*/ 38 h 280"/>
                <a:gd name="T44" fmla="*/ 48 w 426"/>
                <a:gd name="T45" fmla="*/ 30 h 280"/>
                <a:gd name="T46" fmla="*/ 44 w 426"/>
                <a:gd name="T47" fmla="*/ 27 h 280"/>
                <a:gd name="T48" fmla="*/ 49 w 426"/>
                <a:gd name="T49" fmla="*/ 23 h 280"/>
                <a:gd name="T50" fmla="*/ 54 w 426"/>
                <a:gd name="T51" fmla="*/ 22 h 280"/>
                <a:gd name="T52" fmla="*/ 56 w 426"/>
                <a:gd name="T53" fmla="*/ 21 h 280"/>
                <a:gd name="T54" fmla="*/ 56 w 426"/>
                <a:gd name="T55" fmla="*/ 19 h 280"/>
                <a:gd name="T56" fmla="*/ 47 w 426"/>
                <a:gd name="T57" fmla="*/ 20 h 280"/>
                <a:gd name="T58" fmla="*/ 40 w 426"/>
                <a:gd name="T59" fmla="*/ 19 h 280"/>
                <a:gd name="T60" fmla="*/ 39 w 426"/>
                <a:gd name="T61" fmla="*/ 17 h 280"/>
                <a:gd name="T62" fmla="*/ 39 w 426"/>
                <a:gd name="T63" fmla="*/ 16 h 280"/>
                <a:gd name="T64" fmla="*/ 29 w 426"/>
                <a:gd name="T65" fmla="*/ 11 h 280"/>
                <a:gd name="T66" fmla="*/ 21 w 426"/>
                <a:gd name="T67" fmla="*/ 8 h 280"/>
                <a:gd name="T68" fmla="*/ 18 w 426"/>
                <a:gd name="T69" fmla="*/ 8 h 280"/>
                <a:gd name="T70" fmla="*/ 10 w 426"/>
                <a:gd name="T71" fmla="*/ 8 h 280"/>
                <a:gd name="T72" fmla="*/ 9 w 426"/>
                <a:gd name="T73" fmla="*/ 5 h 280"/>
                <a:gd name="T74" fmla="*/ 9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algn="ctr" rotWithShape="0">
                      <a:srgbClr val="989898">
                        <a:alpha val="50000"/>
                      </a:srgbClr>
                    </a:outerShdw>
                  </a:effectLst>
                </a14:hiddenEffects>
              </a:ext>
            </a:extLst>
          </p:spPr>
          <p:txBody>
            <a:bodyPr/>
            <a:lstStyle/>
            <a:p>
              <a:endParaRPr lang="zh-CN" altLang="en-US"/>
            </a:p>
          </p:txBody>
        </p:sp>
        <p:sp>
          <p:nvSpPr>
            <p:cNvPr id="41" name="Freeform 39"/>
            <p:cNvSpPr>
              <a:spLocks/>
            </p:cNvSpPr>
            <p:nvPr/>
          </p:nvSpPr>
          <p:spPr bwMode="invGray">
            <a:xfrm>
              <a:off x="4255" y="3243"/>
              <a:ext cx="311" cy="211"/>
            </a:xfrm>
            <a:custGeom>
              <a:avLst/>
              <a:gdLst>
                <a:gd name="T0" fmla="*/ 0 w 416"/>
                <a:gd name="T1" fmla="*/ 1 h 282"/>
                <a:gd name="T2" fmla="*/ 2 w 416"/>
                <a:gd name="T3" fmla="*/ 5 h 282"/>
                <a:gd name="T4" fmla="*/ 4 w 416"/>
                <a:gd name="T5" fmla="*/ 7 h 282"/>
                <a:gd name="T6" fmla="*/ 10 w 416"/>
                <a:gd name="T7" fmla="*/ 12 h 282"/>
                <a:gd name="T8" fmla="*/ 16 w 416"/>
                <a:gd name="T9" fmla="*/ 15 h 282"/>
                <a:gd name="T10" fmla="*/ 17 w 416"/>
                <a:gd name="T11" fmla="*/ 16 h 282"/>
                <a:gd name="T12" fmla="*/ 18 w 416"/>
                <a:gd name="T13" fmla="*/ 22 h 282"/>
                <a:gd name="T14" fmla="*/ 16 w 416"/>
                <a:gd name="T15" fmla="*/ 26 h 282"/>
                <a:gd name="T16" fmla="*/ 18 w 416"/>
                <a:gd name="T17" fmla="*/ 25 h 282"/>
                <a:gd name="T18" fmla="*/ 19 w 416"/>
                <a:gd name="T19" fmla="*/ 25 h 282"/>
                <a:gd name="T20" fmla="*/ 21 w 416"/>
                <a:gd name="T21" fmla="*/ 26 h 282"/>
                <a:gd name="T22" fmla="*/ 24 w 416"/>
                <a:gd name="T23" fmla="*/ 28 h 282"/>
                <a:gd name="T24" fmla="*/ 28 w 416"/>
                <a:gd name="T25" fmla="*/ 31 h 282"/>
                <a:gd name="T26" fmla="*/ 31 w 416"/>
                <a:gd name="T27" fmla="*/ 29 h 282"/>
                <a:gd name="T28" fmla="*/ 32 w 416"/>
                <a:gd name="T29" fmla="*/ 25 h 282"/>
                <a:gd name="T30" fmla="*/ 35 w 416"/>
                <a:gd name="T31" fmla="*/ 26 h 282"/>
                <a:gd name="T32" fmla="*/ 38 w 416"/>
                <a:gd name="T33" fmla="*/ 28 h 282"/>
                <a:gd name="T34" fmla="*/ 44 w 416"/>
                <a:gd name="T35" fmla="*/ 37 h 282"/>
                <a:gd name="T36" fmla="*/ 46 w 416"/>
                <a:gd name="T37" fmla="*/ 37 h 282"/>
                <a:gd name="T38" fmla="*/ 46 w 416"/>
                <a:gd name="T39" fmla="*/ 33 h 282"/>
                <a:gd name="T40" fmla="*/ 41 w 416"/>
                <a:gd name="T41" fmla="*/ 25 h 282"/>
                <a:gd name="T42" fmla="*/ 47 w 416"/>
                <a:gd name="T43" fmla="*/ 23 h 282"/>
                <a:gd name="T44" fmla="*/ 53 w 416"/>
                <a:gd name="T45" fmla="*/ 19 h 282"/>
                <a:gd name="T46" fmla="*/ 54 w 416"/>
                <a:gd name="T47" fmla="*/ 16 h 282"/>
                <a:gd name="T48" fmla="*/ 48 w 416"/>
                <a:gd name="T49" fmla="*/ 18 h 282"/>
                <a:gd name="T50" fmla="*/ 40 w 416"/>
                <a:gd name="T51" fmla="*/ 18 h 282"/>
                <a:gd name="T52" fmla="*/ 34 w 416"/>
                <a:gd name="T53" fmla="*/ 13 h 282"/>
                <a:gd name="T54" fmla="*/ 24 w 416"/>
                <a:gd name="T55" fmla="*/ 7 h 282"/>
                <a:gd name="T56" fmla="*/ 17 w 416"/>
                <a:gd name="T57" fmla="*/ 4 h 282"/>
                <a:gd name="T58" fmla="*/ 12 w 416"/>
                <a:gd name="T59" fmla="*/ 5 h 282"/>
                <a:gd name="T60" fmla="*/ 10 w 416"/>
                <a:gd name="T61" fmla="*/ 7 h 282"/>
                <a:gd name="T62" fmla="*/ 7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2" name="Freeform 40"/>
            <p:cNvSpPr>
              <a:spLocks/>
            </p:cNvSpPr>
            <p:nvPr/>
          </p:nvSpPr>
          <p:spPr bwMode="invGray">
            <a:xfrm>
              <a:off x="4485" y="4013"/>
              <a:ext cx="45" cy="58"/>
            </a:xfrm>
            <a:custGeom>
              <a:avLst/>
              <a:gdLst>
                <a:gd name="T0" fmla="*/ 5 w 60"/>
                <a:gd name="T1" fmla="*/ 2 h 78"/>
                <a:gd name="T2" fmla="*/ 0 w 60"/>
                <a:gd name="T3" fmla="*/ 2 h 78"/>
                <a:gd name="T4" fmla="*/ 3 w 60"/>
                <a:gd name="T5" fmla="*/ 5 h 78"/>
                <a:gd name="T6" fmla="*/ 4 w 60"/>
                <a:gd name="T7" fmla="*/ 8 h 78"/>
                <a:gd name="T8" fmla="*/ 5 w 60"/>
                <a:gd name="T9" fmla="*/ 10 h 78"/>
                <a:gd name="T10" fmla="*/ 8 w 60"/>
                <a:gd name="T11" fmla="*/ 7 h 78"/>
                <a:gd name="T12" fmla="*/ 5 w 60"/>
                <a:gd name="T13" fmla="*/ 2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3" name="Freeform 41"/>
            <p:cNvSpPr>
              <a:spLocks/>
            </p:cNvSpPr>
            <p:nvPr/>
          </p:nvSpPr>
          <p:spPr bwMode="invGray">
            <a:xfrm>
              <a:off x="4621" y="3923"/>
              <a:ext cx="164" cy="85"/>
            </a:xfrm>
            <a:custGeom>
              <a:avLst/>
              <a:gdLst>
                <a:gd name="T0" fmla="*/ 5 w 219"/>
                <a:gd name="T1" fmla="*/ 10 h 113"/>
                <a:gd name="T2" fmla="*/ 5 w 219"/>
                <a:gd name="T3" fmla="*/ 8 h 113"/>
                <a:gd name="T4" fmla="*/ 1 w 219"/>
                <a:gd name="T5" fmla="*/ 10 h 113"/>
                <a:gd name="T6" fmla="*/ 5 w 219"/>
                <a:gd name="T7" fmla="*/ 15 h 113"/>
                <a:gd name="T8" fmla="*/ 16 w 219"/>
                <a:gd name="T9" fmla="*/ 13 h 113"/>
                <a:gd name="T10" fmla="*/ 19 w 219"/>
                <a:gd name="T11" fmla="*/ 10 h 113"/>
                <a:gd name="T12" fmla="*/ 22 w 219"/>
                <a:gd name="T13" fmla="*/ 9 h 113"/>
                <a:gd name="T14" fmla="*/ 29 w 219"/>
                <a:gd name="T15" fmla="*/ 3 h 113"/>
                <a:gd name="T16" fmla="*/ 28 w 219"/>
                <a:gd name="T17" fmla="*/ 0 h 113"/>
                <a:gd name="T18" fmla="*/ 23 w 219"/>
                <a:gd name="T19" fmla="*/ 3 h 113"/>
                <a:gd name="T20" fmla="*/ 14 w 219"/>
                <a:gd name="T21" fmla="*/ 6 h 113"/>
                <a:gd name="T22" fmla="*/ 10 w 219"/>
                <a:gd name="T23" fmla="*/ 6 h 113"/>
                <a:gd name="T24" fmla="*/ 7 w 219"/>
                <a:gd name="T25" fmla="*/ 8 h 113"/>
                <a:gd name="T26" fmla="*/ 5 w 219"/>
                <a:gd name="T27" fmla="*/ 10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4" name="Freeform 42"/>
            <p:cNvSpPr>
              <a:spLocks/>
            </p:cNvSpPr>
            <p:nvPr/>
          </p:nvSpPr>
          <p:spPr bwMode="invGray">
            <a:xfrm>
              <a:off x="4791" y="3873"/>
              <a:ext cx="104" cy="92"/>
            </a:xfrm>
            <a:custGeom>
              <a:avLst/>
              <a:gdLst>
                <a:gd name="T0" fmla="*/ 1 w 139"/>
                <a:gd name="T1" fmla="*/ 8 h 122"/>
                <a:gd name="T2" fmla="*/ 1 w 139"/>
                <a:gd name="T3" fmla="*/ 11 h 122"/>
                <a:gd name="T4" fmla="*/ 0 w 139"/>
                <a:gd name="T5" fmla="*/ 15 h 122"/>
                <a:gd name="T6" fmla="*/ 4 w 139"/>
                <a:gd name="T7" fmla="*/ 17 h 122"/>
                <a:gd name="T8" fmla="*/ 7 w 139"/>
                <a:gd name="T9" fmla="*/ 13 h 122"/>
                <a:gd name="T10" fmla="*/ 16 w 139"/>
                <a:gd name="T11" fmla="*/ 10 h 122"/>
                <a:gd name="T12" fmla="*/ 18 w 139"/>
                <a:gd name="T13" fmla="*/ 6 h 122"/>
                <a:gd name="T14" fmla="*/ 14 w 139"/>
                <a:gd name="T15" fmla="*/ 4 h 122"/>
                <a:gd name="T16" fmla="*/ 13 w 139"/>
                <a:gd name="T17" fmla="*/ 3 h 122"/>
                <a:gd name="T18" fmla="*/ 8 w 139"/>
                <a:gd name="T19" fmla="*/ 2 h 122"/>
                <a:gd name="T20" fmla="*/ 7 w 139"/>
                <a:gd name="T21" fmla="*/ 5 h 122"/>
                <a:gd name="T22" fmla="*/ 1 w 139"/>
                <a:gd name="T23" fmla="*/ 8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5" name="Freeform 43"/>
            <p:cNvSpPr>
              <a:spLocks/>
            </p:cNvSpPr>
            <p:nvPr/>
          </p:nvSpPr>
          <p:spPr bwMode="invGray">
            <a:xfrm>
              <a:off x="4846" y="3832"/>
              <a:ext cx="37" cy="26"/>
            </a:xfrm>
            <a:custGeom>
              <a:avLst/>
              <a:gdLst>
                <a:gd name="T0" fmla="*/ 5 w 49"/>
                <a:gd name="T1" fmla="*/ 0 h 35"/>
                <a:gd name="T2" fmla="*/ 2 w 49"/>
                <a:gd name="T3" fmla="*/ 1 h 35"/>
                <a:gd name="T4" fmla="*/ 4 w 49"/>
                <a:gd name="T5" fmla="*/ 4 h 35"/>
                <a:gd name="T6" fmla="*/ 6 w 49"/>
                <a:gd name="T7" fmla="*/ 3 h 35"/>
                <a:gd name="T8" fmla="*/ 5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6" name="Freeform 44"/>
            <p:cNvSpPr>
              <a:spLocks/>
            </p:cNvSpPr>
            <p:nvPr/>
          </p:nvSpPr>
          <p:spPr bwMode="invGray">
            <a:xfrm>
              <a:off x="3123" y="3346"/>
              <a:ext cx="123" cy="201"/>
            </a:xfrm>
            <a:custGeom>
              <a:avLst/>
              <a:gdLst>
                <a:gd name="T0" fmla="*/ 17 w 164"/>
                <a:gd name="T1" fmla="*/ 0 h 268"/>
                <a:gd name="T2" fmla="*/ 14 w 164"/>
                <a:gd name="T3" fmla="*/ 4 h 268"/>
                <a:gd name="T4" fmla="*/ 13 w 164"/>
                <a:gd name="T5" fmla="*/ 8 h 268"/>
                <a:gd name="T6" fmla="*/ 5 w 164"/>
                <a:gd name="T7" fmla="*/ 11 h 268"/>
                <a:gd name="T8" fmla="*/ 4 w 164"/>
                <a:gd name="T9" fmla="*/ 13 h 268"/>
                <a:gd name="T10" fmla="*/ 2 w 164"/>
                <a:gd name="T11" fmla="*/ 14 h 268"/>
                <a:gd name="T12" fmla="*/ 3 w 164"/>
                <a:gd name="T13" fmla="*/ 18 h 268"/>
                <a:gd name="T14" fmla="*/ 4 w 164"/>
                <a:gd name="T15" fmla="*/ 22 h 268"/>
                <a:gd name="T16" fmla="*/ 0 w 164"/>
                <a:gd name="T17" fmla="*/ 27 h 268"/>
                <a:gd name="T18" fmla="*/ 4 w 164"/>
                <a:gd name="T19" fmla="*/ 35 h 268"/>
                <a:gd name="T20" fmla="*/ 8 w 164"/>
                <a:gd name="T21" fmla="*/ 36 h 268"/>
                <a:gd name="T22" fmla="*/ 13 w 164"/>
                <a:gd name="T23" fmla="*/ 29 h 268"/>
                <a:gd name="T24" fmla="*/ 14 w 164"/>
                <a:gd name="T25" fmla="*/ 26 h 268"/>
                <a:gd name="T26" fmla="*/ 17 w 164"/>
                <a:gd name="T27" fmla="*/ 16 h 268"/>
                <a:gd name="T28" fmla="*/ 19 w 164"/>
                <a:gd name="T29" fmla="*/ 11 h 268"/>
                <a:gd name="T30" fmla="*/ 22 w 164"/>
                <a:gd name="T31" fmla="*/ 10 h 268"/>
                <a:gd name="T32" fmla="*/ 17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7" name="Freeform 45"/>
            <p:cNvSpPr>
              <a:spLocks/>
            </p:cNvSpPr>
            <p:nvPr/>
          </p:nvSpPr>
          <p:spPr bwMode="invGray">
            <a:xfrm>
              <a:off x="3655" y="3034"/>
              <a:ext cx="49" cy="61"/>
            </a:xfrm>
            <a:custGeom>
              <a:avLst/>
              <a:gdLst>
                <a:gd name="T0" fmla="*/ 4 w 66"/>
                <a:gd name="T1" fmla="*/ 0 h 81"/>
                <a:gd name="T2" fmla="*/ 3 w 66"/>
                <a:gd name="T3" fmla="*/ 8 h 81"/>
                <a:gd name="T4" fmla="*/ 4 w 66"/>
                <a:gd name="T5" fmla="*/ 11 h 81"/>
                <a:gd name="T6" fmla="*/ 5 w 66"/>
                <a:gd name="T7" fmla="*/ 11 h 81"/>
                <a:gd name="T8" fmla="*/ 7 w 66"/>
                <a:gd name="T9" fmla="*/ 11 h 81"/>
                <a:gd name="T10" fmla="*/ 4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8" name="Freeform 46"/>
            <p:cNvSpPr>
              <a:spLocks/>
            </p:cNvSpPr>
            <p:nvPr/>
          </p:nvSpPr>
          <p:spPr bwMode="invGray">
            <a:xfrm>
              <a:off x="3988" y="3100"/>
              <a:ext cx="111" cy="183"/>
            </a:xfrm>
            <a:custGeom>
              <a:avLst/>
              <a:gdLst>
                <a:gd name="T0" fmla="*/ 13 w 148"/>
                <a:gd name="T1" fmla="*/ 0 h 244"/>
                <a:gd name="T2" fmla="*/ 8 w 148"/>
                <a:gd name="T3" fmla="*/ 11 h 244"/>
                <a:gd name="T4" fmla="*/ 5 w 148"/>
                <a:gd name="T5" fmla="*/ 13 h 244"/>
                <a:gd name="T6" fmla="*/ 2 w 148"/>
                <a:gd name="T7" fmla="*/ 15 h 244"/>
                <a:gd name="T8" fmla="*/ 6 w 148"/>
                <a:gd name="T9" fmla="*/ 26 h 244"/>
                <a:gd name="T10" fmla="*/ 8 w 148"/>
                <a:gd name="T11" fmla="*/ 30 h 244"/>
                <a:gd name="T12" fmla="*/ 8 w 148"/>
                <a:gd name="T13" fmla="*/ 32 h 244"/>
                <a:gd name="T14" fmla="*/ 11 w 148"/>
                <a:gd name="T15" fmla="*/ 33 h 244"/>
                <a:gd name="T16" fmla="*/ 13 w 148"/>
                <a:gd name="T17" fmla="*/ 26 h 244"/>
                <a:gd name="T18" fmla="*/ 17 w 148"/>
                <a:gd name="T19" fmla="*/ 23 h 244"/>
                <a:gd name="T20" fmla="*/ 15 w 148"/>
                <a:gd name="T21" fmla="*/ 10 h 244"/>
                <a:gd name="T22" fmla="*/ 19 w 148"/>
                <a:gd name="T23" fmla="*/ 6 h 244"/>
                <a:gd name="T24" fmla="*/ 15 w 148"/>
                <a:gd name="T25" fmla="*/ 3 h 244"/>
                <a:gd name="T26" fmla="*/ 13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9" name="Freeform 47"/>
            <p:cNvSpPr>
              <a:spLocks/>
            </p:cNvSpPr>
            <p:nvPr/>
          </p:nvSpPr>
          <p:spPr bwMode="invGray">
            <a:xfrm>
              <a:off x="3894" y="3043"/>
              <a:ext cx="72" cy="137"/>
            </a:xfrm>
            <a:custGeom>
              <a:avLst/>
              <a:gdLst>
                <a:gd name="T0" fmla="*/ 6 w 96"/>
                <a:gd name="T1" fmla="*/ 1 h 183"/>
                <a:gd name="T2" fmla="*/ 8 w 96"/>
                <a:gd name="T3" fmla="*/ 4 h 183"/>
                <a:gd name="T4" fmla="*/ 8 w 96"/>
                <a:gd name="T5" fmla="*/ 7 h 183"/>
                <a:gd name="T6" fmla="*/ 8 w 96"/>
                <a:gd name="T7" fmla="*/ 12 h 183"/>
                <a:gd name="T8" fmla="*/ 10 w 96"/>
                <a:gd name="T9" fmla="*/ 14 h 183"/>
                <a:gd name="T10" fmla="*/ 10 w 96"/>
                <a:gd name="T11" fmla="*/ 16 h 183"/>
                <a:gd name="T12" fmla="*/ 8 w 96"/>
                <a:gd name="T13" fmla="*/ 12 h 183"/>
                <a:gd name="T14" fmla="*/ 5 w 96"/>
                <a:gd name="T15" fmla="*/ 10 h 183"/>
                <a:gd name="T16" fmla="*/ 2 w 96"/>
                <a:gd name="T17" fmla="*/ 10 h 183"/>
                <a:gd name="T18" fmla="*/ 2 w 96"/>
                <a:gd name="T19" fmla="*/ 13 h 183"/>
                <a:gd name="T20" fmla="*/ 6 w 96"/>
                <a:gd name="T21" fmla="*/ 15 h 183"/>
                <a:gd name="T22" fmla="*/ 8 w 96"/>
                <a:gd name="T23" fmla="*/ 18 h 183"/>
                <a:gd name="T24" fmla="*/ 10 w 96"/>
                <a:gd name="T25" fmla="*/ 18 h 183"/>
                <a:gd name="T26" fmla="*/ 11 w 96"/>
                <a:gd name="T27" fmla="*/ 19 h 183"/>
                <a:gd name="T28" fmla="*/ 13 w 96"/>
                <a:gd name="T29" fmla="*/ 23 h 183"/>
                <a:gd name="T30" fmla="*/ 11 w 96"/>
                <a:gd name="T31" fmla="*/ 16 h 183"/>
                <a:gd name="T32" fmla="*/ 11 w 96"/>
                <a:gd name="T33" fmla="*/ 12 h 183"/>
                <a:gd name="T34" fmla="*/ 10 w 96"/>
                <a:gd name="T35" fmla="*/ 7 h 183"/>
                <a:gd name="T36" fmla="*/ 8 w 96"/>
                <a:gd name="T37" fmla="*/ 5 h 183"/>
                <a:gd name="T38" fmla="*/ 8 w 96"/>
                <a:gd name="T39" fmla="*/ 2 h 183"/>
                <a:gd name="T40" fmla="*/ 6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0" name="Freeform 48"/>
            <p:cNvSpPr>
              <a:spLocks/>
            </p:cNvSpPr>
            <p:nvPr/>
          </p:nvSpPr>
          <p:spPr bwMode="invGray">
            <a:xfrm>
              <a:off x="3943" y="3153"/>
              <a:ext cx="40" cy="131"/>
            </a:xfrm>
            <a:custGeom>
              <a:avLst/>
              <a:gdLst>
                <a:gd name="T0" fmla="*/ 1 w 54"/>
                <a:gd name="T1" fmla="*/ 0 h 175"/>
                <a:gd name="T2" fmla="*/ 0 w 54"/>
                <a:gd name="T3" fmla="*/ 3 h 175"/>
                <a:gd name="T4" fmla="*/ 1 w 54"/>
                <a:gd name="T5" fmla="*/ 7 h 175"/>
                <a:gd name="T6" fmla="*/ 2 w 54"/>
                <a:gd name="T7" fmla="*/ 12 h 175"/>
                <a:gd name="T8" fmla="*/ 4 w 54"/>
                <a:gd name="T9" fmla="*/ 17 h 175"/>
                <a:gd name="T10" fmla="*/ 7 w 54"/>
                <a:gd name="T11" fmla="*/ 23 h 175"/>
                <a:gd name="T12" fmla="*/ 5 w 54"/>
                <a:gd name="T13" fmla="*/ 15 h 175"/>
                <a:gd name="T14" fmla="*/ 4 w 54"/>
                <a:gd name="T15" fmla="*/ 12 h 175"/>
                <a:gd name="T16" fmla="*/ 4 w 54"/>
                <a:gd name="T17" fmla="*/ 7 h 175"/>
                <a:gd name="T18" fmla="*/ 3 w 54"/>
                <a:gd name="T19" fmla="*/ 5 h 175"/>
                <a:gd name="T20" fmla="*/ 2 w 54"/>
                <a:gd name="T21" fmla="*/ 5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1" name="Freeform 49"/>
            <p:cNvSpPr>
              <a:spLocks/>
            </p:cNvSpPr>
            <p:nvPr/>
          </p:nvSpPr>
          <p:spPr bwMode="invGray">
            <a:xfrm>
              <a:off x="3988" y="3290"/>
              <a:ext cx="65" cy="54"/>
            </a:xfrm>
            <a:custGeom>
              <a:avLst/>
              <a:gdLst>
                <a:gd name="T0" fmla="*/ 2 w 86"/>
                <a:gd name="T1" fmla="*/ 0 h 73"/>
                <a:gd name="T2" fmla="*/ 2 w 86"/>
                <a:gd name="T3" fmla="*/ 4 h 73"/>
                <a:gd name="T4" fmla="*/ 4 w 86"/>
                <a:gd name="T5" fmla="*/ 5 h 73"/>
                <a:gd name="T6" fmla="*/ 6 w 86"/>
                <a:gd name="T7" fmla="*/ 6 h 73"/>
                <a:gd name="T8" fmla="*/ 8 w 86"/>
                <a:gd name="T9" fmla="*/ 7 h 73"/>
                <a:gd name="T10" fmla="*/ 11 w 86"/>
                <a:gd name="T11" fmla="*/ 8 h 73"/>
                <a:gd name="T12" fmla="*/ 12 w 86"/>
                <a:gd name="T13" fmla="*/ 9 h 73"/>
                <a:gd name="T14" fmla="*/ 10 w 86"/>
                <a:gd name="T15" fmla="*/ 5 h 73"/>
                <a:gd name="T16" fmla="*/ 8 w 86"/>
                <a:gd name="T17" fmla="*/ 3 h 73"/>
                <a:gd name="T18" fmla="*/ 5 w 86"/>
                <a:gd name="T19" fmla="*/ 3 h 73"/>
                <a:gd name="T20" fmla="*/ 4 w 86"/>
                <a:gd name="T21" fmla="*/ 2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2" name="Freeform 50"/>
            <p:cNvSpPr>
              <a:spLocks/>
            </p:cNvSpPr>
            <p:nvPr/>
          </p:nvSpPr>
          <p:spPr bwMode="invGray">
            <a:xfrm>
              <a:off x="4092" y="3195"/>
              <a:ext cx="83" cy="117"/>
            </a:xfrm>
            <a:custGeom>
              <a:avLst/>
              <a:gdLst>
                <a:gd name="T0" fmla="*/ 13 w 111"/>
                <a:gd name="T1" fmla="*/ 0 h 156"/>
                <a:gd name="T2" fmla="*/ 10 w 111"/>
                <a:gd name="T3" fmla="*/ 2 h 156"/>
                <a:gd name="T4" fmla="*/ 3 w 111"/>
                <a:gd name="T5" fmla="*/ 2 h 156"/>
                <a:gd name="T6" fmla="*/ 1 w 111"/>
                <a:gd name="T7" fmla="*/ 5 h 156"/>
                <a:gd name="T8" fmla="*/ 1 w 111"/>
                <a:gd name="T9" fmla="*/ 8 h 156"/>
                <a:gd name="T10" fmla="*/ 1 w 111"/>
                <a:gd name="T11" fmla="*/ 11 h 156"/>
                <a:gd name="T12" fmla="*/ 1 w 111"/>
                <a:gd name="T13" fmla="*/ 13 h 156"/>
                <a:gd name="T14" fmla="*/ 1 w 111"/>
                <a:gd name="T15" fmla="*/ 15 h 156"/>
                <a:gd name="T16" fmla="*/ 3 w 111"/>
                <a:gd name="T17" fmla="*/ 17 h 156"/>
                <a:gd name="T18" fmla="*/ 1 w 111"/>
                <a:gd name="T19" fmla="*/ 20 h 156"/>
                <a:gd name="T20" fmla="*/ 3 w 111"/>
                <a:gd name="T21" fmla="*/ 22 h 156"/>
                <a:gd name="T22" fmla="*/ 5 w 111"/>
                <a:gd name="T23" fmla="*/ 20 h 156"/>
                <a:gd name="T24" fmla="*/ 7 w 111"/>
                <a:gd name="T25" fmla="*/ 13 h 156"/>
                <a:gd name="T26" fmla="*/ 7 w 111"/>
                <a:gd name="T27" fmla="*/ 17 h 156"/>
                <a:gd name="T28" fmla="*/ 9 w 111"/>
                <a:gd name="T29" fmla="*/ 20 h 156"/>
                <a:gd name="T30" fmla="*/ 7 w 111"/>
                <a:gd name="T31" fmla="*/ 15 h 156"/>
                <a:gd name="T32" fmla="*/ 9 w 111"/>
                <a:gd name="T33" fmla="*/ 10 h 156"/>
                <a:gd name="T34" fmla="*/ 9 w 111"/>
                <a:gd name="T35" fmla="*/ 8 h 156"/>
                <a:gd name="T36" fmla="*/ 7 w 111"/>
                <a:gd name="T37" fmla="*/ 8 h 156"/>
                <a:gd name="T38" fmla="*/ 4 w 111"/>
                <a:gd name="T39" fmla="*/ 8 h 156"/>
                <a:gd name="T40" fmla="*/ 5 w 111"/>
                <a:gd name="T41" fmla="*/ 5 h 156"/>
                <a:gd name="T42" fmla="*/ 7 w 111"/>
                <a:gd name="T43" fmla="*/ 5 h 156"/>
                <a:gd name="T44" fmla="*/ 10 w 111"/>
                <a:gd name="T45" fmla="*/ 6 h 156"/>
                <a:gd name="T46" fmla="*/ 13 w 111"/>
                <a:gd name="T47" fmla="*/ 5 h 156"/>
                <a:gd name="T48" fmla="*/ 14 w 111"/>
                <a:gd name="T49" fmla="*/ 2 h 156"/>
                <a:gd name="T50" fmla="*/ 13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3" name="Freeform 51"/>
            <p:cNvSpPr>
              <a:spLocks/>
            </p:cNvSpPr>
            <p:nvPr/>
          </p:nvSpPr>
          <p:spPr bwMode="invGray">
            <a:xfrm>
              <a:off x="4064" y="2777"/>
              <a:ext cx="22" cy="71"/>
            </a:xfrm>
            <a:custGeom>
              <a:avLst/>
              <a:gdLst>
                <a:gd name="T0" fmla="*/ 1 w 30"/>
                <a:gd name="T1" fmla="*/ 0 h 94"/>
                <a:gd name="T2" fmla="*/ 0 w 30"/>
                <a:gd name="T3" fmla="*/ 2 h 94"/>
                <a:gd name="T4" fmla="*/ 1 w 30"/>
                <a:gd name="T5" fmla="*/ 5 h 94"/>
                <a:gd name="T6" fmla="*/ 1 w 30"/>
                <a:gd name="T7" fmla="*/ 8 h 94"/>
                <a:gd name="T8" fmla="*/ 2 w 30"/>
                <a:gd name="T9" fmla="*/ 13 h 94"/>
                <a:gd name="T10" fmla="*/ 4 w 30"/>
                <a:gd name="T11" fmla="*/ 11 h 94"/>
                <a:gd name="T12" fmla="*/ 3 w 30"/>
                <a:gd name="T13" fmla="*/ 8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4" name="Freeform 52"/>
            <p:cNvSpPr>
              <a:spLocks/>
            </p:cNvSpPr>
            <p:nvPr/>
          </p:nvSpPr>
          <p:spPr bwMode="invGray">
            <a:xfrm>
              <a:off x="4078" y="2896"/>
              <a:ext cx="61" cy="118"/>
            </a:xfrm>
            <a:custGeom>
              <a:avLst/>
              <a:gdLst>
                <a:gd name="T0" fmla="*/ 2 w 81"/>
                <a:gd name="T1" fmla="*/ 1 h 158"/>
                <a:gd name="T2" fmla="*/ 0 w 81"/>
                <a:gd name="T3" fmla="*/ 2 h 158"/>
                <a:gd name="T4" fmla="*/ 2 w 81"/>
                <a:gd name="T5" fmla="*/ 7 h 158"/>
                <a:gd name="T6" fmla="*/ 2 w 81"/>
                <a:gd name="T7" fmla="*/ 14 h 158"/>
                <a:gd name="T8" fmla="*/ 3 w 81"/>
                <a:gd name="T9" fmla="*/ 13 h 158"/>
                <a:gd name="T10" fmla="*/ 3 w 81"/>
                <a:gd name="T11" fmla="*/ 15 h 158"/>
                <a:gd name="T12" fmla="*/ 5 w 81"/>
                <a:gd name="T13" fmla="*/ 16 h 158"/>
                <a:gd name="T14" fmla="*/ 6 w 81"/>
                <a:gd name="T15" fmla="*/ 18 h 158"/>
                <a:gd name="T16" fmla="*/ 6 w 81"/>
                <a:gd name="T17" fmla="*/ 16 h 158"/>
                <a:gd name="T18" fmla="*/ 9 w 81"/>
                <a:gd name="T19" fmla="*/ 17 h 158"/>
                <a:gd name="T20" fmla="*/ 8 w 81"/>
                <a:gd name="T21" fmla="*/ 14 h 158"/>
                <a:gd name="T22" fmla="*/ 6 w 81"/>
                <a:gd name="T23" fmla="*/ 13 h 158"/>
                <a:gd name="T24" fmla="*/ 6 w 81"/>
                <a:gd name="T25" fmla="*/ 12 h 158"/>
                <a:gd name="T26" fmla="*/ 5 w 81"/>
                <a:gd name="T27" fmla="*/ 10 h 158"/>
                <a:gd name="T28" fmla="*/ 6 w 81"/>
                <a:gd name="T29" fmla="*/ 7 h 158"/>
                <a:gd name="T30" fmla="*/ 5 w 81"/>
                <a:gd name="T31" fmla="*/ 4 h 158"/>
                <a:gd name="T32" fmla="*/ 6 w 81"/>
                <a:gd name="T33" fmla="*/ 2 h 158"/>
                <a:gd name="T34" fmla="*/ 5 w 81"/>
                <a:gd name="T35" fmla="*/ 1 h 158"/>
                <a:gd name="T36" fmla="*/ 3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5" name="Freeform 53"/>
            <p:cNvSpPr>
              <a:spLocks/>
            </p:cNvSpPr>
            <p:nvPr/>
          </p:nvSpPr>
          <p:spPr bwMode="invGray">
            <a:xfrm>
              <a:off x="4121" y="3052"/>
              <a:ext cx="64" cy="79"/>
            </a:xfrm>
            <a:custGeom>
              <a:avLst/>
              <a:gdLst>
                <a:gd name="T0" fmla="*/ 8 w 85"/>
                <a:gd name="T1" fmla="*/ 0 h 105"/>
                <a:gd name="T2" fmla="*/ 6 w 85"/>
                <a:gd name="T3" fmla="*/ 3 h 105"/>
                <a:gd name="T4" fmla="*/ 5 w 85"/>
                <a:gd name="T5" fmla="*/ 5 h 105"/>
                <a:gd name="T6" fmla="*/ 2 w 85"/>
                <a:gd name="T7" fmla="*/ 5 h 105"/>
                <a:gd name="T8" fmla="*/ 2 w 85"/>
                <a:gd name="T9" fmla="*/ 6 h 105"/>
                <a:gd name="T10" fmla="*/ 2 w 85"/>
                <a:gd name="T11" fmla="*/ 11 h 105"/>
                <a:gd name="T12" fmla="*/ 2 w 85"/>
                <a:gd name="T13" fmla="*/ 10 h 105"/>
                <a:gd name="T14" fmla="*/ 4 w 85"/>
                <a:gd name="T15" fmla="*/ 8 h 105"/>
                <a:gd name="T16" fmla="*/ 5 w 85"/>
                <a:gd name="T17" fmla="*/ 10 h 105"/>
                <a:gd name="T18" fmla="*/ 8 w 85"/>
                <a:gd name="T19" fmla="*/ 14 h 105"/>
                <a:gd name="T20" fmla="*/ 10 w 85"/>
                <a:gd name="T21" fmla="*/ 10 h 105"/>
                <a:gd name="T22" fmla="*/ 11 w 85"/>
                <a:gd name="T23" fmla="*/ 10 h 105"/>
                <a:gd name="T24" fmla="*/ 11 w 85"/>
                <a:gd name="T25" fmla="*/ 6 h 105"/>
                <a:gd name="T26" fmla="*/ 8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6" name="Freeform 54"/>
            <p:cNvSpPr>
              <a:spLocks/>
            </p:cNvSpPr>
            <p:nvPr/>
          </p:nvSpPr>
          <p:spPr bwMode="invGray">
            <a:xfrm>
              <a:off x="4197" y="3193"/>
              <a:ext cx="29" cy="49"/>
            </a:xfrm>
            <a:custGeom>
              <a:avLst/>
              <a:gdLst>
                <a:gd name="T0" fmla="*/ 2 w 38"/>
                <a:gd name="T1" fmla="*/ 3 h 66"/>
                <a:gd name="T2" fmla="*/ 4 w 38"/>
                <a:gd name="T3" fmla="*/ 8 h 66"/>
                <a:gd name="T4" fmla="*/ 5 w 38"/>
                <a:gd name="T5" fmla="*/ 7 h 66"/>
                <a:gd name="T6" fmla="*/ 6 w 38"/>
                <a:gd name="T7" fmla="*/ 5 h 66"/>
                <a:gd name="T8" fmla="*/ 5 w 38"/>
                <a:gd name="T9" fmla="*/ 3 h 66"/>
                <a:gd name="T10" fmla="*/ 3 w 38"/>
                <a:gd name="T11" fmla="*/ 1 h 66"/>
                <a:gd name="T12" fmla="*/ 2 w 38"/>
                <a:gd name="T13" fmla="*/ 1 h 66"/>
                <a:gd name="T14" fmla="*/ 2 w 38"/>
                <a:gd name="T15" fmla="*/ 1 h 66"/>
                <a:gd name="T16" fmla="*/ 2 w 38"/>
                <a:gd name="T17" fmla="*/ 3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7" name="Freeform 55"/>
            <p:cNvSpPr>
              <a:spLocks/>
            </p:cNvSpPr>
            <p:nvPr/>
          </p:nvSpPr>
          <p:spPr bwMode="invGray">
            <a:xfrm>
              <a:off x="4181" y="3275"/>
              <a:ext cx="18" cy="17"/>
            </a:xfrm>
            <a:custGeom>
              <a:avLst/>
              <a:gdLst>
                <a:gd name="T0" fmla="*/ 0 w 24"/>
                <a:gd name="T1" fmla="*/ 0 h 23"/>
                <a:gd name="T2" fmla="*/ 2 w 24"/>
                <a:gd name="T3" fmla="*/ 3 h 23"/>
                <a:gd name="T4" fmla="*/ 4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8" name="Freeform 56"/>
            <p:cNvSpPr>
              <a:spLocks/>
            </p:cNvSpPr>
            <p:nvPr/>
          </p:nvSpPr>
          <p:spPr bwMode="invGray">
            <a:xfrm>
              <a:off x="4208" y="3265"/>
              <a:ext cx="45" cy="37"/>
            </a:xfrm>
            <a:custGeom>
              <a:avLst/>
              <a:gdLst>
                <a:gd name="T0" fmla="*/ 2 w 60"/>
                <a:gd name="T1" fmla="*/ 0 h 49"/>
                <a:gd name="T2" fmla="*/ 0 w 60"/>
                <a:gd name="T3" fmla="*/ 3 h 49"/>
                <a:gd name="T4" fmla="*/ 4 w 60"/>
                <a:gd name="T5" fmla="*/ 5 h 49"/>
                <a:gd name="T6" fmla="*/ 6 w 60"/>
                <a:gd name="T7" fmla="*/ 6 h 49"/>
                <a:gd name="T8" fmla="*/ 8 w 60"/>
                <a:gd name="T9" fmla="*/ 6 h 49"/>
                <a:gd name="T10" fmla="*/ 7 w 60"/>
                <a:gd name="T11" fmla="*/ 4 h 49"/>
                <a:gd name="T12" fmla="*/ 4 w 60"/>
                <a:gd name="T13" fmla="*/ 2 h 49"/>
                <a:gd name="T14" fmla="*/ 3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9" name="Freeform 57"/>
            <p:cNvSpPr>
              <a:spLocks/>
            </p:cNvSpPr>
            <p:nvPr/>
          </p:nvSpPr>
          <p:spPr bwMode="invGray">
            <a:xfrm>
              <a:off x="4277" y="3335"/>
              <a:ext cx="24" cy="33"/>
            </a:xfrm>
            <a:custGeom>
              <a:avLst/>
              <a:gdLst>
                <a:gd name="T0" fmla="*/ 4 w 32"/>
                <a:gd name="T1" fmla="*/ 0 h 44"/>
                <a:gd name="T2" fmla="*/ 2 w 32"/>
                <a:gd name="T3" fmla="*/ 2 h 44"/>
                <a:gd name="T4" fmla="*/ 2 w 32"/>
                <a:gd name="T5" fmla="*/ 5 h 44"/>
                <a:gd name="T6" fmla="*/ 4 w 32"/>
                <a:gd name="T7" fmla="*/ 5 h 44"/>
                <a:gd name="T8" fmla="*/ 4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0" name="Freeform 58"/>
            <p:cNvSpPr>
              <a:spLocks/>
            </p:cNvSpPr>
            <p:nvPr/>
          </p:nvSpPr>
          <p:spPr bwMode="invGray">
            <a:xfrm>
              <a:off x="4544" y="3293"/>
              <a:ext cx="46" cy="47"/>
            </a:xfrm>
            <a:custGeom>
              <a:avLst/>
              <a:gdLst>
                <a:gd name="T0" fmla="*/ 2 w 61"/>
                <a:gd name="T1" fmla="*/ 0 h 63"/>
                <a:gd name="T2" fmla="*/ 0 w 61"/>
                <a:gd name="T3" fmla="*/ 1 h 63"/>
                <a:gd name="T4" fmla="*/ 4 w 61"/>
                <a:gd name="T5" fmla="*/ 4 h 63"/>
                <a:gd name="T6" fmla="*/ 5 w 61"/>
                <a:gd name="T7" fmla="*/ 7 h 63"/>
                <a:gd name="T8" fmla="*/ 6 w 61"/>
                <a:gd name="T9" fmla="*/ 7 h 63"/>
                <a:gd name="T10" fmla="*/ 8 w 61"/>
                <a:gd name="T11" fmla="*/ 7 h 63"/>
                <a:gd name="T12" fmla="*/ 5 w 61"/>
                <a:gd name="T13" fmla="*/ 2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1" name="Freeform 59"/>
            <p:cNvSpPr>
              <a:spLocks/>
            </p:cNvSpPr>
            <p:nvPr/>
          </p:nvSpPr>
          <p:spPr bwMode="invGray">
            <a:xfrm>
              <a:off x="4147" y="3352"/>
              <a:ext cx="46" cy="50"/>
            </a:xfrm>
            <a:custGeom>
              <a:avLst/>
              <a:gdLst>
                <a:gd name="T0" fmla="*/ 4 w 61"/>
                <a:gd name="T1" fmla="*/ 1 h 67"/>
                <a:gd name="T2" fmla="*/ 5 w 61"/>
                <a:gd name="T3" fmla="*/ 4 h 67"/>
                <a:gd name="T4" fmla="*/ 2 w 61"/>
                <a:gd name="T5" fmla="*/ 5 h 67"/>
                <a:gd name="T6" fmla="*/ 4 w 61"/>
                <a:gd name="T7" fmla="*/ 9 h 67"/>
                <a:gd name="T8" fmla="*/ 6 w 61"/>
                <a:gd name="T9" fmla="*/ 7 h 67"/>
                <a:gd name="T10" fmla="*/ 8 w 61"/>
                <a:gd name="T11" fmla="*/ 5 h 67"/>
                <a:gd name="T12" fmla="*/ 8 w 61"/>
                <a:gd name="T13" fmla="*/ 4 h 67"/>
                <a:gd name="T14" fmla="*/ 8 w 61"/>
                <a:gd name="T15" fmla="*/ 1 h 67"/>
                <a:gd name="T16" fmla="*/ 8 w 61"/>
                <a:gd name="T17" fmla="*/ 1 h 67"/>
                <a:gd name="T18" fmla="*/ 6 w 61"/>
                <a:gd name="T19" fmla="*/ 1 h 67"/>
                <a:gd name="T20" fmla="*/ 8 w 61"/>
                <a:gd name="T21" fmla="*/ 1 h 67"/>
                <a:gd name="T22" fmla="*/ 7 w 61"/>
                <a:gd name="T23" fmla="*/ 2 h 67"/>
                <a:gd name="T24" fmla="*/ 6 w 61"/>
                <a:gd name="T25" fmla="*/ 3 h 67"/>
                <a:gd name="T26" fmla="*/ 4 w 61"/>
                <a:gd name="T27" fmla="*/ 1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2" name="Freeform 60"/>
            <p:cNvSpPr>
              <a:spLocks/>
            </p:cNvSpPr>
            <p:nvPr/>
          </p:nvSpPr>
          <p:spPr bwMode="invGray">
            <a:xfrm>
              <a:off x="4098" y="3371"/>
              <a:ext cx="32" cy="27"/>
            </a:xfrm>
            <a:custGeom>
              <a:avLst/>
              <a:gdLst>
                <a:gd name="T0" fmla="*/ 3 w 43"/>
                <a:gd name="T1" fmla="*/ 2 h 36"/>
                <a:gd name="T2" fmla="*/ 1 w 43"/>
                <a:gd name="T3" fmla="*/ 2 h 36"/>
                <a:gd name="T4" fmla="*/ 4 w 43"/>
                <a:gd name="T5" fmla="*/ 5 h 36"/>
                <a:gd name="T6" fmla="*/ 5 w 43"/>
                <a:gd name="T7" fmla="*/ 5 h 36"/>
                <a:gd name="T8" fmla="*/ 3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3" name="Freeform 61"/>
            <p:cNvSpPr>
              <a:spLocks/>
            </p:cNvSpPr>
            <p:nvPr/>
          </p:nvSpPr>
          <p:spPr bwMode="invGray">
            <a:xfrm>
              <a:off x="4077" y="3342"/>
              <a:ext cx="24" cy="31"/>
            </a:xfrm>
            <a:custGeom>
              <a:avLst/>
              <a:gdLst>
                <a:gd name="T0" fmla="*/ 3 w 32"/>
                <a:gd name="T1" fmla="*/ 0 h 41"/>
                <a:gd name="T2" fmla="*/ 0 w 32"/>
                <a:gd name="T3" fmla="*/ 4 h 41"/>
                <a:gd name="T4" fmla="*/ 2 w 32"/>
                <a:gd name="T5" fmla="*/ 4 h 41"/>
                <a:gd name="T6" fmla="*/ 3 w 32"/>
                <a:gd name="T7" fmla="*/ 5 h 41"/>
                <a:gd name="T8" fmla="*/ 2 w 32"/>
                <a:gd name="T9" fmla="*/ 5 h 41"/>
                <a:gd name="T10" fmla="*/ 5 w 32"/>
                <a:gd name="T11" fmla="*/ 3 h 41"/>
                <a:gd name="T12" fmla="*/ 4 w 32"/>
                <a:gd name="T13" fmla="*/ 2 h 41"/>
                <a:gd name="T14" fmla="*/ 3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4" name="Freeform 62"/>
            <p:cNvSpPr>
              <a:spLocks/>
            </p:cNvSpPr>
            <p:nvPr/>
          </p:nvSpPr>
          <p:spPr bwMode="invGray">
            <a:xfrm>
              <a:off x="4111" y="3353"/>
              <a:ext cx="34" cy="24"/>
            </a:xfrm>
            <a:custGeom>
              <a:avLst/>
              <a:gdLst>
                <a:gd name="T0" fmla="*/ 3 w 45"/>
                <a:gd name="T1" fmla="*/ 0 h 32"/>
                <a:gd name="T2" fmla="*/ 0 w 45"/>
                <a:gd name="T3" fmla="*/ 2 h 32"/>
                <a:gd name="T4" fmla="*/ 4 w 45"/>
                <a:gd name="T5" fmla="*/ 5 h 32"/>
                <a:gd name="T6" fmla="*/ 6 w 45"/>
                <a:gd name="T7" fmla="*/ 4 h 32"/>
                <a:gd name="T8" fmla="*/ 4 w 45"/>
                <a:gd name="T9" fmla="*/ 2 h 32"/>
                <a:gd name="T10" fmla="*/ 3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5" name="Freeform 63"/>
            <p:cNvSpPr>
              <a:spLocks/>
            </p:cNvSpPr>
            <p:nvPr/>
          </p:nvSpPr>
          <p:spPr bwMode="invGray">
            <a:xfrm>
              <a:off x="4062" y="3021"/>
              <a:ext cx="27" cy="55"/>
            </a:xfrm>
            <a:custGeom>
              <a:avLst/>
              <a:gdLst>
                <a:gd name="T0" fmla="*/ 5 w 35"/>
                <a:gd name="T1" fmla="*/ 0 h 74"/>
                <a:gd name="T2" fmla="*/ 3 w 35"/>
                <a:gd name="T3" fmla="*/ 1 h 74"/>
                <a:gd name="T4" fmla="*/ 2 w 35"/>
                <a:gd name="T5" fmla="*/ 4 h 74"/>
                <a:gd name="T6" fmla="*/ 0 w 35"/>
                <a:gd name="T7" fmla="*/ 7 h 74"/>
                <a:gd name="T8" fmla="*/ 2 w 35"/>
                <a:gd name="T9" fmla="*/ 9 h 74"/>
                <a:gd name="T10" fmla="*/ 3 w 35"/>
                <a:gd name="T11" fmla="*/ 7 h 74"/>
                <a:gd name="T12" fmla="*/ 5 w 35"/>
                <a:gd name="T13" fmla="*/ 4 h 74"/>
                <a:gd name="T14" fmla="*/ 5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6" name="Freeform 64"/>
            <p:cNvSpPr>
              <a:spLocks/>
            </p:cNvSpPr>
            <p:nvPr/>
          </p:nvSpPr>
          <p:spPr bwMode="invGray">
            <a:xfrm>
              <a:off x="4113" y="3012"/>
              <a:ext cx="19" cy="55"/>
            </a:xfrm>
            <a:custGeom>
              <a:avLst/>
              <a:gdLst>
                <a:gd name="T0" fmla="*/ 2 w 25"/>
                <a:gd name="T1" fmla="*/ 2 h 73"/>
                <a:gd name="T2" fmla="*/ 2 w 25"/>
                <a:gd name="T3" fmla="*/ 2 h 73"/>
                <a:gd name="T4" fmla="*/ 0 w 25"/>
                <a:gd name="T5" fmla="*/ 4 h 73"/>
                <a:gd name="T6" fmla="*/ 2 w 25"/>
                <a:gd name="T7" fmla="*/ 6 h 73"/>
                <a:gd name="T8" fmla="*/ 4 w 25"/>
                <a:gd name="T9" fmla="*/ 8 h 73"/>
                <a:gd name="T10" fmla="*/ 2 w 25"/>
                <a:gd name="T11" fmla="*/ 3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7" name="Freeform 65"/>
            <p:cNvSpPr>
              <a:spLocks/>
            </p:cNvSpPr>
            <p:nvPr/>
          </p:nvSpPr>
          <p:spPr bwMode="invGray">
            <a:xfrm>
              <a:off x="4135" y="2995"/>
              <a:ext cx="10" cy="25"/>
            </a:xfrm>
            <a:custGeom>
              <a:avLst/>
              <a:gdLst>
                <a:gd name="T0" fmla="*/ 1 w 14"/>
                <a:gd name="T1" fmla="*/ 0 h 33"/>
                <a:gd name="T2" fmla="*/ 1 w 14"/>
                <a:gd name="T3" fmla="*/ 2 h 33"/>
                <a:gd name="T4" fmla="*/ 1 w 14"/>
                <a:gd name="T5" fmla="*/ 4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8" name="Freeform 66"/>
            <p:cNvSpPr>
              <a:spLocks/>
            </p:cNvSpPr>
            <p:nvPr/>
          </p:nvSpPr>
          <p:spPr bwMode="invGray">
            <a:xfrm>
              <a:off x="4145" y="3007"/>
              <a:ext cx="21" cy="48"/>
            </a:xfrm>
            <a:custGeom>
              <a:avLst/>
              <a:gdLst>
                <a:gd name="T0" fmla="*/ 2 w 28"/>
                <a:gd name="T1" fmla="*/ 0 h 64"/>
                <a:gd name="T2" fmla="*/ 2 w 28"/>
                <a:gd name="T3" fmla="*/ 2 h 64"/>
                <a:gd name="T4" fmla="*/ 3 w 28"/>
                <a:gd name="T5" fmla="*/ 3 h 64"/>
                <a:gd name="T6" fmla="*/ 2 w 28"/>
                <a:gd name="T7" fmla="*/ 6 h 64"/>
                <a:gd name="T8" fmla="*/ 0 w 28"/>
                <a:gd name="T9" fmla="*/ 8 h 64"/>
                <a:gd name="T10" fmla="*/ 2 w 28"/>
                <a:gd name="T11" fmla="*/ 8 h 64"/>
                <a:gd name="T12" fmla="*/ 4 w 28"/>
                <a:gd name="T13" fmla="*/ 4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9" name="Freeform 67"/>
            <p:cNvSpPr>
              <a:spLocks/>
            </p:cNvSpPr>
            <p:nvPr/>
          </p:nvSpPr>
          <p:spPr bwMode="invGray">
            <a:xfrm>
              <a:off x="3876" y="3076"/>
              <a:ext cx="12" cy="27"/>
            </a:xfrm>
            <a:custGeom>
              <a:avLst/>
              <a:gdLst>
                <a:gd name="T0" fmla="*/ 2 w 16"/>
                <a:gd name="T1" fmla="*/ 2 h 36"/>
                <a:gd name="T2" fmla="*/ 0 w 16"/>
                <a:gd name="T3" fmla="*/ 2 h 36"/>
                <a:gd name="T4" fmla="*/ 2 w 16"/>
                <a:gd name="T5" fmla="*/ 4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0" name="Freeform 68"/>
            <p:cNvSpPr>
              <a:spLocks/>
            </p:cNvSpPr>
            <p:nvPr/>
          </p:nvSpPr>
          <p:spPr bwMode="invGray">
            <a:xfrm>
              <a:off x="3866" y="3053"/>
              <a:ext cx="10" cy="15"/>
            </a:xfrm>
            <a:custGeom>
              <a:avLst/>
              <a:gdLst>
                <a:gd name="T0" fmla="*/ 2 w 13"/>
                <a:gd name="T1" fmla="*/ 2 h 20"/>
                <a:gd name="T2" fmla="*/ 1 w 13"/>
                <a:gd name="T3" fmla="*/ 2 h 20"/>
                <a:gd name="T4" fmla="*/ 2 w 13"/>
                <a:gd name="T5" fmla="*/ 3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1" name="Freeform 69"/>
            <p:cNvSpPr>
              <a:spLocks/>
            </p:cNvSpPr>
            <p:nvPr/>
          </p:nvSpPr>
          <p:spPr bwMode="invGray">
            <a:xfrm>
              <a:off x="3862" y="3035"/>
              <a:ext cx="12" cy="14"/>
            </a:xfrm>
            <a:custGeom>
              <a:avLst/>
              <a:gdLst>
                <a:gd name="T0" fmla="*/ 2 w 16"/>
                <a:gd name="T1" fmla="*/ 1 h 19"/>
                <a:gd name="T2" fmla="*/ 0 w 16"/>
                <a:gd name="T3" fmla="*/ 1 h 19"/>
                <a:gd name="T4" fmla="*/ 2 w 16"/>
                <a:gd name="T5" fmla="*/ 2 h 19"/>
                <a:gd name="T6" fmla="*/ 2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2" name="Freeform 70"/>
            <p:cNvSpPr>
              <a:spLocks/>
            </p:cNvSpPr>
            <p:nvPr/>
          </p:nvSpPr>
          <p:spPr bwMode="invGray">
            <a:xfrm>
              <a:off x="3850" y="2995"/>
              <a:ext cx="11" cy="19"/>
            </a:xfrm>
            <a:custGeom>
              <a:avLst/>
              <a:gdLst>
                <a:gd name="T0" fmla="*/ 2 w 14"/>
                <a:gd name="T1" fmla="*/ 0 h 25"/>
                <a:gd name="T2" fmla="*/ 0 w 14"/>
                <a:gd name="T3" fmla="*/ 2 h 25"/>
                <a:gd name="T4" fmla="*/ 2 w 14"/>
                <a:gd name="T5" fmla="*/ 4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3" name="Freeform 71"/>
            <p:cNvSpPr>
              <a:spLocks/>
            </p:cNvSpPr>
            <p:nvPr/>
          </p:nvSpPr>
          <p:spPr bwMode="invGray">
            <a:xfrm>
              <a:off x="3852" y="3020"/>
              <a:ext cx="16" cy="13"/>
            </a:xfrm>
            <a:custGeom>
              <a:avLst/>
              <a:gdLst>
                <a:gd name="T0" fmla="*/ 1 w 22"/>
                <a:gd name="T1" fmla="*/ 0 h 18"/>
                <a:gd name="T2" fmla="*/ 2 w 22"/>
                <a:gd name="T3" fmla="*/ 2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4" name="Freeform 72"/>
            <p:cNvSpPr>
              <a:spLocks/>
            </p:cNvSpPr>
            <p:nvPr/>
          </p:nvSpPr>
          <p:spPr bwMode="invGray">
            <a:xfrm>
              <a:off x="4688" y="3643"/>
              <a:ext cx="45" cy="60"/>
            </a:xfrm>
            <a:custGeom>
              <a:avLst/>
              <a:gdLst>
                <a:gd name="T0" fmla="*/ 2 w 60"/>
                <a:gd name="T1" fmla="*/ 1 h 81"/>
                <a:gd name="T2" fmla="*/ 2 w 60"/>
                <a:gd name="T3" fmla="*/ 2 h 81"/>
                <a:gd name="T4" fmla="*/ 2 w 60"/>
                <a:gd name="T5" fmla="*/ 5 h 81"/>
                <a:gd name="T6" fmla="*/ 4 w 60"/>
                <a:gd name="T7" fmla="*/ 7 h 81"/>
                <a:gd name="T8" fmla="*/ 6 w 60"/>
                <a:gd name="T9" fmla="*/ 7 h 81"/>
                <a:gd name="T10" fmla="*/ 8 w 60"/>
                <a:gd name="T11" fmla="*/ 10 h 81"/>
                <a:gd name="T12" fmla="*/ 8 w 60"/>
                <a:gd name="T13" fmla="*/ 7 h 81"/>
                <a:gd name="T14" fmla="*/ 6 w 60"/>
                <a:gd name="T15" fmla="*/ 4 h 81"/>
                <a:gd name="T16" fmla="*/ 4 w 60"/>
                <a:gd name="T17" fmla="*/ 2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5" name="Freeform 73"/>
            <p:cNvSpPr>
              <a:spLocks/>
            </p:cNvSpPr>
            <p:nvPr/>
          </p:nvSpPr>
          <p:spPr bwMode="invGray">
            <a:xfrm>
              <a:off x="4919" y="3594"/>
              <a:ext cx="53" cy="46"/>
            </a:xfrm>
            <a:custGeom>
              <a:avLst/>
              <a:gdLst>
                <a:gd name="T0" fmla="*/ 4 w 71"/>
                <a:gd name="T1" fmla="*/ 4 h 61"/>
                <a:gd name="T2" fmla="*/ 1 w 71"/>
                <a:gd name="T3" fmla="*/ 5 h 61"/>
                <a:gd name="T4" fmla="*/ 1 w 71"/>
                <a:gd name="T5" fmla="*/ 6 h 61"/>
                <a:gd name="T6" fmla="*/ 1 w 71"/>
                <a:gd name="T7" fmla="*/ 8 h 61"/>
                <a:gd name="T8" fmla="*/ 4 w 71"/>
                <a:gd name="T9" fmla="*/ 6 h 61"/>
                <a:gd name="T10" fmla="*/ 5 w 71"/>
                <a:gd name="T11" fmla="*/ 4 h 61"/>
                <a:gd name="T12" fmla="*/ 7 w 71"/>
                <a:gd name="T13" fmla="*/ 0 h 61"/>
                <a:gd name="T14" fmla="*/ 9 w 71"/>
                <a:gd name="T15" fmla="*/ 2 h 61"/>
                <a:gd name="T16" fmla="*/ 4 w 71"/>
                <a:gd name="T17" fmla="*/ 4 h 61"/>
                <a:gd name="T18" fmla="*/ 4 w 71"/>
                <a:gd name="T19" fmla="*/ 4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6" name="Freeform 74"/>
            <p:cNvSpPr>
              <a:spLocks/>
            </p:cNvSpPr>
            <p:nvPr/>
          </p:nvSpPr>
          <p:spPr bwMode="invGray">
            <a:xfrm>
              <a:off x="4759" y="3569"/>
              <a:ext cx="17" cy="23"/>
            </a:xfrm>
            <a:custGeom>
              <a:avLst/>
              <a:gdLst>
                <a:gd name="T0" fmla="*/ 1 w 23"/>
                <a:gd name="T1" fmla="*/ 0 h 30"/>
                <a:gd name="T2" fmla="*/ 0 w 23"/>
                <a:gd name="T3" fmla="*/ 2 h 30"/>
                <a:gd name="T4" fmla="*/ 1 w 23"/>
                <a:gd name="T5" fmla="*/ 5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7" name="Freeform 75"/>
            <p:cNvSpPr>
              <a:spLocks/>
            </p:cNvSpPr>
            <p:nvPr/>
          </p:nvSpPr>
          <p:spPr bwMode="invGray">
            <a:xfrm>
              <a:off x="4751" y="3547"/>
              <a:ext cx="20" cy="17"/>
            </a:xfrm>
            <a:custGeom>
              <a:avLst/>
              <a:gdLst>
                <a:gd name="T0" fmla="*/ 3 w 26"/>
                <a:gd name="T1" fmla="*/ 0 h 23"/>
                <a:gd name="T2" fmla="*/ 0 w 26"/>
                <a:gd name="T3" fmla="*/ 1 h 23"/>
                <a:gd name="T4" fmla="*/ 3 w 26"/>
                <a:gd name="T5" fmla="*/ 2 h 23"/>
                <a:gd name="T6" fmla="*/ 3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8" name="Freeform 76"/>
            <p:cNvSpPr>
              <a:spLocks/>
            </p:cNvSpPr>
            <p:nvPr/>
          </p:nvSpPr>
          <p:spPr bwMode="invGray">
            <a:xfrm>
              <a:off x="4598" y="3353"/>
              <a:ext cx="24" cy="33"/>
            </a:xfrm>
            <a:custGeom>
              <a:avLst/>
              <a:gdLst>
                <a:gd name="T0" fmla="*/ 4 w 32"/>
                <a:gd name="T1" fmla="*/ 0 h 44"/>
                <a:gd name="T2" fmla="*/ 2 w 32"/>
                <a:gd name="T3" fmla="*/ 2 h 44"/>
                <a:gd name="T4" fmla="*/ 2 w 32"/>
                <a:gd name="T5" fmla="*/ 5 h 44"/>
                <a:gd name="T6" fmla="*/ 4 w 32"/>
                <a:gd name="T7" fmla="*/ 5 h 44"/>
                <a:gd name="T8" fmla="*/ 4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9" name="Freeform 77"/>
            <p:cNvSpPr>
              <a:spLocks/>
            </p:cNvSpPr>
            <p:nvPr/>
          </p:nvSpPr>
          <p:spPr bwMode="invGray">
            <a:xfrm>
              <a:off x="4632" y="3396"/>
              <a:ext cx="26" cy="33"/>
            </a:xfrm>
            <a:custGeom>
              <a:avLst/>
              <a:gdLst>
                <a:gd name="T0" fmla="*/ 5 w 34"/>
                <a:gd name="T1" fmla="*/ 0 h 44"/>
                <a:gd name="T2" fmla="*/ 2 w 34"/>
                <a:gd name="T3" fmla="*/ 2 h 44"/>
                <a:gd name="T4" fmla="*/ 2 w 34"/>
                <a:gd name="T5" fmla="*/ 5 h 44"/>
                <a:gd name="T6" fmla="*/ 4 w 34"/>
                <a:gd name="T7" fmla="*/ 5 h 44"/>
                <a:gd name="T8" fmla="*/ 5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0" name="Freeform 78"/>
            <p:cNvSpPr>
              <a:spLocks/>
            </p:cNvSpPr>
            <p:nvPr/>
          </p:nvSpPr>
          <p:spPr bwMode="invGray">
            <a:xfrm>
              <a:off x="4659" y="3459"/>
              <a:ext cx="28" cy="28"/>
            </a:xfrm>
            <a:custGeom>
              <a:avLst/>
              <a:gdLst>
                <a:gd name="T0" fmla="*/ 4 w 38"/>
                <a:gd name="T1" fmla="*/ 2 h 37"/>
                <a:gd name="T2" fmla="*/ 1 w 38"/>
                <a:gd name="T3" fmla="*/ 2 h 37"/>
                <a:gd name="T4" fmla="*/ 1 w 38"/>
                <a:gd name="T5" fmla="*/ 4 h 37"/>
                <a:gd name="T6" fmla="*/ 3 w 38"/>
                <a:gd name="T7" fmla="*/ 5 h 37"/>
                <a:gd name="T8" fmla="*/ 4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1" name="Freeform 79"/>
            <p:cNvSpPr>
              <a:spLocks/>
            </p:cNvSpPr>
            <p:nvPr/>
          </p:nvSpPr>
          <p:spPr bwMode="invGray">
            <a:xfrm>
              <a:off x="4693" y="3449"/>
              <a:ext cx="28" cy="26"/>
            </a:xfrm>
            <a:custGeom>
              <a:avLst/>
              <a:gdLst>
                <a:gd name="T0" fmla="*/ 4 w 38"/>
                <a:gd name="T1" fmla="*/ 2 h 34"/>
                <a:gd name="T2" fmla="*/ 1 w 38"/>
                <a:gd name="T3" fmla="*/ 2 h 34"/>
                <a:gd name="T4" fmla="*/ 2 w 38"/>
                <a:gd name="T5" fmla="*/ 4 h 34"/>
                <a:gd name="T6" fmla="*/ 3 w 38"/>
                <a:gd name="T7" fmla="*/ 4 h 34"/>
                <a:gd name="T8" fmla="*/ 4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2" name="Freeform 80"/>
            <p:cNvSpPr>
              <a:spLocks/>
            </p:cNvSpPr>
            <p:nvPr/>
          </p:nvSpPr>
          <p:spPr bwMode="invGray">
            <a:xfrm>
              <a:off x="4683" y="3413"/>
              <a:ext cx="26" cy="20"/>
            </a:xfrm>
            <a:custGeom>
              <a:avLst/>
              <a:gdLst>
                <a:gd name="T0" fmla="*/ 4 w 35"/>
                <a:gd name="T1" fmla="*/ 1 h 27"/>
                <a:gd name="T2" fmla="*/ 1 w 35"/>
                <a:gd name="T3" fmla="*/ 1 h 27"/>
                <a:gd name="T4" fmla="*/ 1 w 35"/>
                <a:gd name="T5" fmla="*/ 1 h 27"/>
                <a:gd name="T6" fmla="*/ 3 w 35"/>
                <a:gd name="T7" fmla="*/ 2 h 27"/>
                <a:gd name="T8" fmla="*/ 4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3" name="Freeform 81"/>
            <p:cNvSpPr>
              <a:spLocks/>
            </p:cNvSpPr>
            <p:nvPr/>
          </p:nvSpPr>
          <p:spPr bwMode="invGray">
            <a:xfrm>
              <a:off x="4657" y="3388"/>
              <a:ext cx="26" cy="35"/>
            </a:xfrm>
            <a:custGeom>
              <a:avLst/>
              <a:gdLst>
                <a:gd name="T0" fmla="*/ 4 w 35"/>
                <a:gd name="T1" fmla="*/ 2 h 47"/>
                <a:gd name="T2" fmla="*/ 2 w 35"/>
                <a:gd name="T3" fmla="*/ 1 h 47"/>
                <a:gd name="T4" fmla="*/ 1 w 35"/>
                <a:gd name="T5" fmla="*/ 3 h 47"/>
                <a:gd name="T6" fmla="*/ 2 w 35"/>
                <a:gd name="T7" fmla="*/ 4 h 47"/>
                <a:gd name="T8" fmla="*/ 3 w 35"/>
                <a:gd name="T9" fmla="*/ 4 h 47"/>
                <a:gd name="T10" fmla="*/ 4 w 35"/>
                <a:gd name="T11" fmla="*/ 2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4" name="Freeform 82"/>
            <p:cNvSpPr>
              <a:spLocks/>
            </p:cNvSpPr>
            <p:nvPr/>
          </p:nvSpPr>
          <p:spPr bwMode="invGray">
            <a:xfrm>
              <a:off x="4625" y="3372"/>
              <a:ext cx="24" cy="26"/>
            </a:xfrm>
            <a:custGeom>
              <a:avLst/>
              <a:gdLst>
                <a:gd name="T0" fmla="*/ 4 w 32"/>
                <a:gd name="T1" fmla="*/ 1 h 35"/>
                <a:gd name="T2" fmla="*/ 2 w 32"/>
                <a:gd name="T3" fmla="*/ 1 h 35"/>
                <a:gd name="T4" fmla="*/ 2 w 32"/>
                <a:gd name="T5" fmla="*/ 3 h 35"/>
                <a:gd name="T6" fmla="*/ 4 w 32"/>
                <a:gd name="T7" fmla="*/ 3 h 35"/>
                <a:gd name="T8" fmla="*/ 4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5" name="Freeform 83"/>
            <p:cNvSpPr>
              <a:spLocks/>
            </p:cNvSpPr>
            <p:nvPr/>
          </p:nvSpPr>
          <p:spPr bwMode="invGray">
            <a:xfrm>
              <a:off x="4665" y="3425"/>
              <a:ext cx="24" cy="26"/>
            </a:xfrm>
            <a:custGeom>
              <a:avLst/>
              <a:gdLst>
                <a:gd name="T0" fmla="*/ 4 w 32"/>
                <a:gd name="T1" fmla="*/ 1 h 35"/>
                <a:gd name="T2" fmla="*/ 2 w 32"/>
                <a:gd name="T3" fmla="*/ 1 h 35"/>
                <a:gd name="T4" fmla="*/ 2 w 32"/>
                <a:gd name="T5" fmla="*/ 3 h 35"/>
                <a:gd name="T6" fmla="*/ 4 w 32"/>
                <a:gd name="T7" fmla="*/ 3 h 35"/>
                <a:gd name="T8" fmla="*/ 4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6" name="Freeform 84"/>
            <p:cNvSpPr>
              <a:spLocks/>
            </p:cNvSpPr>
            <p:nvPr/>
          </p:nvSpPr>
          <p:spPr bwMode="invGray">
            <a:xfrm>
              <a:off x="3055" y="2051"/>
              <a:ext cx="141" cy="108"/>
            </a:xfrm>
            <a:custGeom>
              <a:avLst/>
              <a:gdLst>
                <a:gd name="T0" fmla="*/ 22 w 189"/>
                <a:gd name="T1" fmla="*/ 2 h 144"/>
                <a:gd name="T2" fmla="*/ 24 w 189"/>
                <a:gd name="T3" fmla="*/ 2 h 144"/>
                <a:gd name="T4" fmla="*/ 24 w 189"/>
                <a:gd name="T5" fmla="*/ 2 h 144"/>
                <a:gd name="T6" fmla="*/ 24 w 189"/>
                <a:gd name="T7" fmla="*/ 4 h 144"/>
                <a:gd name="T8" fmla="*/ 16 w 189"/>
                <a:gd name="T9" fmla="*/ 6 h 144"/>
                <a:gd name="T10" fmla="*/ 14 w 189"/>
                <a:gd name="T11" fmla="*/ 8 h 144"/>
                <a:gd name="T12" fmla="*/ 12 w 189"/>
                <a:gd name="T13" fmla="*/ 8 h 144"/>
                <a:gd name="T14" fmla="*/ 9 w 189"/>
                <a:gd name="T15" fmla="*/ 11 h 144"/>
                <a:gd name="T16" fmla="*/ 10 w 189"/>
                <a:gd name="T17" fmla="*/ 13 h 144"/>
                <a:gd name="T18" fmla="*/ 10 w 189"/>
                <a:gd name="T19" fmla="*/ 16 h 144"/>
                <a:gd name="T20" fmla="*/ 14 w 189"/>
                <a:gd name="T21" fmla="*/ 17 h 144"/>
                <a:gd name="T22" fmla="*/ 12 w 189"/>
                <a:gd name="T23" fmla="*/ 19 h 144"/>
                <a:gd name="T24" fmla="*/ 10 w 189"/>
                <a:gd name="T25" fmla="*/ 18 h 144"/>
                <a:gd name="T26" fmla="*/ 9 w 189"/>
                <a:gd name="T27" fmla="*/ 18 h 144"/>
                <a:gd name="T28" fmla="*/ 3 w 189"/>
                <a:gd name="T29" fmla="*/ 17 h 144"/>
                <a:gd name="T30" fmla="*/ 2 w 189"/>
                <a:gd name="T31" fmla="*/ 15 h 144"/>
                <a:gd name="T32" fmla="*/ 5 w 189"/>
                <a:gd name="T33" fmla="*/ 13 h 144"/>
                <a:gd name="T34" fmla="*/ 7 w 189"/>
                <a:gd name="T35" fmla="*/ 11 h 144"/>
                <a:gd name="T36" fmla="*/ 5 w 189"/>
                <a:gd name="T37" fmla="*/ 8 h 144"/>
                <a:gd name="T38" fmla="*/ 9 w 189"/>
                <a:gd name="T39" fmla="*/ 6 h 144"/>
                <a:gd name="T40" fmla="*/ 12 w 189"/>
                <a:gd name="T41" fmla="*/ 5 h 144"/>
                <a:gd name="T42" fmla="*/ 14 w 189"/>
                <a:gd name="T43" fmla="*/ 4 h 144"/>
                <a:gd name="T44" fmla="*/ 22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7" name="Freeform 85"/>
            <p:cNvSpPr>
              <a:spLocks/>
            </p:cNvSpPr>
            <p:nvPr/>
          </p:nvSpPr>
          <p:spPr bwMode="invGray">
            <a:xfrm>
              <a:off x="3139" y="2155"/>
              <a:ext cx="40" cy="12"/>
            </a:xfrm>
            <a:custGeom>
              <a:avLst/>
              <a:gdLst>
                <a:gd name="T0" fmla="*/ 4 w 53"/>
                <a:gd name="T1" fmla="*/ 0 h 17"/>
                <a:gd name="T2" fmla="*/ 2 w 53"/>
                <a:gd name="T3" fmla="*/ 1 h 17"/>
                <a:gd name="T4" fmla="*/ 5 w 53"/>
                <a:gd name="T5" fmla="*/ 1 h 17"/>
                <a:gd name="T6" fmla="*/ 6 w 53"/>
                <a:gd name="T7" fmla="*/ 1 h 17"/>
                <a:gd name="T8" fmla="*/ 4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8" name="Freeform 86"/>
            <p:cNvSpPr>
              <a:spLocks/>
            </p:cNvSpPr>
            <p:nvPr/>
          </p:nvSpPr>
          <p:spPr bwMode="invGray">
            <a:xfrm>
              <a:off x="3344" y="1999"/>
              <a:ext cx="42" cy="28"/>
            </a:xfrm>
            <a:custGeom>
              <a:avLst/>
              <a:gdLst>
                <a:gd name="T0" fmla="*/ 7 w 57"/>
                <a:gd name="T1" fmla="*/ 2 h 37"/>
                <a:gd name="T2" fmla="*/ 3 w 57"/>
                <a:gd name="T3" fmla="*/ 4 h 37"/>
                <a:gd name="T4" fmla="*/ 1 w 57"/>
                <a:gd name="T5" fmla="*/ 5 h 37"/>
                <a:gd name="T6" fmla="*/ 1 w 57"/>
                <a:gd name="T7" fmla="*/ 2 h 37"/>
                <a:gd name="T8" fmla="*/ 2 w 57"/>
                <a:gd name="T9" fmla="*/ 0 h 37"/>
                <a:gd name="T10" fmla="*/ 7 w 57"/>
                <a:gd name="T11" fmla="*/ 2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9" name="Freeform 87"/>
            <p:cNvSpPr>
              <a:spLocks/>
            </p:cNvSpPr>
            <p:nvPr/>
          </p:nvSpPr>
          <p:spPr bwMode="invGray">
            <a:xfrm>
              <a:off x="3374" y="2012"/>
              <a:ext cx="50" cy="20"/>
            </a:xfrm>
            <a:custGeom>
              <a:avLst/>
              <a:gdLst>
                <a:gd name="T0" fmla="*/ 3 w 68"/>
                <a:gd name="T1" fmla="*/ 0 h 26"/>
                <a:gd name="T2" fmla="*/ 1 w 68"/>
                <a:gd name="T3" fmla="*/ 2 h 26"/>
                <a:gd name="T4" fmla="*/ 7 w 68"/>
                <a:gd name="T5" fmla="*/ 4 h 26"/>
                <a:gd name="T6" fmla="*/ 7 w 68"/>
                <a:gd name="T7" fmla="*/ 4 h 26"/>
                <a:gd name="T8" fmla="*/ 3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0" name="Freeform 88"/>
            <p:cNvSpPr>
              <a:spLocks/>
            </p:cNvSpPr>
            <p:nvPr/>
          </p:nvSpPr>
          <p:spPr bwMode="invGray">
            <a:xfrm>
              <a:off x="3428" y="2015"/>
              <a:ext cx="50" cy="32"/>
            </a:xfrm>
            <a:custGeom>
              <a:avLst/>
              <a:gdLst>
                <a:gd name="T0" fmla="*/ 8 w 66"/>
                <a:gd name="T1" fmla="*/ 1 h 43"/>
                <a:gd name="T2" fmla="*/ 4 w 66"/>
                <a:gd name="T3" fmla="*/ 1 h 43"/>
                <a:gd name="T4" fmla="*/ 2 w 66"/>
                <a:gd name="T5" fmla="*/ 1 h 43"/>
                <a:gd name="T6" fmla="*/ 2 w 66"/>
                <a:gd name="T7" fmla="*/ 4 h 43"/>
                <a:gd name="T8" fmla="*/ 5 w 66"/>
                <a:gd name="T9" fmla="*/ 5 h 43"/>
                <a:gd name="T10" fmla="*/ 8 w 66"/>
                <a:gd name="T11" fmla="*/ 3 h 43"/>
                <a:gd name="T12" fmla="*/ 8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1" name="Freeform 89"/>
            <p:cNvSpPr>
              <a:spLocks/>
            </p:cNvSpPr>
            <p:nvPr/>
          </p:nvSpPr>
          <p:spPr bwMode="invGray">
            <a:xfrm>
              <a:off x="3777" y="2042"/>
              <a:ext cx="88" cy="31"/>
            </a:xfrm>
            <a:custGeom>
              <a:avLst/>
              <a:gdLst>
                <a:gd name="T0" fmla="*/ 2 w 117"/>
                <a:gd name="T1" fmla="*/ 0 h 41"/>
                <a:gd name="T2" fmla="*/ 2 w 117"/>
                <a:gd name="T3" fmla="*/ 2 h 41"/>
                <a:gd name="T4" fmla="*/ 8 w 117"/>
                <a:gd name="T5" fmla="*/ 5 h 41"/>
                <a:gd name="T6" fmla="*/ 11 w 117"/>
                <a:gd name="T7" fmla="*/ 5 h 41"/>
                <a:gd name="T8" fmla="*/ 15 w 117"/>
                <a:gd name="T9" fmla="*/ 4 h 41"/>
                <a:gd name="T10" fmla="*/ 11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2" name="Freeform 90"/>
            <p:cNvSpPr>
              <a:spLocks/>
            </p:cNvSpPr>
            <p:nvPr/>
          </p:nvSpPr>
          <p:spPr bwMode="invGray">
            <a:xfrm>
              <a:off x="3867" y="2041"/>
              <a:ext cx="46" cy="24"/>
            </a:xfrm>
            <a:custGeom>
              <a:avLst/>
              <a:gdLst>
                <a:gd name="T0" fmla="*/ 4 w 62"/>
                <a:gd name="T1" fmla="*/ 2 h 32"/>
                <a:gd name="T2" fmla="*/ 7 w 62"/>
                <a:gd name="T3" fmla="*/ 2 h 32"/>
                <a:gd name="T4" fmla="*/ 4 w 62"/>
                <a:gd name="T5" fmla="*/ 5 h 32"/>
                <a:gd name="T6" fmla="*/ 1 w 62"/>
                <a:gd name="T7" fmla="*/ 4 h 32"/>
                <a:gd name="T8" fmla="*/ 4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3" name="Freeform 91"/>
            <p:cNvSpPr>
              <a:spLocks/>
            </p:cNvSpPr>
            <p:nvPr/>
          </p:nvSpPr>
          <p:spPr bwMode="invGray">
            <a:xfrm>
              <a:off x="3846" y="2070"/>
              <a:ext cx="37" cy="17"/>
            </a:xfrm>
            <a:custGeom>
              <a:avLst/>
              <a:gdLst>
                <a:gd name="T0" fmla="*/ 3 w 49"/>
                <a:gd name="T1" fmla="*/ 1 h 23"/>
                <a:gd name="T2" fmla="*/ 2 w 49"/>
                <a:gd name="T3" fmla="*/ 1 h 23"/>
                <a:gd name="T4" fmla="*/ 6 w 49"/>
                <a:gd name="T5" fmla="*/ 3 h 23"/>
                <a:gd name="T6" fmla="*/ 3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4" name="Freeform 92"/>
            <p:cNvSpPr>
              <a:spLocks/>
            </p:cNvSpPr>
            <p:nvPr/>
          </p:nvSpPr>
          <p:spPr bwMode="invGray">
            <a:xfrm>
              <a:off x="4098" y="2294"/>
              <a:ext cx="76" cy="114"/>
            </a:xfrm>
            <a:custGeom>
              <a:avLst/>
              <a:gdLst>
                <a:gd name="T0" fmla="*/ 1 w 102"/>
                <a:gd name="T1" fmla="*/ 0 h 152"/>
                <a:gd name="T2" fmla="*/ 0 w 102"/>
                <a:gd name="T3" fmla="*/ 3 h 152"/>
                <a:gd name="T4" fmla="*/ 1 w 102"/>
                <a:gd name="T5" fmla="*/ 6 h 152"/>
                <a:gd name="T6" fmla="*/ 4 w 102"/>
                <a:gd name="T7" fmla="*/ 10 h 152"/>
                <a:gd name="T8" fmla="*/ 4 w 102"/>
                <a:gd name="T9" fmla="*/ 14 h 152"/>
                <a:gd name="T10" fmla="*/ 10 w 102"/>
                <a:gd name="T11" fmla="*/ 21 h 152"/>
                <a:gd name="T12" fmla="*/ 11 w 102"/>
                <a:gd name="T13" fmla="*/ 17 h 152"/>
                <a:gd name="T14" fmla="*/ 10 w 102"/>
                <a:gd name="T15" fmla="*/ 14 h 152"/>
                <a:gd name="T16" fmla="*/ 7 w 102"/>
                <a:gd name="T17" fmla="*/ 13 h 152"/>
                <a:gd name="T18" fmla="*/ 7 w 102"/>
                <a:gd name="T19" fmla="*/ 11 h 152"/>
                <a:gd name="T20" fmla="*/ 5 w 102"/>
                <a:gd name="T21" fmla="*/ 6 h 152"/>
                <a:gd name="T22" fmla="*/ 1 w 102"/>
                <a:gd name="T23" fmla="*/ 2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5" name="Freeform 93"/>
            <p:cNvSpPr>
              <a:spLocks/>
            </p:cNvSpPr>
            <p:nvPr/>
          </p:nvSpPr>
          <p:spPr bwMode="invGray">
            <a:xfrm>
              <a:off x="4159" y="2412"/>
              <a:ext cx="55" cy="78"/>
            </a:xfrm>
            <a:custGeom>
              <a:avLst/>
              <a:gdLst>
                <a:gd name="T0" fmla="*/ 8 w 74"/>
                <a:gd name="T1" fmla="*/ 4 h 103"/>
                <a:gd name="T2" fmla="*/ 9 w 74"/>
                <a:gd name="T3" fmla="*/ 6 h 103"/>
                <a:gd name="T4" fmla="*/ 4 w 74"/>
                <a:gd name="T5" fmla="*/ 11 h 103"/>
                <a:gd name="T6" fmla="*/ 4 w 74"/>
                <a:gd name="T7" fmla="*/ 14 h 103"/>
                <a:gd name="T8" fmla="*/ 2 w 74"/>
                <a:gd name="T9" fmla="*/ 13 h 103"/>
                <a:gd name="T10" fmla="*/ 1 w 74"/>
                <a:gd name="T11" fmla="*/ 11 h 103"/>
                <a:gd name="T12" fmla="*/ 0 w 74"/>
                <a:gd name="T13" fmla="*/ 11 h 103"/>
                <a:gd name="T14" fmla="*/ 1 w 74"/>
                <a:gd name="T15" fmla="*/ 8 h 103"/>
                <a:gd name="T16" fmla="*/ 1 w 74"/>
                <a:gd name="T17" fmla="*/ 8 h 103"/>
                <a:gd name="T18" fmla="*/ 1 w 74"/>
                <a:gd name="T19" fmla="*/ 4 h 103"/>
                <a:gd name="T20" fmla="*/ 1 w 74"/>
                <a:gd name="T21" fmla="*/ 2 h 103"/>
                <a:gd name="T22" fmla="*/ 3 w 74"/>
                <a:gd name="T23" fmla="*/ 4 h 103"/>
                <a:gd name="T24" fmla="*/ 4 w 74"/>
                <a:gd name="T25" fmla="*/ 5 h 103"/>
                <a:gd name="T26" fmla="*/ 8 w 74"/>
                <a:gd name="T27" fmla="*/ 4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6" name="Freeform 94"/>
            <p:cNvSpPr>
              <a:spLocks/>
            </p:cNvSpPr>
            <p:nvPr/>
          </p:nvSpPr>
          <p:spPr bwMode="invGray">
            <a:xfrm>
              <a:off x="4123" y="2492"/>
              <a:ext cx="109" cy="189"/>
            </a:xfrm>
            <a:custGeom>
              <a:avLst/>
              <a:gdLst>
                <a:gd name="T0" fmla="*/ 10 w 146"/>
                <a:gd name="T1" fmla="*/ 14 h 252"/>
                <a:gd name="T2" fmla="*/ 9 w 146"/>
                <a:gd name="T3" fmla="*/ 15 h 252"/>
                <a:gd name="T4" fmla="*/ 8 w 146"/>
                <a:gd name="T5" fmla="*/ 18 h 252"/>
                <a:gd name="T6" fmla="*/ 3 w 146"/>
                <a:gd name="T7" fmla="*/ 20 h 252"/>
                <a:gd name="T8" fmla="*/ 1 w 146"/>
                <a:gd name="T9" fmla="*/ 23 h 252"/>
                <a:gd name="T10" fmla="*/ 2 w 146"/>
                <a:gd name="T11" fmla="*/ 25 h 252"/>
                <a:gd name="T12" fmla="*/ 1 w 146"/>
                <a:gd name="T13" fmla="*/ 26 h 252"/>
                <a:gd name="T14" fmla="*/ 3 w 146"/>
                <a:gd name="T15" fmla="*/ 34 h 252"/>
                <a:gd name="T16" fmla="*/ 4 w 146"/>
                <a:gd name="T17" fmla="*/ 29 h 252"/>
                <a:gd name="T18" fmla="*/ 3 w 146"/>
                <a:gd name="T19" fmla="*/ 26 h 252"/>
                <a:gd name="T20" fmla="*/ 5 w 146"/>
                <a:gd name="T21" fmla="*/ 24 h 252"/>
                <a:gd name="T22" fmla="*/ 7 w 146"/>
                <a:gd name="T23" fmla="*/ 22 h 252"/>
                <a:gd name="T24" fmla="*/ 9 w 146"/>
                <a:gd name="T25" fmla="*/ 24 h 252"/>
                <a:gd name="T26" fmla="*/ 5 w 146"/>
                <a:gd name="T27" fmla="*/ 26 h 252"/>
                <a:gd name="T28" fmla="*/ 7 w 146"/>
                <a:gd name="T29" fmla="*/ 27 h 252"/>
                <a:gd name="T30" fmla="*/ 9 w 146"/>
                <a:gd name="T31" fmla="*/ 24 h 252"/>
                <a:gd name="T32" fmla="*/ 10 w 146"/>
                <a:gd name="T33" fmla="*/ 25 h 252"/>
                <a:gd name="T34" fmla="*/ 13 w 146"/>
                <a:gd name="T35" fmla="*/ 20 h 252"/>
                <a:gd name="T36" fmla="*/ 14 w 146"/>
                <a:gd name="T37" fmla="*/ 22 h 252"/>
                <a:gd name="T38" fmla="*/ 18 w 146"/>
                <a:gd name="T39" fmla="*/ 20 h 252"/>
                <a:gd name="T40" fmla="*/ 19 w 146"/>
                <a:gd name="T41" fmla="*/ 18 h 252"/>
                <a:gd name="T42" fmla="*/ 19 w 146"/>
                <a:gd name="T43" fmla="*/ 15 h 252"/>
                <a:gd name="T44" fmla="*/ 17 w 146"/>
                <a:gd name="T45" fmla="*/ 14 h 252"/>
                <a:gd name="T46" fmla="*/ 16 w 146"/>
                <a:gd name="T47" fmla="*/ 6 h 252"/>
                <a:gd name="T48" fmla="*/ 12 w 146"/>
                <a:gd name="T49" fmla="*/ 0 h 252"/>
                <a:gd name="T50" fmla="*/ 10 w 146"/>
                <a:gd name="T51" fmla="*/ 2 h 252"/>
                <a:gd name="T52" fmla="*/ 12 w 146"/>
                <a:gd name="T53" fmla="*/ 5 h 252"/>
                <a:gd name="T54" fmla="*/ 12 w 146"/>
                <a:gd name="T55" fmla="*/ 8 h 252"/>
                <a:gd name="T56" fmla="*/ 10 w 146"/>
                <a:gd name="T57" fmla="*/ 14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7" name="Freeform 95"/>
            <p:cNvSpPr>
              <a:spLocks/>
            </p:cNvSpPr>
            <p:nvPr/>
          </p:nvSpPr>
          <p:spPr bwMode="invGray">
            <a:xfrm>
              <a:off x="3062" y="1988"/>
              <a:ext cx="52" cy="30"/>
            </a:xfrm>
            <a:custGeom>
              <a:avLst/>
              <a:gdLst>
                <a:gd name="T0" fmla="*/ 7 w 70"/>
                <a:gd name="T1" fmla="*/ 0 h 40"/>
                <a:gd name="T2" fmla="*/ 8 w 70"/>
                <a:gd name="T3" fmla="*/ 3 h 40"/>
                <a:gd name="T4" fmla="*/ 5 w 70"/>
                <a:gd name="T5" fmla="*/ 4 h 40"/>
                <a:gd name="T6" fmla="*/ 4 w 70"/>
                <a:gd name="T7" fmla="*/ 6 h 40"/>
                <a:gd name="T8" fmla="*/ 1 w 70"/>
                <a:gd name="T9" fmla="*/ 6 h 40"/>
                <a:gd name="T10" fmla="*/ 1 w 70"/>
                <a:gd name="T11" fmla="*/ 5 h 40"/>
                <a:gd name="T12" fmla="*/ 4 w 70"/>
                <a:gd name="T13" fmla="*/ 3 h 40"/>
                <a:gd name="T14" fmla="*/ 7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8" name="Freeform 96"/>
            <p:cNvSpPr>
              <a:spLocks/>
            </p:cNvSpPr>
            <p:nvPr/>
          </p:nvSpPr>
          <p:spPr bwMode="invGray">
            <a:xfrm>
              <a:off x="2955" y="1997"/>
              <a:ext cx="19" cy="22"/>
            </a:xfrm>
            <a:custGeom>
              <a:avLst/>
              <a:gdLst>
                <a:gd name="T0" fmla="*/ 2 w 26"/>
                <a:gd name="T1" fmla="*/ 0 h 29"/>
                <a:gd name="T2" fmla="*/ 0 w 26"/>
                <a:gd name="T3" fmla="*/ 3 h 29"/>
                <a:gd name="T4" fmla="*/ 2 w 26"/>
                <a:gd name="T5" fmla="*/ 4 h 29"/>
                <a:gd name="T6" fmla="*/ 2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9" name="Freeform 97"/>
            <p:cNvSpPr>
              <a:spLocks/>
            </p:cNvSpPr>
            <p:nvPr/>
          </p:nvSpPr>
          <p:spPr bwMode="invGray">
            <a:xfrm>
              <a:off x="2979" y="1996"/>
              <a:ext cx="37" cy="27"/>
            </a:xfrm>
            <a:custGeom>
              <a:avLst/>
              <a:gdLst>
                <a:gd name="T0" fmla="*/ 2 w 49"/>
                <a:gd name="T1" fmla="*/ 2 h 36"/>
                <a:gd name="T2" fmla="*/ 0 w 49"/>
                <a:gd name="T3" fmla="*/ 3 h 36"/>
                <a:gd name="T4" fmla="*/ 2 w 49"/>
                <a:gd name="T5" fmla="*/ 5 h 36"/>
                <a:gd name="T6" fmla="*/ 3 w 49"/>
                <a:gd name="T7" fmla="*/ 5 h 36"/>
                <a:gd name="T8" fmla="*/ 6 w 49"/>
                <a:gd name="T9" fmla="*/ 4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0" name="Freeform 98"/>
            <p:cNvSpPr>
              <a:spLocks/>
            </p:cNvSpPr>
            <p:nvPr/>
          </p:nvSpPr>
          <p:spPr bwMode="invGray">
            <a:xfrm>
              <a:off x="3040" y="1987"/>
              <a:ext cx="20" cy="16"/>
            </a:xfrm>
            <a:custGeom>
              <a:avLst/>
              <a:gdLst>
                <a:gd name="T0" fmla="*/ 1 w 27"/>
                <a:gd name="T1" fmla="*/ 0 h 22"/>
                <a:gd name="T2" fmla="*/ 1 w 27"/>
                <a:gd name="T3" fmla="*/ 1 h 22"/>
                <a:gd name="T4" fmla="*/ 2 w 27"/>
                <a:gd name="T5" fmla="*/ 3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1" name="Freeform 99"/>
            <p:cNvSpPr>
              <a:spLocks/>
            </p:cNvSpPr>
            <p:nvPr/>
          </p:nvSpPr>
          <p:spPr bwMode="invGray">
            <a:xfrm>
              <a:off x="3022" y="2005"/>
              <a:ext cx="15" cy="13"/>
            </a:xfrm>
            <a:custGeom>
              <a:avLst/>
              <a:gdLst>
                <a:gd name="T0" fmla="*/ 2 w 20"/>
                <a:gd name="T1" fmla="*/ 0 h 18"/>
                <a:gd name="T2" fmla="*/ 2 w 20"/>
                <a:gd name="T3" fmla="*/ 2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2" name="Freeform 100"/>
            <p:cNvSpPr>
              <a:spLocks/>
            </p:cNvSpPr>
            <p:nvPr/>
          </p:nvSpPr>
          <p:spPr bwMode="invGray">
            <a:xfrm>
              <a:off x="4162" y="2021"/>
              <a:ext cx="18" cy="33"/>
            </a:xfrm>
            <a:custGeom>
              <a:avLst/>
              <a:gdLst>
                <a:gd name="T0" fmla="*/ 4 w 24"/>
                <a:gd name="T1" fmla="*/ 0 h 44"/>
                <a:gd name="T2" fmla="*/ 2 w 24"/>
                <a:gd name="T3" fmla="*/ 2 h 44"/>
                <a:gd name="T4" fmla="*/ 0 w 24"/>
                <a:gd name="T5" fmla="*/ 5 h 44"/>
                <a:gd name="T6" fmla="*/ 2 w 24"/>
                <a:gd name="T7" fmla="*/ 6 h 44"/>
                <a:gd name="T8" fmla="*/ 4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3" name="Freeform 101"/>
            <p:cNvSpPr>
              <a:spLocks/>
            </p:cNvSpPr>
            <p:nvPr/>
          </p:nvSpPr>
          <p:spPr bwMode="invGray">
            <a:xfrm>
              <a:off x="3278" y="3473"/>
              <a:ext cx="31" cy="18"/>
            </a:xfrm>
            <a:custGeom>
              <a:avLst/>
              <a:gdLst>
                <a:gd name="T0" fmla="*/ 5 w 41"/>
                <a:gd name="T1" fmla="*/ 0 h 24"/>
                <a:gd name="T2" fmla="*/ 4 w 41"/>
                <a:gd name="T3" fmla="*/ 4 h 24"/>
                <a:gd name="T4" fmla="*/ 5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4" name="Freeform 102"/>
            <p:cNvSpPr>
              <a:spLocks/>
            </p:cNvSpPr>
            <p:nvPr/>
          </p:nvSpPr>
          <p:spPr bwMode="invGray">
            <a:xfrm>
              <a:off x="3318" y="3466"/>
              <a:ext cx="10" cy="15"/>
            </a:xfrm>
            <a:custGeom>
              <a:avLst/>
              <a:gdLst>
                <a:gd name="T0" fmla="*/ 2 w 13"/>
                <a:gd name="T1" fmla="*/ 2 h 20"/>
                <a:gd name="T2" fmla="*/ 1 w 13"/>
                <a:gd name="T3" fmla="*/ 2 h 20"/>
                <a:gd name="T4" fmla="*/ 2 w 13"/>
                <a:gd name="T5" fmla="*/ 3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5" name="Freeform 103"/>
            <p:cNvSpPr>
              <a:spLocks/>
            </p:cNvSpPr>
            <p:nvPr/>
          </p:nvSpPr>
          <p:spPr bwMode="invGray">
            <a:xfrm>
              <a:off x="3251" y="3312"/>
              <a:ext cx="9" cy="15"/>
            </a:xfrm>
            <a:custGeom>
              <a:avLst/>
              <a:gdLst>
                <a:gd name="T0" fmla="*/ 1 w 13"/>
                <a:gd name="T1" fmla="*/ 2 h 20"/>
                <a:gd name="T2" fmla="*/ 1 w 13"/>
                <a:gd name="T3" fmla="*/ 2 h 20"/>
                <a:gd name="T4" fmla="*/ 1 w 13"/>
                <a:gd name="T5" fmla="*/ 3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6" name="Freeform 104"/>
            <p:cNvSpPr>
              <a:spLocks/>
            </p:cNvSpPr>
            <p:nvPr/>
          </p:nvSpPr>
          <p:spPr bwMode="invGray">
            <a:xfrm>
              <a:off x="3311" y="3239"/>
              <a:ext cx="11" cy="19"/>
            </a:xfrm>
            <a:custGeom>
              <a:avLst/>
              <a:gdLst>
                <a:gd name="T0" fmla="*/ 2 w 14"/>
                <a:gd name="T1" fmla="*/ 0 h 25"/>
                <a:gd name="T2" fmla="*/ 0 w 14"/>
                <a:gd name="T3" fmla="*/ 2 h 25"/>
                <a:gd name="T4" fmla="*/ 2 w 14"/>
                <a:gd name="T5" fmla="*/ 4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7" name="Freeform 105"/>
            <p:cNvSpPr>
              <a:spLocks/>
            </p:cNvSpPr>
            <p:nvPr/>
          </p:nvSpPr>
          <p:spPr bwMode="invGray">
            <a:xfrm>
              <a:off x="3287" y="3238"/>
              <a:ext cx="11" cy="19"/>
            </a:xfrm>
            <a:custGeom>
              <a:avLst/>
              <a:gdLst>
                <a:gd name="T0" fmla="*/ 2 w 14"/>
                <a:gd name="T1" fmla="*/ 0 h 25"/>
                <a:gd name="T2" fmla="*/ 0 w 14"/>
                <a:gd name="T3" fmla="*/ 2 h 25"/>
                <a:gd name="T4" fmla="*/ 2 w 14"/>
                <a:gd name="T5" fmla="*/ 4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8" name="Freeform 106"/>
            <p:cNvSpPr>
              <a:spLocks/>
            </p:cNvSpPr>
            <p:nvPr/>
          </p:nvSpPr>
          <p:spPr bwMode="invGray">
            <a:xfrm>
              <a:off x="3276" y="3260"/>
              <a:ext cx="10" cy="15"/>
            </a:xfrm>
            <a:custGeom>
              <a:avLst/>
              <a:gdLst>
                <a:gd name="T0" fmla="*/ 2 w 13"/>
                <a:gd name="T1" fmla="*/ 2 h 20"/>
                <a:gd name="T2" fmla="*/ 1 w 13"/>
                <a:gd name="T3" fmla="*/ 2 h 20"/>
                <a:gd name="T4" fmla="*/ 2 w 13"/>
                <a:gd name="T5" fmla="*/ 3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9" name="Freeform 107"/>
            <p:cNvSpPr>
              <a:spLocks/>
            </p:cNvSpPr>
            <p:nvPr/>
          </p:nvSpPr>
          <p:spPr bwMode="invGray">
            <a:xfrm>
              <a:off x="3251" y="3294"/>
              <a:ext cx="9" cy="15"/>
            </a:xfrm>
            <a:custGeom>
              <a:avLst/>
              <a:gdLst>
                <a:gd name="T0" fmla="*/ 1 w 13"/>
                <a:gd name="T1" fmla="*/ 2 h 20"/>
                <a:gd name="T2" fmla="*/ 1 w 13"/>
                <a:gd name="T3" fmla="*/ 2 h 20"/>
                <a:gd name="T4" fmla="*/ 1 w 13"/>
                <a:gd name="T5" fmla="*/ 3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10" name="Freeform 108"/>
            <p:cNvSpPr>
              <a:spLocks/>
            </p:cNvSpPr>
            <p:nvPr/>
          </p:nvSpPr>
          <p:spPr bwMode="invGray">
            <a:xfrm>
              <a:off x="3270" y="3281"/>
              <a:ext cx="10" cy="15"/>
            </a:xfrm>
            <a:custGeom>
              <a:avLst/>
              <a:gdLst>
                <a:gd name="T0" fmla="*/ 2 w 13"/>
                <a:gd name="T1" fmla="*/ 2 h 20"/>
                <a:gd name="T2" fmla="*/ 1 w 13"/>
                <a:gd name="T3" fmla="*/ 2 h 20"/>
                <a:gd name="T4" fmla="*/ 2 w 13"/>
                <a:gd name="T5" fmla="*/ 3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11" name="Freeform 109"/>
            <p:cNvSpPr>
              <a:spLocks/>
            </p:cNvSpPr>
            <p:nvPr/>
          </p:nvSpPr>
          <p:spPr bwMode="invGray">
            <a:xfrm>
              <a:off x="2537" y="2293"/>
              <a:ext cx="10" cy="15"/>
            </a:xfrm>
            <a:custGeom>
              <a:avLst/>
              <a:gdLst>
                <a:gd name="T0" fmla="*/ 2 w 13"/>
                <a:gd name="T1" fmla="*/ 2 h 20"/>
                <a:gd name="T2" fmla="*/ 1 w 13"/>
                <a:gd name="T3" fmla="*/ 2 h 20"/>
                <a:gd name="T4" fmla="*/ 2 w 13"/>
                <a:gd name="T5" fmla="*/ 3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12" name="Freeform 110"/>
            <p:cNvSpPr>
              <a:spLocks/>
            </p:cNvSpPr>
            <p:nvPr/>
          </p:nvSpPr>
          <p:spPr bwMode="invGray">
            <a:xfrm>
              <a:off x="2476" y="2259"/>
              <a:ext cx="10" cy="15"/>
            </a:xfrm>
            <a:custGeom>
              <a:avLst/>
              <a:gdLst>
                <a:gd name="T0" fmla="*/ 2 w 13"/>
                <a:gd name="T1" fmla="*/ 2 h 20"/>
                <a:gd name="T2" fmla="*/ 1 w 13"/>
                <a:gd name="T3" fmla="*/ 2 h 20"/>
                <a:gd name="T4" fmla="*/ 2 w 13"/>
                <a:gd name="T5" fmla="*/ 3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13" name="Freeform 111"/>
            <p:cNvSpPr>
              <a:spLocks/>
            </p:cNvSpPr>
            <p:nvPr/>
          </p:nvSpPr>
          <p:spPr bwMode="invGray">
            <a:xfrm>
              <a:off x="2238" y="2042"/>
              <a:ext cx="2060" cy="1644"/>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41 h 1644"/>
                <a:gd name="T10" fmla="*/ 146 w 2060"/>
                <a:gd name="T11" fmla="*/ 1059 h 1644"/>
                <a:gd name="T12" fmla="*/ 308 w 2060"/>
                <a:gd name="T13" fmla="*/ 1041 h 1644"/>
                <a:gd name="T14" fmla="*/ 396 w 2060"/>
                <a:gd name="T15" fmla="*/ 1138 h 1644"/>
                <a:gd name="T16" fmla="*/ 452 w 2060"/>
                <a:gd name="T17" fmla="*/ 1447 h 1644"/>
                <a:gd name="T18" fmla="*/ 497 w 2060"/>
                <a:gd name="T19" fmla="*/ 1628 h 1644"/>
                <a:gd name="T20" fmla="*/ 704 w 2060"/>
                <a:gd name="T21" fmla="*/ 1574 h 1644"/>
                <a:gd name="T22" fmla="*/ 817 w 2060"/>
                <a:gd name="T23" fmla="*/ 1380 h 1644"/>
                <a:gd name="T24" fmla="*/ 885 w 2060"/>
                <a:gd name="T25" fmla="*/ 1153 h 1644"/>
                <a:gd name="T26" fmla="*/ 998 w 2060"/>
                <a:gd name="T27" fmla="*/ 999 h 1644"/>
                <a:gd name="T28" fmla="*/ 796 w 2060"/>
                <a:gd name="T29" fmla="*/ 856 h 1644"/>
                <a:gd name="T30" fmla="*/ 817 w 2060"/>
                <a:gd name="T31" fmla="*/ 819 h 1644"/>
                <a:gd name="T32" fmla="*/ 1003 w 2060"/>
                <a:gd name="T33" fmla="*/ 916 h 1644"/>
                <a:gd name="T34" fmla="*/ 1098 w 2060"/>
                <a:gd name="T35" fmla="*/ 792 h 1644"/>
                <a:gd name="T36" fmla="*/ 1046 w 2060"/>
                <a:gd name="T37" fmla="*/ 763 h 1644"/>
                <a:gd name="T38" fmla="*/ 929 w 2060"/>
                <a:gd name="T39" fmla="*/ 716 h 1644"/>
                <a:gd name="T40" fmla="*/ 1141 w 2060"/>
                <a:gd name="T41" fmla="*/ 761 h 1644"/>
                <a:gd name="T42" fmla="*/ 1296 w 2060"/>
                <a:gd name="T43" fmla="*/ 852 h 1644"/>
                <a:gd name="T44" fmla="*/ 1373 w 2060"/>
                <a:gd name="T45" fmla="*/ 1033 h 1644"/>
                <a:gd name="T46" fmla="*/ 1608 w 2060"/>
                <a:gd name="T47" fmla="*/ 847 h 1644"/>
                <a:gd name="T48" fmla="*/ 1704 w 2060"/>
                <a:gd name="T49" fmla="*/ 1030 h 1644"/>
                <a:gd name="T50" fmla="*/ 1707 w 2060"/>
                <a:gd name="T51" fmla="*/ 874 h 1644"/>
                <a:gd name="T52" fmla="*/ 1759 w 2060"/>
                <a:gd name="T53" fmla="*/ 800 h 1644"/>
                <a:gd name="T54" fmla="*/ 1783 w 2060"/>
                <a:gd name="T55" fmla="*/ 544 h 1644"/>
                <a:gd name="T56" fmla="*/ 1824 w 2060"/>
                <a:gd name="T57" fmla="*/ 528 h 1644"/>
                <a:gd name="T58" fmla="*/ 1844 w 2060"/>
                <a:gd name="T59" fmla="*/ 427 h 1644"/>
                <a:gd name="T60" fmla="*/ 1805 w 2060"/>
                <a:gd name="T61" fmla="*/ 226 h 1644"/>
                <a:gd name="T62" fmla="*/ 1899 w 2060"/>
                <a:gd name="T63" fmla="*/ 108 h 1644"/>
                <a:gd name="T64" fmla="*/ 1947 w 2060"/>
                <a:gd name="T65" fmla="*/ 209 h 1644"/>
                <a:gd name="T66" fmla="*/ 1943 w 2060"/>
                <a:gd name="T67" fmla="*/ 123 h 1644"/>
                <a:gd name="T68" fmla="*/ 1975 w 2060"/>
                <a:gd name="T69" fmla="*/ 51 h 1644"/>
                <a:gd name="T70" fmla="*/ 2038 w 2060"/>
                <a:gd name="T71" fmla="*/ 0 h 1644"/>
                <a:gd name="T72" fmla="*/ 1820 w 2060"/>
                <a:gd name="T73" fmla="*/ 63 h 1644"/>
                <a:gd name="T74" fmla="*/ 1583 w 2060"/>
                <a:gd name="T75" fmla="*/ 83 h 1644"/>
                <a:gd name="T76" fmla="*/ 1349 w 2060"/>
                <a:gd name="T77" fmla="*/ 30 h 1644"/>
                <a:gd name="T78" fmla="*/ 1132 w 2060"/>
                <a:gd name="T79" fmla="*/ 65 h 1644"/>
                <a:gd name="T80" fmla="*/ 1040 w 2060"/>
                <a:gd name="T81" fmla="*/ 170 h 1644"/>
                <a:gd name="T82" fmla="*/ 926 w 2060"/>
                <a:gd name="T83" fmla="*/ 137 h 1644"/>
                <a:gd name="T84" fmla="*/ 758 w 2060"/>
                <a:gd name="T85" fmla="*/ 183 h 1644"/>
                <a:gd name="T86" fmla="*/ 667 w 2060"/>
                <a:gd name="T87" fmla="*/ 140 h 1644"/>
                <a:gd name="T88" fmla="*/ 364 w 2060"/>
                <a:gd name="T89" fmla="*/ 248 h 1644"/>
                <a:gd name="T90" fmla="*/ 535 w 2060"/>
                <a:gd name="T91" fmla="*/ 213 h 1644"/>
                <a:gd name="T92" fmla="*/ 638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92 w 2060"/>
                <a:gd name="T109" fmla="*/ 548 h 1644"/>
                <a:gd name="T110" fmla="*/ 686 w 2060"/>
                <a:gd name="T111" fmla="*/ 470 h 1644"/>
                <a:gd name="T112" fmla="*/ 772 w 2060"/>
                <a:gd name="T113" fmla="*/ 480 h 1644"/>
                <a:gd name="T114" fmla="*/ 639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FF5425"/>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grpSp>
      <p:pic>
        <p:nvPicPr>
          <p:cNvPr id="114" name="Picture 112" descr="artplus_nature_naturalcity42_a"/>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6493933" y="3167063"/>
            <a:ext cx="5901267" cy="298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 name="Picture 113" descr="artplus_nature_naturalcity42_i"/>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9275234" y="3352800"/>
            <a:ext cx="2205567"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 name="Picture 114" descr="artplus_nature_naturalcity42_c"/>
          <p:cNvPicPr>
            <a:picLocks noChangeAspect="1" noChangeArrowheads="1"/>
          </p:cNvPicPr>
          <p:nvPr userDrawn="1"/>
        </p:nvPicPr>
        <p:blipFill>
          <a:blip r:embed="rId4">
            <a:extLst>
              <a:ext uri="{28A0092B-C50C-407E-A947-70E740481C1C}">
                <a14:useLocalDpi xmlns:a14="http://schemas.microsoft.com/office/drawing/2010/main"/>
              </a:ext>
            </a:extLst>
          </a:blip>
          <a:srcRect/>
          <a:stretch>
            <a:fillRect/>
          </a:stretch>
        </p:blipFill>
        <p:spPr bwMode="auto">
          <a:xfrm>
            <a:off x="12395200" y="2895601"/>
            <a:ext cx="1483784"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 name="Picture 115" descr="artplus_nature_naturalcity42_f"/>
          <p:cNvPicPr>
            <a:picLocks noChangeAspect="1" noChangeArrowheads="1"/>
          </p:cNvPicPr>
          <p:nvPr userDrawn="1"/>
        </p:nvPicPr>
        <p:blipFill>
          <a:blip r:embed="rId5">
            <a:extLst>
              <a:ext uri="{28A0092B-C50C-407E-A947-70E740481C1C}">
                <a14:useLocalDpi xmlns:a14="http://schemas.microsoft.com/office/drawing/2010/main"/>
              </a:ext>
            </a:extLst>
          </a:blip>
          <a:srcRect/>
          <a:stretch>
            <a:fillRect/>
          </a:stretch>
        </p:blipFill>
        <p:spPr bwMode="auto">
          <a:xfrm>
            <a:off x="6667599" y="3144913"/>
            <a:ext cx="6478057" cy="247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 name="Picture 118" descr="artplus_nature_naturalcity42_b"/>
          <p:cNvPicPr>
            <a:picLocks noChangeAspect="1" noChangeArrowheads="1"/>
          </p:cNvPicPr>
          <p:nvPr userDrawn="1"/>
        </p:nvPicPr>
        <p:blipFill>
          <a:blip r:embed="rId6">
            <a:extLst>
              <a:ext uri="{28A0092B-C50C-407E-A947-70E740481C1C}">
                <a14:useLocalDpi xmlns:a14="http://schemas.microsoft.com/office/drawing/2010/main"/>
              </a:ext>
            </a:extLst>
          </a:blip>
          <a:srcRect/>
          <a:stretch>
            <a:fillRect/>
          </a:stretch>
        </p:blipFill>
        <p:spPr bwMode="auto">
          <a:xfrm>
            <a:off x="6927851" y="3097213"/>
            <a:ext cx="3962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 name="Picture 119" descr="artplus_nature_naturalcity42_e"/>
          <p:cNvPicPr>
            <a:picLocks noChangeAspect="1" noChangeArrowheads="1"/>
          </p:cNvPicPr>
          <p:nvPr userDrawn="1"/>
        </p:nvPicPr>
        <p:blipFill>
          <a:blip r:embed="rId7">
            <a:extLst>
              <a:ext uri="{28A0092B-C50C-407E-A947-70E740481C1C}">
                <a14:useLocalDpi xmlns:a14="http://schemas.microsoft.com/office/drawing/2010/main"/>
              </a:ext>
            </a:extLst>
          </a:blip>
          <a:srcRect/>
          <a:stretch>
            <a:fillRect/>
          </a:stretch>
        </p:blipFill>
        <p:spPr bwMode="auto">
          <a:xfrm>
            <a:off x="7924801" y="1993900"/>
            <a:ext cx="2061633"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 name="Picture 120" descr="artplus_nature_naturalcity42_d"/>
          <p:cNvPicPr>
            <a:picLocks noChangeAspect="1" noChangeArrowheads="1"/>
          </p:cNvPicPr>
          <p:nvPr userDrawn="1"/>
        </p:nvPicPr>
        <p:blipFill>
          <a:blip r:embed="rId8">
            <a:extLst>
              <a:ext uri="{28A0092B-C50C-407E-A947-70E740481C1C}">
                <a14:useLocalDpi xmlns:a14="http://schemas.microsoft.com/office/drawing/2010/main"/>
              </a:ext>
            </a:extLst>
          </a:blip>
          <a:srcRect/>
          <a:stretch>
            <a:fillRect/>
          </a:stretch>
        </p:blipFill>
        <p:spPr bwMode="auto">
          <a:xfrm>
            <a:off x="7501467" y="2862264"/>
            <a:ext cx="831851"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 name="Picture 121" descr="a1"/>
          <p:cNvPicPr>
            <a:picLocks noChangeAspect="1" noChangeArrowheads="1"/>
          </p:cNvPicPr>
          <p:nvPr userDrawn="1"/>
        </p:nvPicPr>
        <p:blipFill>
          <a:blip r:embed="rId9">
            <a:extLst>
              <a:ext uri="{28A0092B-C50C-407E-A947-70E740481C1C}">
                <a14:useLocalDpi xmlns:a14="http://schemas.microsoft.com/office/drawing/2010/main"/>
              </a:ext>
            </a:extLst>
          </a:blip>
          <a:srcRect/>
          <a:stretch>
            <a:fillRect/>
          </a:stretch>
        </p:blipFill>
        <p:spPr bwMode="auto">
          <a:xfrm>
            <a:off x="12479867" y="95250"/>
            <a:ext cx="2404533" cy="207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 name="Picture 122" descr="b_1"/>
          <p:cNvPicPr>
            <a:picLocks noChangeAspect="1" noChangeArrowheads="1"/>
          </p:cNvPicPr>
          <p:nvPr userDrawn="1"/>
        </p:nvPicPr>
        <p:blipFill>
          <a:blip r:embed="rId10">
            <a:extLst>
              <a:ext uri="{28A0092B-C50C-407E-A947-70E740481C1C}">
                <a14:useLocalDpi xmlns:a14="http://schemas.microsoft.com/office/drawing/2010/main"/>
              </a:ext>
            </a:extLst>
          </a:blip>
          <a:srcRect/>
          <a:stretch>
            <a:fillRect/>
          </a:stretch>
        </p:blipFill>
        <p:spPr bwMode="auto">
          <a:xfrm>
            <a:off x="13605934" y="1968500"/>
            <a:ext cx="143933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4452" name="Rectangle 116"/>
          <p:cNvSpPr>
            <a:spLocks noGrp="1" noChangeArrowheads="1"/>
          </p:cNvSpPr>
          <p:nvPr>
            <p:ph type="ctrTitle"/>
          </p:nvPr>
        </p:nvSpPr>
        <p:spPr>
          <a:xfrm>
            <a:off x="406400" y="4419600"/>
            <a:ext cx="8534400" cy="1143000"/>
          </a:xfrm>
          <a:prstGeom prst="rect">
            <a:avLst/>
          </a:prstGeom>
        </p:spPr>
        <p:txBody>
          <a:bodyPr/>
          <a:lstStyle>
            <a:lvl1pPr algn="l">
              <a:defRPr sz="4300">
                <a:solidFill>
                  <a:srgbClr val="C00000"/>
                </a:solidFill>
              </a:defRPr>
            </a:lvl1pPr>
          </a:lstStyle>
          <a:p>
            <a:pPr lvl="0"/>
            <a:r>
              <a:rPr lang="en-US" altLang="zh-CN" noProof="0"/>
              <a:t>Click to edit Master title style</a:t>
            </a:r>
          </a:p>
        </p:txBody>
      </p:sp>
      <p:sp>
        <p:nvSpPr>
          <p:cNvPr id="654453" name="Rectangle 117"/>
          <p:cNvSpPr>
            <a:spLocks noGrp="1" noChangeArrowheads="1"/>
          </p:cNvSpPr>
          <p:nvPr>
            <p:ph type="subTitle" idx="1"/>
          </p:nvPr>
        </p:nvSpPr>
        <p:spPr>
          <a:xfrm>
            <a:off x="406400" y="5715000"/>
            <a:ext cx="8534400" cy="381000"/>
          </a:xfrm>
        </p:spPr>
        <p:txBody>
          <a:bodyPr/>
          <a:lstStyle>
            <a:lvl1pPr marL="0" indent="0">
              <a:buFont typeface="Wingdings" pitchFamily="2" charset="2"/>
              <a:buNone/>
              <a:defRPr sz="2800" b="1" i="1">
                <a:solidFill>
                  <a:schemeClr val="bg1"/>
                </a:solidFill>
              </a:defRPr>
            </a:lvl1pPr>
          </a:lstStyle>
          <a:p>
            <a:pPr lvl="0"/>
            <a:r>
              <a:rPr lang="en-US" altLang="zh-CN" noProof="0"/>
              <a:t>Click to edit Master subtitle style</a:t>
            </a:r>
          </a:p>
        </p:txBody>
      </p:sp>
      <p:pic>
        <p:nvPicPr>
          <p:cNvPr id="123" name="Picture 16" descr="a1"/>
          <p:cNvPicPr>
            <a:picLocks noChangeAspect="1" noChangeArrowheads="1"/>
          </p:cNvPicPr>
          <p:nvPr userDrawn="1"/>
        </p:nvPicPr>
        <p:blipFill>
          <a:blip r:embed="rId11">
            <a:extLst>
              <a:ext uri="{28A0092B-C50C-407E-A947-70E740481C1C}">
                <a14:useLocalDpi xmlns:a14="http://schemas.microsoft.com/office/drawing/2010/main"/>
              </a:ext>
            </a:extLst>
          </a:blip>
          <a:srcRect/>
          <a:stretch>
            <a:fillRect/>
          </a:stretch>
        </p:blipFill>
        <p:spPr bwMode="auto">
          <a:xfrm>
            <a:off x="14573779" y="4593358"/>
            <a:ext cx="942975"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0605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14"/>
                                        </p:tgtEl>
                                        <p:attrNameLst>
                                          <p:attrName>style.visibility</p:attrName>
                                        </p:attrNameLst>
                                      </p:cBhvr>
                                      <p:to>
                                        <p:strVal val="visible"/>
                                      </p:to>
                                    </p:set>
                                    <p:animEffect transition="in" filter="fade">
                                      <p:cBhvr>
                                        <p:cTn id="10" dur="2000"/>
                                        <p:tgtEl>
                                          <p:spTgt spid="114"/>
                                        </p:tgtEl>
                                      </p:cBhvr>
                                    </p:animEffect>
                                  </p:childTnLst>
                                </p:cTn>
                              </p:par>
                            </p:childTnLst>
                          </p:cTn>
                        </p:par>
                        <p:par>
                          <p:cTn id="11" fill="hold">
                            <p:stCondLst>
                              <p:cond delay="2000"/>
                            </p:stCondLst>
                            <p:childTnLst>
                              <p:par>
                                <p:cTn id="12" presetID="10" presetClass="entr" presetSubtype="0" fill="hold" nodeType="afterEffect">
                                  <p:stCondLst>
                                    <p:cond delay="0"/>
                                  </p:stCondLst>
                                  <p:childTnLst>
                                    <p:set>
                                      <p:cBhvr>
                                        <p:cTn id="13" dur="1" fill="hold">
                                          <p:stCondLst>
                                            <p:cond delay="0"/>
                                          </p:stCondLst>
                                        </p:cTn>
                                        <p:tgtEl>
                                          <p:spTgt spid="118"/>
                                        </p:tgtEl>
                                        <p:attrNameLst>
                                          <p:attrName>style.visibility</p:attrName>
                                        </p:attrNameLst>
                                      </p:cBhvr>
                                      <p:to>
                                        <p:strVal val="visible"/>
                                      </p:to>
                                    </p:set>
                                    <p:animEffect transition="in" filter="fade">
                                      <p:cBhvr>
                                        <p:cTn id="14" dur="1000"/>
                                        <p:tgtEl>
                                          <p:spTgt spid="118"/>
                                        </p:tgtEl>
                                      </p:cBhvr>
                                    </p:animEffect>
                                  </p:childTnLst>
                                </p:cTn>
                              </p:par>
                            </p:childTnLst>
                          </p:cTn>
                        </p:par>
                        <p:par>
                          <p:cTn id="15" fill="hold">
                            <p:stCondLst>
                              <p:cond delay="3000"/>
                            </p:stCondLst>
                            <p:childTnLst>
                              <p:par>
                                <p:cTn id="16" presetID="22" presetClass="entr" presetSubtype="4" fill="hold" nodeType="afterEffect">
                                  <p:stCondLst>
                                    <p:cond delay="0"/>
                                  </p:stCondLst>
                                  <p:childTnLst>
                                    <p:set>
                                      <p:cBhvr>
                                        <p:cTn id="17" dur="1" fill="hold">
                                          <p:stCondLst>
                                            <p:cond delay="0"/>
                                          </p:stCondLst>
                                        </p:cTn>
                                        <p:tgtEl>
                                          <p:spTgt spid="120"/>
                                        </p:tgtEl>
                                        <p:attrNameLst>
                                          <p:attrName>style.visibility</p:attrName>
                                        </p:attrNameLst>
                                      </p:cBhvr>
                                      <p:to>
                                        <p:strVal val="visible"/>
                                      </p:to>
                                    </p:set>
                                    <p:animEffect transition="in" filter="wipe(down)">
                                      <p:cBhvr>
                                        <p:cTn id="18" dur="500"/>
                                        <p:tgtEl>
                                          <p:spTgt spid="120"/>
                                        </p:tgtEl>
                                      </p:cBhvr>
                                    </p:animEffect>
                                  </p:childTnLst>
                                </p:cTn>
                              </p:par>
                            </p:childTnLst>
                          </p:cTn>
                        </p:par>
                        <p:par>
                          <p:cTn id="19" fill="hold">
                            <p:stCondLst>
                              <p:cond delay="3500"/>
                            </p:stCondLst>
                            <p:childTnLst>
                              <p:par>
                                <p:cTn id="20" presetID="22" presetClass="entr" presetSubtype="4" fill="hold" nodeType="afterEffect">
                                  <p:stCondLst>
                                    <p:cond delay="0"/>
                                  </p:stCondLst>
                                  <p:childTnLst>
                                    <p:set>
                                      <p:cBhvr>
                                        <p:cTn id="21" dur="1" fill="hold">
                                          <p:stCondLst>
                                            <p:cond delay="0"/>
                                          </p:stCondLst>
                                        </p:cTn>
                                        <p:tgtEl>
                                          <p:spTgt spid="119"/>
                                        </p:tgtEl>
                                        <p:attrNameLst>
                                          <p:attrName>style.visibility</p:attrName>
                                        </p:attrNameLst>
                                      </p:cBhvr>
                                      <p:to>
                                        <p:strVal val="visible"/>
                                      </p:to>
                                    </p:set>
                                    <p:animEffect transition="in" filter="wipe(down)">
                                      <p:cBhvr>
                                        <p:cTn id="22" dur="500"/>
                                        <p:tgtEl>
                                          <p:spTgt spid="119"/>
                                        </p:tgtEl>
                                      </p:cBhvr>
                                    </p:animEffect>
                                  </p:childTnLst>
                                </p:cTn>
                              </p:par>
                            </p:childTnLst>
                          </p:cTn>
                        </p:par>
                        <p:par>
                          <p:cTn id="23" fill="hold">
                            <p:stCondLst>
                              <p:cond delay="4000"/>
                            </p:stCondLst>
                            <p:childTnLst>
                              <p:par>
                                <p:cTn id="24" presetID="35" presetClass="path" presetSubtype="0" accel="50000" decel="50000" fill="hold" nodeType="afterEffect">
                                  <p:stCondLst>
                                    <p:cond delay="0"/>
                                  </p:stCondLst>
                                  <p:childTnLst>
                                    <p:animMotion origin="layout" path="M -5.55556E-7 2.37743E-6 L -0.21076 0.04787 " pathEditMode="relative" rAng="0" ptsTypes="AA">
                                      <p:cBhvr>
                                        <p:cTn id="25" dur="2000" fill="hold"/>
                                        <p:tgtEl>
                                          <p:spTgt spid="116"/>
                                        </p:tgtEl>
                                        <p:attrNameLst>
                                          <p:attrName>ppt_x</p:attrName>
                                          <p:attrName>ppt_y</p:attrName>
                                        </p:attrNameLst>
                                      </p:cBhvr>
                                      <p:rCtr x="-10538" y="2382"/>
                                    </p:animMotion>
                                  </p:childTnLst>
                                </p:cTn>
                              </p:par>
                              <p:par>
                                <p:cTn id="26" presetID="10" presetClass="entr" presetSubtype="0" fill="hold" nodeType="withEffect">
                                  <p:stCondLst>
                                    <p:cond delay="0"/>
                                  </p:stCondLst>
                                  <p:childTnLst>
                                    <p:set>
                                      <p:cBhvr>
                                        <p:cTn id="27" dur="1" fill="hold">
                                          <p:stCondLst>
                                            <p:cond delay="0"/>
                                          </p:stCondLst>
                                        </p:cTn>
                                        <p:tgtEl>
                                          <p:spTgt spid="116"/>
                                        </p:tgtEl>
                                        <p:attrNameLst>
                                          <p:attrName>style.visibility</p:attrName>
                                        </p:attrNameLst>
                                      </p:cBhvr>
                                      <p:to>
                                        <p:strVal val="visible"/>
                                      </p:to>
                                    </p:set>
                                    <p:animEffect transition="in" filter="fade">
                                      <p:cBhvr>
                                        <p:cTn id="28" dur="1000"/>
                                        <p:tgtEl>
                                          <p:spTgt spid="116"/>
                                        </p:tgtEl>
                                      </p:cBhvr>
                                    </p:animEffect>
                                  </p:childTnLst>
                                </p:cTn>
                              </p:par>
                            </p:childTnLst>
                          </p:cTn>
                        </p:par>
                        <p:par>
                          <p:cTn id="29" fill="hold">
                            <p:stCondLst>
                              <p:cond delay="6000"/>
                            </p:stCondLst>
                            <p:childTnLst>
                              <p:par>
                                <p:cTn id="30" presetID="22" presetClass="entr" presetSubtype="4" fill="hold" nodeType="afterEffect">
                                  <p:stCondLst>
                                    <p:cond delay="0"/>
                                  </p:stCondLst>
                                  <p:childTnLst>
                                    <p:set>
                                      <p:cBhvr>
                                        <p:cTn id="31" dur="1" fill="hold">
                                          <p:stCondLst>
                                            <p:cond delay="0"/>
                                          </p:stCondLst>
                                        </p:cTn>
                                        <p:tgtEl>
                                          <p:spTgt spid="115"/>
                                        </p:tgtEl>
                                        <p:attrNameLst>
                                          <p:attrName>style.visibility</p:attrName>
                                        </p:attrNameLst>
                                      </p:cBhvr>
                                      <p:to>
                                        <p:strVal val="visible"/>
                                      </p:to>
                                    </p:set>
                                    <p:animEffect transition="in" filter="wipe(down)">
                                      <p:cBhvr>
                                        <p:cTn id="32" dur="500"/>
                                        <p:tgtEl>
                                          <p:spTgt spid="115"/>
                                        </p:tgtEl>
                                      </p:cBhvr>
                                    </p:animEffect>
                                  </p:childTnLst>
                                </p:cTn>
                              </p:par>
                            </p:childTnLst>
                          </p:cTn>
                        </p:par>
                        <p:par>
                          <p:cTn id="33" fill="hold">
                            <p:stCondLst>
                              <p:cond delay="6500"/>
                            </p:stCondLst>
                            <p:childTnLst>
                              <p:par>
                                <p:cTn id="34" presetID="22" presetClass="entr" presetSubtype="4" fill="hold" nodeType="afterEffect">
                                  <p:stCondLst>
                                    <p:cond delay="0"/>
                                  </p:stCondLst>
                                  <p:childTnLst>
                                    <p:set>
                                      <p:cBhvr>
                                        <p:cTn id="35" dur="1" fill="hold">
                                          <p:stCondLst>
                                            <p:cond delay="0"/>
                                          </p:stCondLst>
                                        </p:cTn>
                                        <p:tgtEl>
                                          <p:spTgt spid="117"/>
                                        </p:tgtEl>
                                        <p:attrNameLst>
                                          <p:attrName>style.visibility</p:attrName>
                                        </p:attrNameLst>
                                      </p:cBhvr>
                                      <p:to>
                                        <p:strVal val="visible"/>
                                      </p:to>
                                    </p:set>
                                    <p:animEffect transition="in" filter="wipe(down)">
                                      <p:cBhvr>
                                        <p:cTn id="36" dur="1000"/>
                                        <p:tgtEl>
                                          <p:spTgt spid="117"/>
                                        </p:tgtEl>
                                      </p:cBhvr>
                                    </p:animEffect>
                                  </p:childTnLst>
                                </p:cTn>
                              </p:par>
                              <p:par>
                                <p:cTn id="37" presetID="10" presetClass="entr" presetSubtype="0" fill="hold" nodeType="withEffect">
                                  <p:stCondLst>
                                    <p:cond delay="80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2000"/>
                                        <p:tgtEl>
                                          <p:spTgt spid="5"/>
                                        </p:tgtEl>
                                      </p:cBhvr>
                                    </p:animEffect>
                                  </p:childTnLst>
                                </p:cTn>
                              </p:par>
                            </p:childTnLst>
                          </p:cTn>
                        </p:par>
                        <p:par>
                          <p:cTn id="40" fill="hold">
                            <p:stCondLst>
                              <p:cond delay="9300"/>
                            </p:stCondLst>
                            <p:childTnLst>
                              <p:par>
                                <p:cTn id="41" presetID="0" presetClass="path" presetSubtype="0" accel="50000" decel="50000" fill="hold" nodeType="afterEffect">
                                  <p:stCondLst>
                                    <p:cond delay="0"/>
                                  </p:stCondLst>
                                  <p:childTnLst>
                                    <p:animMotion origin="layout" path="M -2.22222E-6 -4.81481E-6 C -0.08906 0.01505 -0.38802 0.03033 -0.53472 0.09075 C -0.68142 0.15116 -0.81198 0.322 -0.88055 0.36297 C -0.94913 0.40394 -0.93229 0.34237 -0.94583 0.33704 " pathEditMode="relative" rAng="0" ptsTypes="aaaa">
                                      <p:cBhvr>
                                        <p:cTn id="42" dur="2000" fill="hold"/>
                                        <p:tgtEl>
                                          <p:spTgt spid="121"/>
                                        </p:tgtEl>
                                        <p:attrNameLst>
                                          <p:attrName>ppt_x</p:attrName>
                                          <p:attrName>ppt_y</p:attrName>
                                        </p:attrNameLst>
                                      </p:cBhvr>
                                      <p:rCtr x="-47465" y="20185"/>
                                    </p:animMotion>
                                  </p:childTnLst>
                                </p:cTn>
                              </p:par>
                              <p:par>
                                <p:cTn id="43" presetID="0" presetClass="path" presetSubtype="0" accel="50000" decel="50000" fill="hold" nodeType="withEffect">
                                  <p:stCondLst>
                                    <p:cond delay="500"/>
                                  </p:stCondLst>
                                  <p:childTnLst>
                                    <p:animMotion origin="layout" path="M 0 0.04629 C -0.07778 0.05393 -0.34948 0.0956 -0.46667 0.09166 C -0.58385 0.08773 -0.63611 -0.0007 -0.70278 0.02314 C -0.76944 0.04699 -0.83247 0.19027 -0.86667 0.23426 " pathEditMode="relative" rAng="0" ptsTypes="aaaa">
                                      <p:cBhvr>
                                        <p:cTn id="44" dur="2000" fill="hold"/>
                                        <p:tgtEl>
                                          <p:spTgt spid="122"/>
                                        </p:tgtEl>
                                        <p:attrNameLst>
                                          <p:attrName>ppt_x</p:attrName>
                                          <p:attrName>ppt_y</p:attrName>
                                        </p:attrNameLst>
                                      </p:cBhvr>
                                      <p:rCtr x="-43333" y="7037"/>
                                    </p:animMotion>
                                  </p:childTnLst>
                                </p:cTn>
                              </p:par>
                              <p:par>
                                <p:cTn id="45" presetID="0" presetClass="path" presetSubtype="0" accel="50000" decel="50000" fill="hold" nodeType="withEffect">
                                  <p:stCondLst>
                                    <p:cond delay="500"/>
                                  </p:stCondLst>
                                  <p:childTnLst>
                                    <p:animMotion origin="layout" path="M 2.58989E-6 -4.62214E-8 C -0.10149 -0.11578 -0.4135 -0.63115 -0.60787 -0.68939 C -0.80198 -0.7474 -1.04938 -0.42454 -1.16545 -0.35452 " pathEditMode="relative" rAng="0" ptsTypes="aaa">
                                      <p:cBhvr>
                                        <p:cTn id="46" dur="2000" fill="hold"/>
                                        <p:tgtEl>
                                          <p:spTgt spid="123"/>
                                        </p:tgtEl>
                                        <p:attrNameLst>
                                          <p:attrName>ppt_x</p:attrName>
                                          <p:attrName>ppt_y</p:attrName>
                                        </p:attrNameLst>
                                      </p:cBhvr>
                                      <p:rCtr x="-58273" y="-3737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0C325A4A-BAED-4624-90D1-88F38BD6F015}" type="datetimeFigureOut">
              <a:rPr lang="zh-CN" altLang="en-US" smtClean="0"/>
              <a:t>2024/12/10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BD1F3D-25D0-41EF-98EA-A8204D8B08F6}" type="slidenum">
              <a:rPr lang="zh-CN" altLang="en-US" smtClean="0"/>
              <a:t>‹#›</a:t>
            </a:fld>
            <a:endParaRPr lang="zh-CN" altLang="en-US"/>
          </a:p>
        </p:txBody>
      </p:sp>
    </p:spTree>
    <p:extLst>
      <p:ext uri="{BB962C8B-B14F-4D97-AF65-F5344CB8AC3E}">
        <p14:creationId xmlns:p14="http://schemas.microsoft.com/office/powerpoint/2010/main" val="17637622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C325A4A-BAED-4624-90D1-88F38BD6F015}" type="datetimeFigureOut">
              <a:rPr lang="zh-CN" altLang="en-US" smtClean="0"/>
              <a:t>2024/12/10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BD1F3D-25D0-41EF-98EA-A8204D8B08F6}" type="slidenum">
              <a:rPr lang="zh-CN" altLang="en-US" smtClean="0"/>
              <a:t>‹#›</a:t>
            </a:fld>
            <a:endParaRPr lang="zh-CN" altLang="en-US"/>
          </a:p>
        </p:txBody>
      </p:sp>
    </p:spTree>
    <p:extLst>
      <p:ext uri="{BB962C8B-B14F-4D97-AF65-F5344CB8AC3E}">
        <p14:creationId xmlns:p14="http://schemas.microsoft.com/office/powerpoint/2010/main" val="32582067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0C325A4A-BAED-4624-90D1-88F38BD6F015}" type="datetimeFigureOut">
              <a:rPr lang="zh-CN" altLang="en-US" smtClean="0"/>
              <a:t>2024/12/10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BD1F3D-25D0-41EF-98EA-A8204D8B08F6}" type="slidenum">
              <a:rPr lang="zh-CN" altLang="en-US" smtClean="0"/>
              <a:t>‹#›</a:t>
            </a:fld>
            <a:endParaRPr lang="zh-CN" altLang="en-US"/>
          </a:p>
        </p:txBody>
      </p:sp>
    </p:spTree>
    <p:extLst>
      <p:ext uri="{BB962C8B-B14F-4D97-AF65-F5344CB8AC3E}">
        <p14:creationId xmlns:p14="http://schemas.microsoft.com/office/powerpoint/2010/main" val="35365580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C325A4A-BAED-4624-90D1-88F38BD6F015}" type="datetimeFigureOut">
              <a:rPr lang="zh-CN" altLang="en-US" smtClean="0"/>
              <a:t>2024/12/10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BD1F3D-25D0-41EF-98EA-A8204D8B08F6}" type="slidenum">
              <a:rPr lang="zh-CN" altLang="en-US" smtClean="0"/>
              <a:t>‹#›</a:t>
            </a:fld>
            <a:endParaRPr lang="zh-CN" altLang="en-US"/>
          </a:p>
        </p:txBody>
      </p:sp>
    </p:spTree>
    <p:extLst>
      <p:ext uri="{BB962C8B-B14F-4D97-AF65-F5344CB8AC3E}">
        <p14:creationId xmlns:p14="http://schemas.microsoft.com/office/powerpoint/2010/main" val="34482713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C325A4A-BAED-4624-90D1-88F38BD6F015}" type="datetimeFigureOut">
              <a:rPr lang="zh-CN" altLang="en-US" smtClean="0"/>
              <a:t>2024/12/10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2BD1F3D-25D0-41EF-98EA-A8204D8B08F6}" type="slidenum">
              <a:rPr lang="zh-CN" altLang="en-US" smtClean="0"/>
              <a:t>‹#›</a:t>
            </a:fld>
            <a:endParaRPr lang="zh-CN" altLang="en-US"/>
          </a:p>
        </p:txBody>
      </p:sp>
    </p:spTree>
    <p:extLst>
      <p:ext uri="{BB962C8B-B14F-4D97-AF65-F5344CB8AC3E}">
        <p14:creationId xmlns:p14="http://schemas.microsoft.com/office/powerpoint/2010/main" val="24816295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C325A4A-BAED-4624-90D1-88F38BD6F015}" type="datetimeFigureOut">
              <a:rPr lang="zh-CN" altLang="en-US" smtClean="0"/>
              <a:t>2024/12/10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2BD1F3D-25D0-41EF-98EA-A8204D8B08F6}" type="slidenum">
              <a:rPr lang="zh-CN" altLang="en-US" smtClean="0"/>
              <a:t>‹#›</a:t>
            </a:fld>
            <a:endParaRPr lang="zh-CN" altLang="en-US"/>
          </a:p>
        </p:txBody>
      </p:sp>
    </p:spTree>
    <p:extLst>
      <p:ext uri="{BB962C8B-B14F-4D97-AF65-F5344CB8AC3E}">
        <p14:creationId xmlns:p14="http://schemas.microsoft.com/office/powerpoint/2010/main" val="31492805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C325A4A-BAED-4624-90D1-88F38BD6F015}" type="datetimeFigureOut">
              <a:rPr lang="zh-CN" altLang="en-US" smtClean="0"/>
              <a:t>2024/12/10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2BD1F3D-25D0-41EF-98EA-A8204D8B08F6}" type="slidenum">
              <a:rPr lang="zh-CN" altLang="en-US" smtClean="0"/>
              <a:t>‹#›</a:t>
            </a:fld>
            <a:endParaRPr lang="zh-CN" altLang="en-US"/>
          </a:p>
        </p:txBody>
      </p:sp>
    </p:spTree>
    <p:extLst>
      <p:ext uri="{BB962C8B-B14F-4D97-AF65-F5344CB8AC3E}">
        <p14:creationId xmlns:p14="http://schemas.microsoft.com/office/powerpoint/2010/main" val="30302818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C325A4A-BAED-4624-90D1-88F38BD6F015}" type="datetimeFigureOut">
              <a:rPr lang="zh-CN" altLang="en-US" smtClean="0"/>
              <a:t>2024/12/10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BD1F3D-25D0-41EF-98EA-A8204D8B08F6}" type="slidenum">
              <a:rPr lang="zh-CN" altLang="en-US" smtClean="0"/>
              <a:t>‹#›</a:t>
            </a:fld>
            <a:endParaRPr lang="zh-CN" altLang="en-US"/>
          </a:p>
        </p:txBody>
      </p:sp>
    </p:spTree>
    <p:extLst>
      <p:ext uri="{BB962C8B-B14F-4D97-AF65-F5344CB8AC3E}">
        <p14:creationId xmlns:p14="http://schemas.microsoft.com/office/powerpoint/2010/main" val="29856462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C325A4A-BAED-4624-90D1-88F38BD6F015}" type="datetimeFigureOut">
              <a:rPr lang="zh-CN" altLang="en-US" smtClean="0"/>
              <a:t>2024/12/10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BD1F3D-25D0-41EF-98EA-A8204D8B08F6}" type="slidenum">
              <a:rPr lang="zh-CN" altLang="en-US" smtClean="0"/>
              <a:t>‹#›</a:t>
            </a:fld>
            <a:endParaRPr lang="zh-CN" altLang="en-US"/>
          </a:p>
        </p:txBody>
      </p:sp>
    </p:spTree>
    <p:extLst>
      <p:ext uri="{BB962C8B-B14F-4D97-AF65-F5344CB8AC3E}">
        <p14:creationId xmlns:p14="http://schemas.microsoft.com/office/powerpoint/2010/main" val="18572498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C325A4A-BAED-4624-90D1-88F38BD6F015}" type="datetimeFigureOut">
              <a:rPr lang="zh-CN" altLang="en-US" smtClean="0"/>
              <a:t>2024/12/10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BD1F3D-25D0-41EF-98EA-A8204D8B08F6}" type="slidenum">
              <a:rPr lang="zh-CN" altLang="en-US" smtClean="0"/>
              <a:t>‹#›</a:t>
            </a:fld>
            <a:endParaRPr lang="zh-CN" altLang="en-US"/>
          </a:p>
        </p:txBody>
      </p:sp>
    </p:spTree>
    <p:extLst>
      <p:ext uri="{BB962C8B-B14F-4D97-AF65-F5344CB8AC3E}">
        <p14:creationId xmlns:p14="http://schemas.microsoft.com/office/powerpoint/2010/main" val="25629978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C325A4A-BAED-4624-90D1-88F38BD6F015}" type="datetimeFigureOut">
              <a:rPr lang="zh-CN" altLang="en-US" smtClean="0"/>
              <a:t>2024/12/10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BD1F3D-25D0-41EF-98EA-A8204D8B08F6}" type="slidenum">
              <a:rPr lang="zh-CN" altLang="en-US" smtClean="0"/>
              <a:t>‹#›</a:t>
            </a:fld>
            <a:endParaRPr lang="zh-CN" altLang="en-US"/>
          </a:p>
        </p:txBody>
      </p:sp>
    </p:spTree>
    <p:extLst>
      <p:ext uri="{BB962C8B-B14F-4D97-AF65-F5344CB8AC3E}">
        <p14:creationId xmlns:p14="http://schemas.microsoft.com/office/powerpoint/2010/main" val="23069944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5" name="矩形 4"/>
          <p:cNvSpPr/>
          <p:nvPr userDrawn="1"/>
        </p:nvSpPr>
        <p:spPr>
          <a:xfrm>
            <a:off x="0" y="4389105"/>
            <a:ext cx="10032437" cy="2516888"/>
          </a:xfrm>
          <a:prstGeom prst="rect">
            <a:avLst/>
          </a:prstGeom>
          <a:blipFill dpi="0" rotWithShape="1">
            <a:blip r:embed="rId2">
              <a:extLst>
                <a:ext uri="{BEBA8EAE-BF5A-486C-A8C5-ECC9F3942E4B}">
                  <a14:imgProps xmlns:a14="http://schemas.microsoft.com/office/drawing/2010/main">
                    <a14:imgLayer r:embed="rId3">
                      <a14:imgEffect>
                        <a14:artisticTexturizer/>
                      </a14:imgEffect>
                    </a14:imgLayer>
                  </a14:imgProps>
                </a:ex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矩形 7"/>
          <p:cNvSpPr/>
          <p:nvPr userDrawn="1"/>
        </p:nvSpPr>
        <p:spPr>
          <a:xfrm flipH="1">
            <a:off x="3599722" y="7719"/>
            <a:ext cx="8592276" cy="4381384"/>
          </a:xfrm>
          <a:prstGeom prst="rect">
            <a:avLst/>
          </a:prstGeom>
          <a:blipFill dpi="0" rotWithShape="1">
            <a:blip r:embed="rId2">
              <a:extLst>
                <a:ext uri="{BEBA8EAE-BF5A-486C-A8C5-ECC9F3942E4B}">
                  <a14:imgProps xmlns:a14="http://schemas.microsoft.com/office/drawing/2010/main">
                    <a14:imgLayer r:embed="rId3">
                      <a14:imgEffect>
                        <a14:artisticTexturizer/>
                      </a14:imgEffect>
                    </a14:imgLayer>
                  </a14:imgProps>
                </a:ex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五边形 5"/>
          <p:cNvSpPr/>
          <p:nvPr userDrawn="1"/>
        </p:nvSpPr>
        <p:spPr>
          <a:xfrm>
            <a:off x="-21995" y="-5968"/>
            <a:ext cx="6021985" cy="4395071"/>
          </a:xfrm>
          <a:prstGeom prst="homePlate">
            <a:avLst/>
          </a:prstGeom>
          <a:blipFill dpi="0" rotWithShape="1">
            <a:blip r:embed="rId4" cstate="print">
              <a:extLst>
                <a:ext uri="{BEBA8EAE-BF5A-486C-A8C5-ECC9F3942E4B}">
                  <a14:imgProps xmlns:a14="http://schemas.microsoft.com/office/drawing/2010/main">
                    <a14:imgLayer r:embed="rId5">
                      <a14:imgEffect>
                        <a14:artisticTexturizer/>
                      </a14:imgEffect>
                    </a14:imgLayer>
                  </a14:imgProps>
                </a:ext>
                <a:ext uri="{28A0092B-C50C-407E-A947-70E740481C1C}">
                  <a14:useLocalDpi xmlns:a14="http://schemas.microsoft.com/office/drawing/2010/main" val="0"/>
                </a:ext>
              </a:extLst>
            </a:blip>
            <a:srcRect/>
            <a:stretch>
              <a:fillRect/>
            </a:stretch>
          </a:blipFill>
          <a:ln>
            <a:noFill/>
          </a:ln>
          <a:effectLst>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五边形 6"/>
          <p:cNvSpPr/>
          <p:nvPr userDrawn="1"/>
        </p:nvSpPr>
        <p:spPr>
          <a:xfrm flipH="1">
            <a:off x="8688288" y="4389106"/>
            <a:ext cx="3503709" cy="2470329"/>
          </a:xfrm>
          <a:prstGeom prst="homePlate">
            <a:avLst/>
          </a:prstGeom>
          <a:blipFill dpi="0" rotWithShape="1">
            <a:blip r:embed="rId4" cstate="print">
              <a:extLst>
                <a:ext uri="{BEBA8EAE-BF5A-486C-A8C5-ECC9F3942E4B}">
                  <a14:imgProps xmlns:a14="http://schemas.microsoft.com/office/drawing/2010/main">
                    <a14:imgLayer r:embed="rId5">
                      <a14:imgEffect>
                        <a14:artisticTexturizer/>
                      </a14:imgEffect>
                    </a14:imgLayer>
                  </a14:imgProps>
                </a:ext>
                <a:ext uri="{28A0092B-C50C-407E-A947-70E740481C1C}">
                  <a14:useLocalDpi xmlns:a14="http://schemas.microsoft.com/office/drawing/2010/main" val="0"/>
                </a:ext>
              </a:extLst>
            </a:blip>
            <a:srcRect/>
            <a:stretch>
              <a:fillRect/>
            </a:stretch>
          </a:blipFill>
          <a:ln>
            <a:noFill/>
          </a:ln>
          <a:effectLst>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p:nvPr>
        </p:nvSpPr>
        <p:spPr>
          <a:xfrm>
            <a:off x="1782841" y="1316766"/>
            <a:ext cx="10363200" cy="1470025"/>
          </a:xfrm>
        </p:spPr>
        <p:txBody>
          <a:bodyPr/>
          <a:lstStyle>
            <a:lvl1pPr>
              <a:defRPr>
                <a:solidFill>
                  <a:schemeClr val="bg1"/>
                </a:solidFill>
              </a:defRPr>
            </a:lvl1pPr>
          </a:lstStyle>
          <a:p>
            <a:r>
              <a:rPr lang="zh-CN" altLang="en-US" dirty="0"/>
              <a:t>单击此处编辑母版标题样式</a:t>
            </a:r>
          </a:p>
        </p:txBody>
      </p:sp>
      <p:sp>
        <p:nvSpPr>
          <p:cNvPr id="3" name="副标题 2"/>
          <p:cNvSpPr>
            <a:spLocks noGrp="1"/>
          </p:cNvSpPr>
          <p:nvPr>
            <p:ph type="subTitle" idx="1"/>
          </p:nvPr>
        </p:nvSpPr>
        <p:spPr>
          <a:xfrm>
            <a:off x="1732789" y="5157193"/>
            <a:ext cx="8534400" cy="1154631"/>
          </a:xfrm>
        </p:spPr>
        <p:txBody>
          <a:bodyPr/>
          <a:lstStyle>
            <a:lvl1pPr marL="0" indent="0" algn="ctr">
              <a:buNone/>
              <a:defRPr>
                <a:solidFill>
                  <a:schemeClr val="bg1">
                    <a:lumMod val="9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zh-CN" altLang="en-US" dirty="0"/>
              <a:t>单击此处编辑母版副标题样式</a:t>
            </a:r>
          </a:p>
        </p:txBody>
      </p:sp>
    </p:spTree>
    <p:extLst>
      <p:ext uri="{BB962C8B-B14F-4D97-AF65-F5344CB8AC3E}">
        <p14:creationId xmlns:p14="http://schemas.microsoft.com/office/powerpoint/2010/main" val="26708702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740669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t>2024/12/10</a:t>
            </a:fld>
            <a:endParaRPr lang="zh-CN" altLang="en-US"/>
          </a:p>
        </p:txBody>
      </p:sp>
      <p:sp>
        <p:nvSpPr>
          <p:cNvPr id="5" name="页脚占位符 4"/>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32041743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834389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72" y="1535113"/>
            <a:ext cx="5389033"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858063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t>2024/12/10</a:t>
            </a:fld>
            <a:endParaRPr lang="zh-CN" altLang="en-US"/>
          </a:p>
        </p:txBody>
      </p:sp>
      <p:sp>
        <p:nvSpPr>
          <p:cNvPr id="4" name="页脚占位符 3"/>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p:txBody>
          <a:body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10125899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t>2024/12/10</a:t>
            </a:fld>
            <a:endParaRPr lang="zh-CN" altLang="en-US"/>
          </a:p>
        </p:txBody>
      </p:sp>
      <p:sp>
        <p:nvSpPr>
          <p:cNvPr id="3" name="页脚占位符 2"/>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p:txBody>
          <a:body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34397779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5" y="273049"/>
            <a:ext cx="4011084" cy="1162051"/>
          </a:xfr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t>2024/12/10</a:t>
            </a:fld>
            <a:endParaRPr lang="zh-CN" altLang="en-US"/>
          </a:p>
        </p:txBody>
      </p:sp>
      <p:sp>
        <p:nvSpPr>
          <p:cNvPr id="6" name="页脚占位符 5"/>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32821483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1"/>
            <a:ext cx="7315200" cy="566739"/>
          </a:xfr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zh-CN" altLang="en-US"/>
              <a:t>单击图标添加图片</a:t>
            </a:r>
          </a:p>
        </p:txBody>
      </p:sp>
      <p:sp>
        <p:nvSpPr>
          <p:cNvPr id="4" name="文本占位符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t>2024/12/10</a:t>
            </a:fld>
            <a:endParaRPr lang="zh-CN" altLang="en-US"/>
          </a:p>
        </p:txBody>
      </p:sp>
      <p:sp>
        <p:nvSpPr>
          <p:cNvPr id="6" name="页脚占位符 5"/>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DB6769B4-5047-4DE8-962E-21FF2E18E5B7}" type="slidenum">
              <a:rPr lang="zh-CN" altLang="en-US" smtClean="0"/>
              <a:t>‹#›</a:t>
            </a:fld>
            <a:endParaRPr lang="zh-CN" altLang="en-US"/>
          </a:p>
        </p:txBody>
      </p:sp>
      <p:pic>
        <p:nvPicPr>
          <p:cNvPr id="8" name="Picture 1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Tree>
    <p:extLst>
      <p:ext uri="{BB962C8B-B14F-4D97-AF65-F5344CB8AC3E}">
        <p14:creationId xmlns:p14="http://schemas.microsoft.com/office/powerpoint/2010/main" val="2652361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t>2024/12/10</a:t>
            </a:fld>
            <a:endParaRPr lang="zh-CN" altLang="en-US"/>
          </a:p>
        </p:txBody>
      </p:sp>
      <p:sp>
        <p:nvSpPr>
          <p:cNvPr id="5" name="页脚占位符 4"/>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29452495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t>2024/12/10</a:t>
            </a:fld>
            <a:endParaRPr lang="zh-CN" altLang="en-US"/>
          </a:p>
        </p:txBody>
      </p:sp>
      <p:sp>
        <p:nvSpPr>
          <p:cNvPr id="5" name="页脚占位符 4"/>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24017833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相册封面">
    <p:spTree>
      <p:nvGrpSpPr>
        <p:cNvPr id="1" name=""/>
        <p:cNvGrpSpPr/>
        <p:nvPr/>
      </p:nvGrpSpPr>
      <p:grpSpPr>
        <a:xfrm>
          <a:off x="0" y="0"/>
          <a:ext cx="0" cy="0"/>
          <a:chOff x="0" y="0"/>
          <a:chExt cx="0" cy="0"/>
        </a:xfrm>
      </p:grpSpPr>
      <p:pic>
        <p:nvPicPr>
          <p:cNvPr id="6" name="Picture Placeholder 3"/>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0" y="0"/>
            <a:ext cx="11277600" cy="6858000"/>
          </a:xfrm>
          <a:prstGeom prst="rect">
            <a:avLst/>
          </a:prstGeom>
        </p:spPr>
      </p:pic>
      <p:sp>
        <p:nvSpPr>
          <p:cNvPr id="11" name="Text Placeholder 10"/>
          <p:cNvSpPr>
            <a:spLocks noGrp="1"/>
          </p:cNvSpPr>
          <p:nvPr>
            <p:ph type="body" sz="quarter" idx="14" hasCustomPrompt="1"/>
          </p:nvPr>
        </p:nvSpPr>
        <p:spPr>
          <a:xfrm>
            <a:off x="3934609" y="1191153"/>
            <a:ext cx="6583680" cy="983431"/>
          </a:xfrm>
          <a:solidFill>
            <a:schemeClr val="tx1">
              <a:lumMod val="95000"/>
              <a:lumOff val="5000"/>
              <a:alpha val="64000"/>
            </a:schemeClr>
          </a:solidFill>
          <a:ln w="38100" cmpd="dbl">
            <a:noFill/>
          </a:ln>
        </p:spPr>
        <p:txBody>
          <a:bodyPr tIns="137160" anchor="ctr" anchorCtr="0">
            <a:normAutofit/>
          </a:bodyPr>
          <a:lstStyle>
            <a:lvl1pPr algn="ctr" eaLnBrk="1" latinLnBrk="0" hangingPunct="1">
              <a:buNone/>
              <a:defRPr kumimoji="0" lang="zh-CN" sz="4267" b="1" baseline="0">
                <a:solidFill>
                  <a:schemeClr val="bg1"/>
                </a:solidFill>
              </a:defRPr>
            </a:lvl1pPr>
          </a:lstStyle>
          <a:p>
            <a:pPr lvl="0"/>
            <a:r>
              <a:rPr kumimoji="0" lang="zh-CN"/>
              <a:t>单击此处添加主标题</a:t>
            </a:r>
          </a:p>
        </p:txBody>
      </p:sp>
      <p:sp>
        <p:nvSpPr>
          <p:cNvPr id="7" name="Rectangle 6"/>
          <p:cNvSpPr/>
          <p:nvPr/>
        </p:nvSpPr>
        <p:spPr>
          <a:xfrm>
            <a:off x="3875964" y="1143000"/>
            <a:ext cx="6705600" cy="1066800"/>
          </a:xfrm>
          <a:prstGeom prst="rect">
            <a:avLst/>
          </a:prstGeom>
          <a:noFill/>
          <a:ln w="38100">
            <a:solidFill>
              <a:schemeClr val="tx1">
                <a:lumMod val="95000"/>
                <a:lumOff val="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Tree>
    <p:extLst>
      <p:ext uri="{BB962C8B-B14F-4D97-AF65-F5344CB8AC3E}">
        <p14:creationId xmlns:p14="http://schemas.microsoft.com/office/powerpoint/2010/main" val="194854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30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相册节">
    <p:spTree>
      <p:nvGrpSpPr>
        <p:cNvPr id="1" name=""/>
        <p:cNvGrpSpPr/>
        <p:nvPr/>
      </p:nvGrpSpPr>
      <p:grpSpPr>
        <a:xfrm>
          <a:off x="0" y="0"/>
          <a:ext cx="0" cy="0"/>
          <a:chOff x="0" y="0"/>
          <a:chExt cx="0" cy="0"/>
        </a:xfrm>
      </p:grpSpPr>
      <p:pic>
        <p:nvPicPr>
          <p:cNvPr id="13" name="Picture 1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
        <p:nvSpPr>
          <p:cNvPr id="2" name="Title 1"/>
          <p:cNvSpPr>
            <a:spLocks noGrp="1"/>
          </p:cNvSpPr>
          <p:nvPr>
            <p:ph type="title"/>
          </p:nvPr>
        </p:nvSpPr>
        <p:spPr>
          <a:xfrm>
            <a:off x="812800" y="4646841"/>
            <a:ext cx="10363200" cy="1362075"/>
          </a:xfrm>
        </p:spPr>
        <p:txBody>
          <a:bodyPr anchor="t"/>
          <a:lstStyle>
            <a:lvl1pPr algn="l" eaLnBrk="1" latinLnBrk="0" hangingPunct="1">
              <a:defRPr kumimoji="0" lang="zh-CN" sz="5333" b="1" cap="all">
                <a:solidFill>
                  <a:schemeClr val="tx1">
                    <a:lumMod val="85000"/>
                    <a:lumOff val="15000"/>
                  </a:schemeClr>
                </a:solidFill>
              </a:defRPr>
            </a:lvl1pPr>
          </a:lstStyle>
          <a:p>
            <a:pPr eaLnBrk="1" latinLnBrk="0" hangingPunct="1"/>
            <a:r>
              <a:rPr lang="zh-CN" altLang="en-US"/>
              <a:t>单击此处编辑母版标题样式</a:t>
            </a:r>
            <a:endParaRPr/>
          </a:p>
        </p:txBody>
      </p:sp>
      <p:sp>
        <p:nvSpPr>
          <p:cNvPr id="3" name="Text Placeholder 2"/>
          <p:cNvSpPr>
            <a:spLocks noGrp="1"/>
          </p:cNvSpPr>
          <p:nvPr>
            <p:ph type="body" idx="1"/>
          </p:nvPr>
        </p:nvSpPr>
        <p:spPr>
          <a:xfrm>
            <a:off x="812800" y="3146653"/>
            <a:ext cx="10363200" cy="1500187"/>
          </a:xfrm>
        </p:spPr>
        <p:txBody>
          <a:bodyPr anchor="b"/>
          <a:lstStyle>
            <a:lvl1pPr marL="0" indent="0" eaLnBrk="1" latinLnBrk="0" hangingPunct="1">
              <a:buNone/>
              <a:defRPr kumimoji="0" lang="zh-CN" sz="2667">
                <a:solidFill>
                  <a:schemeClr val="tx1">
                    <a:tint val="75000"/>
                  </a:schemeClr>
                </a:solidFill>
              </a:defRPr>
            </a:lvl1pPr>
            <a:lvl2pPr marL="609585" indent="0" eaLnBrk="1" latinLnBrk="0" hangingPunct="1">
              <a:buNone/>
              <a:defRPr kumimoji="0" lang="zh-CN" sz="2400">
                <a:solidFill>
                  <a:schemeClr val="tx1">
                    <a:tint val="75000"/>
                  </a:schemeClr>
                </a:solidFill>
              </a:defRPr>
            </a:lvl2pPr>
            <a:lvl3pPr marL="1219170" indent="0" eaLnBrk="1" latinLnBrk="0" hangingPunct="1">
              <a:buNone/>
              <a:defRPr kumimoji="0" lang="zh-CN" sz="2133">
                <a:solidFill>
                  <a:schemeClr val="tx1">
                    <a:tint val="75000"/>
                  </a:schemeClr>
                </a:solidFill>
              </a:defRPr>
            </a:lvl3pPr>
            <a:lvl4pPr marL="1828754" indent="0" eaLnBrk="1" latinLnBrk="0" hangingPunct="1">
              <a:buNone/>
              <a:defRPr kumimoji="0" lang="zh-CN" sz="1867">
                <a:solidFill>
                  <a:schemeClr val="tx1">
                    <a:tint val="75000"/>
                  </a:schemeClr>
                </a:solidFill>
              </a:defRPr>
            </a:lvl4pPr>
            <a:lvl5pPr marL="2438339" indent="0" eaLnBrk="1" latinLnBrk="0" hangingPunct="1">
              <a:buNone/>
              <a:defRPr kumimoji="0" lang="zh-CN" sz="1867">
                <a:solidFill>
                  <a:schemeClr val="tx1">
                    <a:tint val="75000"/>
                  </a:schemeClr>
                </a:solidFill>
              </a:defRPr>
            </a:lvl5pPr>
            <a:lvl6pPr marL="3047924" indent="0" eaLnBrk="1" latinLnBrk="0" hangingPunct="1">
              <a:buNone/>
              <a:defRPr kumimoji="0" lang="zh-CN" sz="1867">
                <a:solidFill>
                  <a:schemeClr val="tx1">
                    <a:tint val="75000"/>
                  </a:schemeClr>
                </a:solidFill>
              </a:defRPr>
            </a:lvl6pPr>
            <a:lvl7pPr marL="3657509" indent="0" eaLnBrk="1" latinLnBrk="0" hangingPunct="1">
              <a:buNone/>
              <a:defRPr kumimoji="0" lang="zh-CN" sz="1867">
                <a:solidFill>
                  <a:schemeClr val="tx1">
                    <a:tint val="75000"/>
                  </a:schemeClr>
                </a:solidFill>
              </a:defRPr>
            </a:lvl7pPr>
            <a:lvl8pPr marL="4267093" indent="0" eaLnBrk="1" latinLnBrk="0" hangingPunct="1">
              <a:buNone/>
              <a:defRPr kumimoji="0" lang="zh-CN" sz="1867">
                <a:solidFill>
                  <a:schemeClr val="tx1">
                    <a:tint val="75000"/>
                  </a:schemeClr>
                </a:solidFill>
              </a:defRPr>
            </a:lvl8pPr>
            <a:lvl9pPr marL="4876678" indent="0" eaLnBrk="1" latinLnBrk="0" hangingPunct="1">
              <a:buNone/>
              <a:defRPr kumimoji="0" lang="zh-CN" sz="1867">
                <a:solidFill>
                  <a:schemeClr val="tx1">
                    <a:tint val="75000"/>
                  </a:schemeClr>
                </a:solidFill>
              </a:defRPr>
            </a:lvl9pPr>
          </a:lstStyle>
          <a:p>
            <a:pPr lvl="0" eaLnBrk="1" latinLnBrk="0" hangingPunct="1"/>
            <a:r>
              <a:rPr lang="zh-CN" altLang="en-US"/>
              <a:t>单击此处编辑母版文本样式</a:t>
            </a:r>
          </a:p>
        </p:txBody>
      </p:sp>
      <p:sp>
        <p:nvSpPr>
          <p:cNvPr id="9"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t>2024/12/10</a:t>
            </a:fld>
            <a:endParaRPr lang="zh-CN" altLang="en-US"/>
          </a:p>
        </p:txBody>
      </p:sp>
      <p:sp>
        <p:nvSpPr>
          <p:cNvPr id="10" name="Footer Placeholder 4"/>
          <p:cNvSpPr>
            <a:spLocks noGrp="1"/>
          </p:cNvSpPr>
          <p:nvPr>
            <p:ph type="ftr" sz="quarter" idx="11"/>
          </p:nvPr>
        </p:nvSpPr>
        <p:spPr>
          <a:xfrm>
            <a:off x="3962400" y="6553200"/>
            <a:ext cx="3860800" cy="304800"/>
          </a:xfrm>
          <a:prstGeom prst="rect">
            <a:avLst/>
          </a:prstGeom>
        </p:spPr>
        <p:txBody>
          <a:bodyPr/>
          <a:lstStyle/>
          <a:p>
            <a:endParaRPr lang="zh-CN" altLang="en-US"/>
          </a:p>
        </p:txBody>
      </p:sp>
      <p:sp>
        <p:nvSpPr>
          <p:cNvPr id="11"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1412003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空白(带颜色)">
    <p:spTree>
      <p:nvGrpSpPr>
        <p:cNvPr id="1" name=""/>
        <p:cNvGrpSpPr/>
        <p:nvPr/>
      </p:nvGrpSpPr>
      <p:grpSpPr>
        <a:xfrm>
          <a:off x="0" y="0"/>
          <a:ext cx="0" cy="0"/>
          <a:chOff x="0" y="0"/>
          <a:chExt cx="0" cy="0"/>
        </a:xfrm>
      </p:grpSpPr>
      <p:sp>
        <p:nvSpPr>
          <p:cNvPr id="5"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t>2024/12/10</a:t>
            </a:fld>
            <a:endParaRPr lang="zh-CN" altLang="en-US"/>
          </a:p>
        </p:txBody>
      </p:sp>
      <p:sp>
        <p:nvSpPr>
          <p:cNvPr id="6" name="Footer Placeholder 4"/>
          <p:cNvSpPr>
            <a:spLocks noGrp="1"/>
          </p:cNvSpPr>
          <p:nvPr>
            <p:ph type="ftr" sz="quarter" idx="11"/>
          </p:nvPr>
        </p:nvSpPr>
        <p:spPr>
          <a:xfrm>
            <a:off x="3962400" y="6553200"/>
            <a:ext cx="3860800" cy="304800"/>
          </a:xfrm>
          <a:prstGeom prst="rect">
            <a:avLst/>
          </a:prstGeom>
        </p:spPr>
        <p:txBody>
          <a:bodyPr/>
          <a:lstStyle/>
          <a:p>
            <a:endParaRPr lang="zh-CN" altLang="en-US"/>
          </a:p>
        </p:txBody>
      </p:sp>
      <p:sp>
        <p:nvSpPr>
          <p:cNvPr id="7"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145053232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横向(带标题)">
    <p:spTree>
      <p:nvGrpSpPr>
        <p:cNvPr id="1" name=""/>
        <p:cNvGrpSpPr/>
        <p:nvPr/>
      </p:nvGrpSpPr>
      <p:grpSpPr>
        <a:xfrm>
          <a:off x="0" y="0"/>
          <a:ext cx="0" cy="0"/>
          <a:chOff x="0" y="0"/>
          <a:chExt cx="0" cy="0"/>
        </a:xfrm>
      </p:grpSpPr>
      <p:pic>
        <p:nvPicPr>
          <p:cNvPr id="8" name="Picture 7"/>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
        <p:nvSpPr>
          <p:cNvPr id="3" name="Date Placeholder 2"/>
          <p:cNvSpPr>
            <a:spLocks noGrp="1"/>
          </p:cNvSpPr>
          <p:nvPr>
            <p:ph type="dt" sz="half" idx="10"/>
          </p:nvPr>
        </p:nvSpPr>
        <p:spPr>
          <a:xfrm>
            <a:off x="609600" y="6356352"/>
            <a:ext cx="2844800" cy="365125"/>
          </a:xfrm>
          <a:prstGeom prst="rect">
            <a:avLst/>
          </a:prstGeom>
        </p:spPr>
        <p:txBody>
          <a:bodyPr/>
          <a:lstStyle>
            <a:lvl1pPr eaLnBrk="1" latinLnBrk="0" hangingPunct="1">
              <a:defRPr kumimoji="0" lang="zh-CN">
                <a:solidFill>
                  <a:schemeClr val="bg1"/>
                </a:solidFill>
              </a:defRPr>
            </a:lvl1pPr>
          </a:lstStyle>
          <a:p>
            <a:fld id="{A5F3790F-1BDC-45B7-A06B-907667BADF90}" type="datetimeFigureOut">
              <a:rPr lang="zh-CN" altLang="en-US" smtClean="0"/>
              <a:t>2024/12/10</a:t>
            </a:fld>
            <a:endParaRPr lang="zh-CN" altLang="en-US"/>
          </a:p>
        </p:txBody>
      </p:sp>
      <p:sp>
        <p:nvSpPr>
          <p:cNvPr id="4" name="Footer Placeholder 3"/>
          <p:cNvSpPr>
            <a:spLocks noGrp="1"/>
          </p:cNvSpPr>
          <p:nvPr>
            <p:ph type="ftr" sz="quarter" idx="11"/>
          </p:nvPr>
        </p:nvSpPr>
        <p:spPr>
          <a:xfrm>
            <a:off x="4165600" y="6356352"/>
            <a:ext cx="3860800" cy="365125"/>
          </a:xfrm>
          <a:prstGeom prst="rect">
            <a:avLst/>
          </a:prstGeom>
        </p:spPr>
        <p:txBody>
          <a:bodyPr/>
          <a:lstStyle>
            <a:lvl1pPr eaLnBrk="1" latinLnBrk="0" hangingPunct="1">
              <a:defRPr kumimoji="0" lang="zh-CN">
                <a:solidFill>
                  <a:schemeClr val="bg1"/>
                </a:solidFill>
              </a:defRPr>
            </a:lvl1pPr>
          </a:lstStyle>
          <a:p>
            <a:endParaRPr lang="zh-CN" altLang="en-US"/>
          </a:p>
        </p:txBody>
      </p:sp>
      <p:sp>
        <p:nvSpPr>
          <p:cNvPr id="5" name="Slide Number Placeholder 4"/>
          <p:cNvSpPr>
            <a:spLocks noGrp="1"/>
          </p:cNvSpPr>
          <p:nvPr>
            <p:ph type="sldNum" sz="quarter" idx="12"/>
          </p:nvPr>
        </p:nvSpPr>
        <p:spPr/>
        <p:txBody>
          <a:bodyPr/>
          <a:lstStyle>
            <a:lvl1pPr eaLnBrk="1" latinLnBrk="0" hangingPunct="1">
              <a:defRPr kumimoji="0" lang="zh-CN">
                <a:solidFill>
                  <a:schemeClr val="bg1"/>
                </a:solidFill>
              </a:defRPr>
            </a:lvl1pPr>
          </a:lstStyle>
          <a:p>
            <a:fld id="{DB6769B4-5047-4DE8-962E-21FF2E18E5B7}" type="slidenum">
              <a:rPr lang="zh-CN" altLang="en-US" smtClean="0"/>
              <a:t>‹#›</a:t>
            </a:fld>
            <a:endParaRPr lang="zh-CN" altLang="en-US"/>
          </a:p>
        </p:txBody>
      </p:sp>
      <p:sp>
        <p:nvSpPr>
          <p:cNvPr id="6" name="Rectangle 9"/>
          <p:cNvSpPr>
            <a:spLocks noGrp="1" noChangeAspect="1"/>
          </p:cNvSpPr>
          <p:nvPr>
            <p:ph type="pic" sz="quarter" idx="13"/>
          </p:nvPr>
        </p:nvSpPr>
        <p:spPr>
          <a:xfrm>
            <a:off x="711205" y="370789"/>
            <a:ext cx="10720017" cy="6030011"/>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Clr>
                <a:srgbClr val="438086"/>
              </a:buClr>
              <a:buSzPct val="60000"/>
              <a:buFontTx/>
              <a:buNone/>
              <a:defRPr kumimoji="0" lang="zh-CN" sz="3200" kern="1200">
                <a:solidFill>
                  <a:srgbClr val="FC7500"/>
                </a:solidFill>
                <a:latin typeface="+mn-lt"/>
                <a:ea typeface="+mn-ea"/>
                <a:cs typeface="+mn-cs"/>
              </a:defRPr>
            </a:lvl1pPr>
            <a:extLst/>
          </a:lstStyle>
          <a:p>
            <a:pPr marL="0" marR="0" indent="1588" algn="ctr" eaLnBrk="1" latinLnBrk="0" hangingPunct="1"/>
            <a:r>
              <a:rPr lang="zh-CN" altLang="en-US"/>
              <a:t>单击图标添加图片</a:t>
            </a:r>
            <a:endParaRPr/>
          </a:p>
        </p:txBody>
      </p:sp>
      <p:sp>
        <p:nvSpPr>
          <p:cNvPr id="7" name="Text Placeholder 10"/>
          <p:cNvSpPr>
            <a:spLocks noGrp="1"/>
          </p:cNvSpPr>
          <p:nvPr>
            <p:ph type="body" sz="quarter" idx="14" hasCustomPrompt="1"/>
          </p:nvPr>
        </p:nvSpPr>
        <p:spPr>
          <a:xfrm>
            <a:off x="6807200" y="5257803"/>
            <a:ext cx="5384800" cy="505047"/>
          </a:xfrm>
          <a:solidFill>
            <a:schemeClr val="tx1">
              <a:alpha val="46000"/>
            </a:schemeClr>
          </a:solidFill>
        </p:spPr>
        <p:txBody>
          <a:bodyPr>
            <a:normAutofit/>
          </a:bodyPr>
          <a:lstStyle>
            <a:lvl1pPr eaLnBrk="1" latinLnBrk="0" hangingPunct="1">
              <a:buNone/>
              <a:defRPr kumimoji="0" lang="zh-CN" sz="3733" baseline="0">
                <a:solidFill>
                  <a:schemeClr val="bg1"/>
                </a:solidFill>
              </a:defRPr>
            </a:lvl1pPr>
          </a:lstStyle>
          <a:p>
            <a:pPr lvl="0"/>
            <a:r>
              <a:rPr kumimoji="0" lang="zh-CN"/>
              <a:t>单击此处添加标题</a:t>
            </a:r>
          </a:p>
        </p:txBody>
      </p:sp>
    </p:spTree>
    <p:extLst>
      <p:ext uri="{BB962C8B-B14F-4D97-AF65-F5344CB8AC3E}">
        <p14:creationId xmlns:p14="http://schemas.microsoft.com/office/powerpoint/2010/main" val="12676040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3-Up 快照">
    <p:spTree>
      <p:nvGrpSpPr>
        <p:cNvPr id="1" name=""/>
        <p:cNvGrpSpPr/>
        <p:nvPr/>
      </p:nvGrpSpPr>
      <p:grpSpPr>
        <a:xfrm>
          <a:off x="0" y="0"/>
          <a:ext cx="0" cy="0"/>
          <a:chOff x="0" y="0"/>
          <a:chExt cx="0" cy="0"/>
        </a:xfrm>
      </p:grpSpPr>
      <p:pic>
        <p:nvPicPr>
          <p:cNvPr id="13" name="Picture 1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
        <p:nvSpPr>
          <p:cNvPr id="11" name="Rectangle 10"/>
          <p:cNvSpPr/>
          <p:nvPr/>
        </p:nvSpPr>
        <p:spPr>
          <a:xfrm rot="1223811">
            <a:off x="6130837" y="530555"/>
            <a:ext cx="3043255" cy="2467504"/>
          </a:xfrm>
          <a:prstGeom prst="rect">
            <a:avLst/>
          </a:prstGeom>
          <a:gradFill>
            <a:gsLst>
              <a:gs pos="0">
                <a:schemeClr val="bg1">
                  <a:lumMod val="95000"/>
                </a:schemeClr>
              </a:gs>
              <a:gs pos="36000">
                <a:schemeClr val="bg1"/>
              </a:gs>
            </a:gsLst>
            <a:lin ang="14400000" scaled="0"/>
          </a:gradFill>
          <a:ln w="9525">
            <a:solidFill>
              <a:schemeClr val="bg1">
                <a:lumMod val="85000"/>
              </a:schemeClr>
            </a:solidFill>
          </a:ln>
          <a:effectLst>
            <a:outerShdw blurRad="25400" dist="127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12" name="Picture Placeholder 7"/>
          <p:cNvSpPr>
            <a:spLocks noGrp="1"/>
          </p:cNvSpPr>
          <p:nvPr>
            <p:ph type="pic" sz="quarter" idx="15"/>
          </p:nvPr>
        </p:nvSpPr>
        <p:spPr>
          <a:xfrm rot="1223811">
            <a:off x="6392112" y="657037"/>
            <a:ext cx="2714253" cy="1912315"/>
          </a:xfrm>
          <a:solidFill>
            <a:schemeClr val="tx1">
              <a:lumMod val="85000"/>
              <a:lumOff val="15000"/>
            </a:schemeClr>
          </a:solidFill>
        </p:spPr>
        <p:txBody>
          <a:bodyPr>
            <a:normAutofit/>
          </a:bodyPr>
          <a:lstStyle>
            <a:lvl1pPr algn="ctr" eaLnBrk="1" latinLnBrk="0" hangingPunct="1">
              <a:buNone/>
              <a:defRPr kumimoji="0" lang="zh-CN" sz="2133">
                <a:solidFill>
                  <a:schemeClr val="bg1"/>
                </a:solidFill>
              </a:defRPr>
            </a:lvl1pPr>
          </a:lstStyle>
          <a:p>
            <a:pPr eaLnBrk="1" latinLnBrk="0" hangingPunct="1"/>
            <a:r>
              <a:rPr lang="zh-CN" altLang="en-US"/>
              <a:t>单击图标添加图片</a:t>
            </a:r>
            <a:endParaRPr/>
          </a:p>
        </p:txBody>
      </p:sp>
      <p:sp>
        <p:nvSpPr>
          <p:cNvPr id="3" name="Date Placeholder 2"/>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t>2024/12/10</a:t>
            </a:fld>
            <a:endParaRPr lang="zh-CN" altLang="en-US"/>
          </a:p>
        </p:txBody>
      </p:sp>
      <p:sp>
        <p:nvSpPr>
          <p:cNvPr id="4" name="Footer Placeholder 3"/>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5" name="Slide Number Placeholder 4"/>
          <p:cNvSpPr>
            <a:spLocks noGrp="1"/>
          </p:cNvSpPr>
          <p:nvPr>
            <p:ph type="sldNum" sz="quarter" idx="12"/>
          </p:nvPr>
        </p:nvSpPr>
        <p:spPr/>
        <p:txBody>
          <a:bodyPr/>
          <a:lstStyle/>
          <a:p>
            <a:fld id="{DB6769B4-5047-4DE8-962E-21FF2E18E5B7}" type="slidenum">
              <a:rPr lang="zh-CN" altLang="en-US" smtClean="0"/>
              <a:t>‹#›</a:t>
            </a:fld>
            <a:endParaRPr lang="zh-CN" altLang="en-US"/>
          </a:p>
        </p:txBody>
      </p:sp>
      <p:sp>
        <p:nvSpPr>
          <p:cNvPr id="20" name="Text Placeholder 13"/>
          <p:cNvSpPr>
            <a:spLocks noGrp="1"/>
          </p:cNvSpPr>
          <p:nvPr>
            <p:ph type="body" sz="quarter" idx="18" hasCustomPrompt="1"/>
          </p:nvPr>
        </p:nvSpPr>
        <p:spPr>
          <a:xfrm>
            <a:off x="609600" y="5943600"/>
            <a:ext cx="10938933" cy="457200"/>
          </a:xfrm>
        </p:spPr>
        <p:txBody>
          <a:bodyPr>
            <a:normAutofit/>
          </a:bodyPr>
          <a:lstStyle>
            <a:lvl1pPr eaLnBrk="1" latinLnBrk="0" hangingPunct="1">
              <a:buNone/>
              <a:defRPr kumimoji="0" lang="zh-CN" sz="3200" b="1" baseline="0">
                <a:solidFill>
                  <a:schemeClr val="tx1">
                    <a:lumMod val="75000"/>
                    <a:lumOff val="25000"/>
                  </a:schemeClr>
                </a:solidFill>
              </a:defRPr>
            </a:lvl1pPr>
          </a:lstStyle>
          <a:p>
            <a:pPr lvl="0"/>
            <a:r>
              <a:rPr kumimoji="0" lang="zh-CN"/>
              <a:t>单击此处添加标题</a:t>
            </a:r>
          </a:p>
        </p:txBody>
      </p:sp>
      <p:sp>
        <p:nvSpPr>
          <p:cNvPr id="6" name="Rectangle 5"/>
          <p:cNvSpPr/>
          <p:nvPr/>
        </p:nvSpPr>
        <p:spPr>
          <a:xfrm>
            <a:off x="711200" y="1172148"/>
            <a:ext cx="5080000" cy="4148667"/>
          </a:xfrm>
          <a:prstGeom prst="rect">
            <a:avLst/>
          </a:prstGeom>
          <a:gradFill>
            <a:gsLst>
              <a:gs pos="0">
                <a:schemeClr val="bg1">
                  <a:lumMod val="95000"/>
                </a:schemeClr>
              </a:gs>
              <a:gs pos="36000">
                <a:schemeClr val="bg1"/>
              </a:gs>
            </a:gsLst>
            <a:lin ang="14400000" scaled="0"/>
          </a:gradFill>
          <a:ln w="9525">
            <a:solidFill>
              <a:schemeClr val="bg1">
                <a:lumMod val="85000"/>
              </a:schemeClr>
            </a:solidFill>
          </a:ln>
          <a:effectLst>
            <a:outerShdw blurRad="25400" dist="127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8" name="Picture Placeholder 7"/>
          <p:cNvSpPr>
            <a:spLocks noGrp="1"/>
          </p:cNvSpPr>
          <p:nvPr>
            <p:ph type="pic" sz="quarter" idx="13"/>
          </p:nvPr>
        </p:nvSpPr>
        <p:spPr>
          <a:xfrm>
            <a:off x="1040713" y="1439693"/>
            <a:ext cx="4462163" cy="3175000"/>
          </a:xfrm>
          <a:solidFill>
            <a:schemeClr val="tx1">
              <a:lumMod val="85000"/>
              <a:lumOff val="15000"/>
            </a:schemeClr>
          </a:solidFill>
        </p:spPr>
        <p:txBody>
          <a:bodyPr>
            <a:normAutofit/>
          </a:bodyPr>
          <a:lstStyle>
            <a:lvl1pPr algn="ctr" eaLnBrk="1" latinLnBrk="0" hangingPunct="1">
              <a:buNone/>
              <a:defRPr kumimoji="0" lang="zh-CN" sz="2933">
                <a:solidFill>
                  <a:schemeClr val="bg1"/>
                </a:solidFill>
              </a:defRPr>
            </a:lvl1pPr>
          </a:lstStyle>
          <a:p>
            <a:pPr eaLnBrk="1" latinLnBrk="0" hangingPunct="1"/>
            <a:r>
              <a:rPr lang="zh-CN" altLang="en-US"/>
              <a:t>单击图标添加图片</a:t>
            </a:r>
            <a:endParaRPr/>
          </a:p>
        </p:txBody>
      </p:sp>
      <p:sp>
        <p:nvSpPr>
          <p:cNvPr id="10" name="Text Placeholder 9"/>
          <p:cNvSpPr>
            <a:spLocks noGrp="1"/>
          </p:cNvSpPr>
          <p:nvPr>
            <p:ph type="body" sz="quarter" idx="14" hasCustomPrompt="1"/>
          </p:nvPr>
        </p:nvSpPr>
        <p:spPr>
          <a:xfrm>
            <a:off x="1041400" y="4754394"/>
            <a:ext cx="4445000" cy="317500"/>
          </a:xfrm>
        </p:spPr>
        <p:txBody>
          <a:bodyPr>
            <a:noAutofit/>
          </a:bodyPr>
          <a:lstStyle>
            <a:lvl1pPr algn="ctr" eaLnBrk="1" latinLnBrk="0" hangingPunct="1">
              <a:buNone/>
              <a:defRPr kumimoji="0" lang="zh-CN" sz="2133" baseline="0">
                <a:solidFill>
                  <a:schemeClr val="tx1">
                    <a:lumMod val="65000"/>
                    <a:lumOff val="35000"/>
                  </a:schemeClr>
                </a:solidFill>
              </a:defRPr>
            </a:lvl1pPr>
          </a:lstStyle>
          <a:p>
            <a:pPr lvl="0"/>
            <a:r>
              <a:rPr kumimoji="0" lang="zh-CN"/>
              <a:t>单击此处添加短标题</a:t>
            </a:r>
          </a:p>
        </p:txBody>
      </p:sp>
      <p:sp>
        <p:nvSpPr>
          <p:cNvPr id="17" name="Rectangle 16"/>
          <p:cNvSpPr/>
          <p:nvPr/>
        </p:nvSpPr>
        <p:spPr>
          <a:xfrm>
            <a:off x="7980811" y="2877172"/>
            <a:ext cx="3499989" cy="2837829"/>
          </a:xfrm>
          <a:prstGeom prst="rect">
            <a:avLst/>
          </a:prstGeom>
          <a:gradFill>
            <a:gsLst>
              <a:gs pos="0">
                <a:schemeClr val="bg1">
                  <a:lumMod val="95000"/>
                </a:schemeClr>
              </a:gs>
              <a:gs pos="36000">
                <a:schemeClr val="bg1"/>
              </a:gs>
            </a:gsLst>
            <a:lin ang="14400000" scaled="0"/>
          </a:gradFill>
          <a:ln w="9525">
            <a:solidFill>
              <a:schemeClr val="bg1">
                <a:lumMod val="85000"/>
              </a:schemeClr>
            </a:solidFill>
          </a:ln>
          <a:effectLst>
            <a:outerShdw blurRad="25400" dist="127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18" name="Picture Placeholder 7"/>
          <p:cNvSpPr>
            <a:spLocks noGrp="1"/>
          </p:cNvSpPr>
          <p:nvPr>
            <p:ph type="pic" sz="quarter" idx="17"/>
          </p:nvPr>
        </p:nvSpPr>
        <p:spPr>
          <a:xfrm>
            <a:off x="8183255" y="3013978"/>
            <a:ext cx="3121612" cy="2199319"/>
          </a:xfrm>
          <a:solidFill>
            <a:schemeClr val="tx1">
              <a:lumMod val="85000"/>
              <a:lumOff val="15000"/>
            </a:schemeClr>
          </a:solidFill>
        </p:spPr>
        <p:txBody>
          <a:bodyPr>
            <a:normAutofit/>
          </a:bodyPr>
          <a:lstStyle>
            <a:lvl1pPr algn="ctr" eaLnBrk="1" latinLnBrk="0" hangingPunct="1">
              <a:buNone/>
              <a:defRPr kumimoji="0" lang="zh-CN" sz="2133">
                <a:solidFill>
                  <a:schemeClr val="bg1"/>
                </a:solidFill>
              </a:defRPr>
            </a:lvl1pPr>
          </a:lstStyle>
          <a:p>
            <a:pPr eaLnBrk="1" latinLnBrk="0" hangingPunct="1"/>
            <a:r>
              <a:rPr lang="zh-CN" altLang="en-US"/>
              <a:t>单击图标添加图片</a:t>
            </a:r>
            <a:endParaRPr/>
          </a:p>
        </p:txBody>
      </p:sp>
    </p:spTree>
    <p:extLst>
      <p:ext uri="{BB962C8B-B14F-4D97-AF65-F5344CB8AC3E}">
        <p14:creationId xmlns:p14="http://schemas.microsoft.com/office/powerpoint/2010/main" val="1196760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3-Up 幻灯胶片">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1320804" y="1371600"/>
            <a:ext cx="5369009" cy="4038600"/>
          </a:xfrm>
          <a:prstGeom prst="rect">
            <a:avLst/>
          </a:prstGeom>
        </p:spPr>
      </p:pic>
      <p:sp>
        <p:nvSpPr>
          <p:cNvPr id="13" name="Picture Placeholder 12"/>
          <p:cNvSpPr>
            <a:spLocks noGrp="1"/>
          </p:cNvSpPr>
          <p:nvPr>
            <p:ph type="pic" sz="quarter" idx="13"/>
          </p:nvPr>
        </p:nvSpPr>
        <p:spPr>
          <a:xfrm>
            <a:off x="2122999" y="2370154"/>
            <a:ext cx="3739763" cy="1788380"/>
          </a:xfrm>
          <a:solidFill>
            <a:schemeClr val="tx1">
              <a:lumMod val="85000"/>
              <a:lumOff val="15000"/>
            </a:schemeClr>
          </a:solidFill>
        </p:spPr>
        <p:txBody>
          <a:bodyPr>
            <a:normAutofit/>
          </a:bodyPr>
          <a:lstStyle>
            <a:lvl1pPr algn="ctr" eaLnBrk="1" latinLnBrk="0" hangingPunct="1">
              <a:buNone/>
              <a:defRPr kumimoji="0" lang="zh-CN" sz="1867" baseline="0">
                <a:solidFill>
                  <a:schemeClr val="bg1"/>
                </a:solidFill>
              </a:defRPr>
            </a:lvl1pPr>
          </a:lstStyle>
          <a:p>
            <a:pPr eaLnBrk="1" latinLnBrk="0" hangingPunct="1"/>
            <a:r>
              <a:rPr lang="zh-CN" altLang="en-US"/>
              <a:t>单击图标添加图片</a:t>
            </a:r>
            <a:endParaRPr/>
          </a:p>
        </p:txBody>
      </p:sp>
      <p:pic>
        <p:nvPicPr>
          <p:cNvPr id="14" name="Picture 1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020235" y="685803"/>
            <a:ext cx="3342965" cy="2514599"/>
          </a:xfrm>
          <a:prstGeom prst="rect">
            <a:avLst/>
          </a:prstGeom>
        </p:spPr>
      </p:pic>
      <p:sp>
        <p:nvSpPr>
          <p:cNvPr id="15" name="Picture Placeholder 12"/>
          <p:cNvSpPr>
            <a:spLocks noGrp="1"/>
          </p:cNvSpPr>
          <p:nvPr>
            <p:ph type="pic" sz="quarter" idx="14"/>
          </p:nvPr>
        </p:nvSpPr>
        <p:spPr>
          <a:xfrm>
            <a:off x="7608632" y="1371601"/>
            <a:ext cx="2133600" cy="1002547"/>
          </a:xfrm>
          <a:solidFill>
            <a:schemeClr val="tx1">
              <a:lumMod val="85000"/>
              <a:lumOff val="15000"/>
            </a:schemeClr>
          </a:solidFill>
        </p:spPr>
        <p:txBody>
          <a:bodyPr>
            <a:normAutofit/>
          </a:bodyPr>
          <a:lstStyle>
            <a:lvl1pPr algn="ctr" eaLnBrk="1" latinLnBrk="0" hangingPunct="1">
              <a:buNone/>
              <a:defRPr kumimoji="0" lang="zh-CN" sz="1467" baseline="0">
                <a:solidFill>
                  <a:schemeClr val="bg1"/>
                </a:solidFill>
              </a:defRPr>
            </a:lvl1pPr>
          </a:lstStyle>
          <a:p>
            <a:pPr eaLnBrk="1" latinLnBrk="0" hangingPunct="1"/>
            <a:r>
              <a:rPr lang="zh-CN" altLang="en-US"/>
              <a:t>单击图标添加图片</a:t>
            </a:r>
            <a:endParaRPr/>
          </a:p>
        </p:txBody>
      </p:sp>
      <p:pic>
        <p:nvPicPr>
          <p:cNvPr id="16" name="Picture 1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020235" y="3429003"/>
            <a:ext cx="3342965" cy="2514599"/>
          </a:xfrm>
          <a:prstGeom prst="rect">
            <a:avLst/>
          </a:prstGeom>
        </p:spPr>
      </p:pic>
      <p:sp>
        <p:nvSpPr>
          <p:cNvPr id="17" name="Picture Placeholder 12"/>
          <p:cNvSpPr>
            <a:spLocks noGrp="1"/>
          </p:cNvSpPr>
          <p:nvPr>
            <p:ph type="pic" sz="quarter" idx="15"/>
          </p:nvPr>
        </p:nvSpPr>
        <p:spPr>
          <a:xfrm>
            <a:off x="7608632" y="4114801"/>
            <a:ext cx="2133600" cy="1002547"/>
          </a:xfrm>
          <a:solidFill>
            <a:schemeClr val="tx1">
              <a:lumMod val="85000"/>
              <a:lumOff val="15000"/>
            </a:schemeClr>
          </a:solidFill>
        </p:spPr>
        <p:txBody>
          <a:bodyPr>
            <a:normAutofit/>
          </a:bodyPr>
          <a:lstStyle>
            <a:lvl1pPr algn="ctr" eaLnBrk="1" latinLnBrk="0" hangingPunct="1">
              <a:buNone/>
              <a:defRPr kumimoji="0" lang="zh-CN" sz="1467" baseline="0">
                <a:solidFill>
                  <a:schemeClr val="bg1"/>
                </a:solidFill>
              </a:defRPr>
            </a:lvl1pPr>
          </a:lstStyle>
          <a:p>
            <a:pPr eaLnBrk="1" latinLnBrk="0" hangingPunct="1"/>
            <a:r>
              <a:rPr lang="zh-CN" altLang="en-US"/>
              <a:t>单击图标添加图片</a:t>
            </a:r>
            <a:endParaRPr/>
          </a:p>
        </p:txBody>
      </p:sp>
      <p:sp>
        <p:nvSpPr>
          <p:cNvPr id="23"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t>2024/12/10</a:t>
            </a:fld>
            <a:endParaRPr lang="zh-CN" altLang="en-US"/>
          </a:p>
        </p:txBody>
      </p:sp>
      <p:sp>
        <p:nvSpPr>
          <p:cNvPr id="24" name="Footer Placeholder 4"/>
          <p:cNvSpPr>
            <a:spLocks noGrp="1"/>
          </p:cNvSpPr>
          <p:nvPr>
            <p:ph type="ftr" sz="quarter" idx="11"/>
          </p:nvPr>
        </p:nvSpPr>
        <p:spPr>
          <a:xfrm>
            <a:off x="3962400" y="6553200"/>
            <a:ext cx="3860800" cy="304800"/>
          </a:xfrm>
          <a:prstGeom prst="rect">
            <a:avLst/>
          </a:prstGeom>
        </p:spPr>
        <p:txBody>
          <a:bodyPr/>
          <a:lstStyle/>
          <a:p>
            <a:endParaRPr lang="zh-CN" altLang="en-US"/>
          </a:p>
        </p:txBody>
      </p:sp>
      <p:sp>
        <p:nvSpPr>
          <p:cNvPr id="25"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163576691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照片网格(带标题)">
    <p:spTree>
      <p:nvGrpSpPr>
        <p:cNvPr id="1" name=""/>
        <p:cNvGrpSpPr/>
        <p:nvPr/>
      </p:nvGrpSpPr>
      <p:grpSpPr>
        <a:xfrm>
          <a:off x="0" y="0"/>
          <a:ext cx="0" cy="0"/>
          <a:chOff x="0" y="0"/>
          <a:chExt cx="0" cy="0"/>
        </a:xfrm>
      </p:grpSpPr>
      <p:sp>
        <p:nvSpPr>
          <p:cNvPr id="65" name="Rectangle 64"/>
          <p:cNvSpPr/>
          <p:nvPr/>
        </p:nvSpPr>
        <p:spPr>
          <a:xfrm>
            <a:off x="6197600" y="4558211"/>
            <a:ext cx="2743200" cy="199499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66" name="Text Placeholder 25"/>
          <p:cNvSpPr>
            <a:spLocks noGrp="1"/>
          </p:cNvSpPr>
          <p:nvPr>
            <p:ph type="body" sz="quarter" idx="31" hasCustomPrompt="1"/>
          </p:nvPr>
        </p:nvSpPr>
        <p:spPr>
          <a:xfrm>
            <a:off x="6299200" y="4710613"/>
            <a:ext cx="2540000" cy="366889"/>
          </a:xfrm>
        </p:spPr>
        <p:txBody>
          <a:bodyPr>
            <a:normAutofit/>
          </a:bodyPr>
          <a:lstStyle>
            <a:lvl1pPr algn="l" eaLnBrk="1" latinLnBrk="0" hangingPunct="1">
              <a:buNone/>
              <a:defRPr kumimoji="0" lang="zh-CN" sz="2133" b="1" baseline="0">
                <a:solidFill>
                  <a:srgbClr val="FC7500"/>
                </a:solidFill>
              </a:defRPr>
            </a:lvl1pPr>
          </a:lstStyle>
          <a:p>
            <a:pPr lvl="0"/>
            <a:r>
              <a:rPr kumimoji="0" lang="zh-CN"/>
              <a:t>CLICK TO ADD TITLE</a:t>
            </a:r>
          </a:p>
        </p:txBody>
      </p:sp>
      <p:sp>
        <p:nvSpPr>
          <p:cNvPr id="67" name="Text Placeholder 28"/>
          <p:cNvSpPr>
            <a:spLocks noGrp="1"/>
          </p:cNvSpPr>
          <p:nvPr>
            <p:ph type="body" sz="quarter" idx="32" hasCustomPrompt="1"/>
          </p:nvPr>
        </p:nvSpPr>
        <p:spPr>
          <a:xfrm>
            <a:off x="6299200" y="5167811"/>
            <a:ext cx="2540000" cy="1247423"/>
          </a:xfrm>
        </p:spPr>
        <p:txBody>
          <a:bodyPr>
            <a:normAutofit/>
          </a:bodyPr>
          <a:lstStyle>
            <a:lvl1pPr marL="0" indent="0" algn="l" eaLnBrk="1" latinLnBrk="0" hangingPunct="1">
              <a:buNone/>
              <a:defRPr kumimoji="0" lang="zh-CN" sz="2400" baseline="0">
                <a:solidFill>
                  <a:schemeClr val="tx1">
                    <a:lumMod val="65000"/>
                    <a:lumOff val="35000"/>
                  </a:schemeClr>
                </a:solidFill>
              </a:defRPr>
            </a:lvl1pPr>
          </a:lstStyle>
          <a:p>
            <a:pPr lvl="0"/>
            <a:r>
              <a:rPr kumimoji="0" lang="zh-CN"/>
              <a:t>单击此处以将图片的文本添加到右侧</a:t>
            </a:r>
          </a:p>
        </p:txBody>
      </p:sp>
      <p:sp>
        <p:nvSpPr>
          <p:cNvPr id="33" name="Rectangle 32"/>
          <p:cNvSpPr/>
          <p:nvPr/>
        </p:nvSpPr>
        <p:spPr>
          <a:xfrm>
            <a:off x="6197600" y="291011"/>
            <a:ext cx="2743200" cy="199499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34" name="Text Placeholder 25"/>
          <p:cNvSpPr>
            <a:spLocks noGrp="1"/>
          </p:cNvSpPr>
          <p:nvPr>
            <p:ph type="body" sz="quarter" idx="19" hasCustomPrompt="1"/>
          </p:nvPr>
        </p:nvSpPr>
        <p:spPr>
          <a:xfrm>
            <a:off x="6299200" y="443413"/>
            <a:ext cx="2540000" cy="366889"/>
          </a:xfrm>
        </p:spPr>
        <p:txBody>
          <a:bodyPr>
            <a:normAutofit/>
          </a:bodyPr>
          <a:lstStyle>
            <a:lvl1pPr algn="l" eaLnBrk="1" latinLnBrk="0" hangingPunct="1">
              <a:buNone/>
              <a:defRPr kumimoji="0" lang="zh-CN" sz="2133" b="1" baseline="0">
                <a:solidFill>
                  <a:srgbClr val="FC7500"/>
                </a:solidFill>
              </a:defRPr>
            </a:lvl1pPr>
          </a:lstStyle>
          <a:p>
            <a:pPr lvl="0"/>
            <a:r>
              <a:rPr kumimoji="0" lang="zh-CN"/>
              <a:t>单击此处添加标题</a:t>
            </a:r>
          </a:p>
        </p:txBody>
      </p:sp>
      <p:sp>
        <p:nvSpPr>
          <p:cNvPr id="35" name="Text Placeholder 28"/>
          <p:cNvSpPr>
            <a:spLocks noGrp="1"/>
          </p:cNvSpPr>
          <p:nvPr>
            <p:ph type="body" sz="quarter" idx="20" hasCustomPrompt="1"/>
          </p:nvPr>
        </p:nvSpPr>
        <p:spPr>
          <a:xfrm>
            <a:off x="6299200" y="900611"/>
            <a:ext cx="2540000" cy="1247423"/>
          </a:xfrm>
        </p:spPr>
        <p:txBody>
          <a:bodyPr>
            <a:normAutofit/>
          </a:bodyPr>
          <a:lstStyle>
            <a:lvl1pPr marL="0" indent="0" algn="l" eaLnBrk="1" latinLnBrk="0" hangingPunct="1">
              <a:buNone/>
              <a:defRPr kumimoji="0" lang="zh-CN" sz="2400" baseline="0">
                <a:solidFill>
                  <a:schemeClr val="tx1">
                    <a:lumMod val="65000"/>
                    <a:lumOff val="35000"/>
                  </a:schemeClr>
                </a:solidFill>
              </a:defRPr>
            </a:lvl1pPr>
          </a:lstStyle>
          <a:p>
            <a:pPr lvl="0"/>
            <a:r>
              <a:rPr kumimoji="0" lang="zh-CN"/>
              <a:t>单击此处以将图片的文本添加到右侧</a:t>
            </a:r>
          </a:p>
        </p:txBody>
      </p:sp>
      <p:sp>
        <p:nvSpPr>
          <p:cNvPr id="27" name="Rectangle 26"/>
          <p:cNvSpPr/>
          <p:nvPr/>
        </p:nvSpPr>
        <p:spPr>
          <a:xfrm>
            <a:off x="304800" y="291011"/>
            <a:ext cx="2743200" cy="199499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12" name="Picture Placeholder 11"/>
          <p:cNvSpPr>
            <a:spLocks noGrp="1"/>
          </p:cNvSpPr>
          <p:nvPr>
            <p:ph type="pic" sz="quarter" idx="13"/>
          </p:nvPr>
        </p:nvSpPr>
        <p:spPr>
          <a:xfrm>
            <a:off x="3251200" y="291011"/>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24" name="Picture Placeholder 11"/>
          <p:cNvSpPr>
            <a:spLocks noGrp="1"/>
          </p:cNvSpPr>
          <p:nvPr>
            <p:ph type="pic" sz="quarter" idx="16"/>
          </p:nvPr>
        </p:nvSpPr>
        <p:spPr>
          <a:xfrm>
            <a:off x="9144000" y="291011"/>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26" name="Text Placeholder 25"/>
          <p:cNvSpPr>
            <a:spLocks noGrp="1"/>
          </p:cNvSpPr>
          <p:nvPr>
            <p:ph type="body" sz="quarter" idx="17" hasCustomPrompt="1"/>
          </p:nvPr>
        </p:nvSpPr>
        <p:spPr>
          <a:xfrm>
            <a:off x="406400" y="443413"/>
            <a:ext cx="2540000" cy="366889"/>
          </a:xfrm>
        </p:spPr>
        <p:txBody>
          <a:bodyPr>
            <a:normAutofit/>
          </a:bodyPr>
          <a:lstStyle>
            <a:lvl1pPr algn="l" eaLnBrk="1" latinLnBrk="0" hangingPunct="1">
              <a:buNone/>
              <a:defRPr kumimoji="0" lang="zh-CN" sz="2133" b="1" baseline="0">
                <a:solidFill>
                  <a:srgbClr val="FC7500"/>
                </a:solidFill>
              </a:defRPr>
            </a:lvl1pPr>
          </a:lstStyle>
          <a:p>
            <a:pPr lvl="0"/>
            <a:r>
              <a:rPr kumimoji="0" lang="zh-CN"/>
              <a:t>单击此处添加标题</a:t>
            </a:r>
          </a:p>
        </p:txBody>
      </p:sp>
      <p:sp>
        <p:nvSpPr>
          <p:cNvPr id="29" name="Text Placeholder 28"/>
          <p:cNvSpPr>
            <a:spLocks noGrp="1"/>
          </p:cNvSpPr>
          <p:nvPr>
            <p:ph type="body" sz="quarter" idx="18" hasCustomPrompt="1"/>
          </p:nvPr>
        </p:nvSpPr>
        <p:spPr>
          <a:xfrm>
            <a:off x="406400" y="900611"/>
            <a:ext cx="2540000" cy="1247423"/>
          </a:xfrm>
        </p:spPr>
        <p:txBody>
          <a:bodyPr>
            <a:normAutofit/>
          </a:bodyPr>
          <a:lstStyle>
            <a:lvl1pPr marL="0" indent="0" algn="l" eaLnBrk="1" latinLnBrk="0" hangingPunct="1">
              <a:buNone/>
              <a:defRPr kumimoji="0" lang="zh-CN" sz="2400" baseline="0">
                <a:solidFill>
                  <a:schemeClr val="tx1">
                    <a:lumMod val="65000"/>
                    <a:lumOff val="35000"/>
                  </a:schemeClr>
                </a:solidFill>
              </a:defRPr>
            </a:lvl1pPr>
          </a:lstStyle>
          <a:p>
            <a:pPr lvl="0"/>
            <a:r>
              <a:rPr kumimoji="0" lang="zh-CN"/>
              <a:t>单击此处以将图片的文本添加到右侧</a:t>
            </a:r>
          </a:p>
        </p:txBody>
      </p:sp>
      <p:sp>
        <p:nvSpPr>
          <p:cNvPr id="52" name="Rectangle 51"/>
          <p:cNvSpPr/>
          <p:nvPr/>
        </p:nvSpPr>
        <p:spPr>
          <a:xfrm>
            <a:off x="3254476" y="2424611"/>
            <a:ext cx="2743200" cy="199499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53" name="Picture Placeholder 11"/>
          <p:cNvSpPr>
            <a:spLocks noGrp="1"/>
          </p:cNvSpPr>
          <p:nvPr>
            <p:ph type="pic" sz="quarter" idx="21"/>
          </p:nvPr>
        </p:nvSpPr>
        <p:spPr>
          <a:xfrm>
            <a:off x="304800" y="2424611"/>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54" name="Picture Placeholder 11"/>
          <p:cNvSpPr>
            <a:spLocks noGrp="1"/>
          </p:cNvSpPr>
          <p:nvPr>
            <p:ph type="pic" sz="quarter" idx="22"/>
          </p:nvPr>
        </p:nvSpPr>
        <p:spPr>
          <a:xfrm>
            <a:off x="6200876" y="2424611"/>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55" name="Text Placeholder 25"/>
          <p:cNvSpPr>
            <a:spLocks noGrp="1"/>
          </p:cNvSpPr>
          <p:nvPr>
            <p:ph type="body" sz="quarter" idx="23" hasCustomPrompt="1"/>
          </p:nvPr>
        </p:nvSpPr>
        <p:spPr>
          <a:xfrm>
            <a:off x="3356076" y="2577013"/>
            <a:ext cx="2540000" cy="366889"/>
          </a:xfrm>
        </p:spPr>
        <p:txBody>
          <a:bodyPr>
            <a:normAutofit/>
          </a:bodyPr>
          <a:lstStyle>
            <a:lvl1pPr algn="l" eaLnBrk="1" latinLnBrk="0" hangingPunct="1">
              <a:buNone/>
              <a:defRPr kumimoji="0" lang="zh-CN" sz="2133" b="1" baseline="0">
                <a:solidFill>
                  <a:srgbClr val="FC7500"/>
                </a:solidFill>
              </a:defRPr>
            </a:lvl1pPr>
          </a:lstStyle>
          <a:p>
            <a:pPr lvl="0"/>
            <a:r>
              <a:rPr kumimoji="0" lang="zh-CN"/>
              <a:t>单击此处添加标题</a:t>
            </a:r>
          </a:p>
        </p:txBody>
      </p:sp>
      <p:sp>
        <p:nvSpPr>
          <p:cNvPr id="56" name="Text Placeholder 28"/>
          <p:cNvSpPr>
            <a:spLocks noGrp="1"/>
          </p:cNvSpPr>
          <p:nvPr>
            <p:ph type="body" sz="quarter" idx="24" hasCustomPrompt="1"/>
          </p:nvPr>
        </p:nvSpPr>
        <p:spPr>
          <a:xfrm>
            <a:off x="3356076" y="3034211"/>
            <a:ext cx="2540000" cy="1247423"/>
          </a:xfrm>
        </p:spPr>
        <p:txBody>
          <a:bodyPr>
            <a:normAutofit/>
          </a:bodyPr>
          <a:lstStyle>
            <a:lvl1pPr marL="0" indent="0" algn="l" eaLnBrk="1" latinLnBrk="0" hangingPunct="1">
              <a:buNone/>
              <a:defRPr kumimoji="0" lang="zh-CN" sz="2400" baseline="0">
                <a:solidFill>
                  <a:schemeClr val="tx1">
                    <a:lumMod val="65000"/>
                    <a:lumOff val="35000"/>
                  </a:schemeClr>
                </a:solidFill>
              </a:defRPr>
            </a:lvl1pPr>
          </a:lstStyle>
          <a:p>
            <a:pPr lvl="0"/>
            <a:r>
              <a:rPr kumimoji="0" lang="zh-CN"/>
              <a:t>单击此处以将图片的文本添加到左侧</a:t>
            </a:r>
          </a:p>
        </p:txBody>
      </p:sp>
      <p:sp>
        <p:nvSpPr>
          <p:cNvPr id="57" name="Rectangle 56"/>
          <p:cNvSpPr/>
          <p:nvPr/>
        </p:nvSpPr>
        <p:spPr>
          <a:xfrm>
            <a:off x="9147276" y="2424611"/>
            <a:ext cx="2743200" cy="199499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58" name="Text Placeholder 25"/>
          <p:cNvSpPr>
            <a:spLocks noGrp="1"/>
          </p:cNvSpPr>
          <p:nvPr>
            <p:ph type="body" sz="quarter" idx="25" hasCustomPrompt="1"/>
          </p:nvPr>
        </p:nvSpPr>
        <p:spPr>
          <a:xfrm>
            <a:off x="9248876" y="2577013"/>
            <a:ext cx="2540000" cy="366889"/>
          </a:xfrm>
        </p:spPr>
        <p:txBody>
          <a:bodyPr>
            <a:normAutofit/>
          </a:bodyPr>
          <a:lstStyle>
            <a:lvl1pPr algn="l" eaLnBrk="1" latinLnBrk="0" hangingPunct="1">
              <a:buNone/>
              <a:defRPr kumimoji="0" lang="zh-CN" sz="2133" b="1" baseline="0">
                <a:solidFill>
                  <a:srgbClr val="FC7500"/>
                </a:solidFill>
              </a:defRPr>
            </a:lvl1pPr>
          </a:lstStyle>
          <a:p>
            <a:pPr lvl="0"/>
            <a:r>
              <a:rPr kumimoji="0" lang="zh-CN"/>
              <a:t>单击此处添加标题</a:t>
            </a:r>
          </a:p>
        </p:txBody>
      </p:sp>
      <p:sp>
        <p:nvSpPr>
          <p:cNvPr id="59" name="Text Placeholder 28"/>
          <p:cNvSpPr>
            <a:spLocks noGrp="1"/>
          </p:cNvSpPr>
          <p:nvPr>
            <p:ph type="body" sz="quarter" idx="26" hasCustomPrompt="1"/>
          </p:nvPr>
        </p:nvSpPr>
        <p:spPr>
          <a:xfrm>
            <a:off x="9248876" y="3034211"/>
            <a:ext cx="2540000" cy="1247423"/>
          </a:xfrm>
        </p:spPr>
        <p:txBody>
          <a:bodyPr>
            <a:normAutofit/>
          </a:bodyPr>
          <a:lstStyle>
            <a:lvl1pPr marL="0" indent="0" algn="l" eaLnBrk="1" latinLnBrk="0" hangingPunct="1">
              <a:buNone/>
              <a:defRPr kumimoji="0" lang="zh-CN" sz="2400" baseline="0">
                <a:solidFill>
                  <a:schemeClr val="tx1">
                    <a:lumMod val="65000"/>
                    <a:lumOff val="35000"/>
                  </a:schemeClr>
                </a:solidFill>
              </a:defRPr>
            </a:lvl1pPr>
          </a:lstStyle>
          <a:p>
            <a:pPr lvl="0"/>
            <a:r>
              <a:rPr kumimoji="0" lang="zh-CN"/>
              <a:t>单击此处以将图片的文本添加到左侧</a:t>
            </a:r>
          </a:p>
        </p:txBody>
      </p:sp>
      <p:sp>
        <p:nvSpPr>
          <p:cNvPr id="60" name="Rectangle 59"/>
          <p:cNvSpPr/>
          <p:nvPr/>
        </p:nvSpPr>
        <p:spPr>
          <a:xfrm>
            <a:off x="304800" y="4558211"/>
            <a:ext cx="2743200" cy="199499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61" name="Picture Placeholder 11"/>
          <p:cNvSpPr>
            <a:spLocks noGrp="1"/>
          </p:cNvSpPr>
          <p:nvPr>
            <p:ph type="pic" sz="quarter" idx="27"/>
          </p:nvPr>
        </p:nvSpPr>
        <p:spPr>
          <a:xfrm>
            <a:off x="3247923" y="4558209"/>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62" name="Picture Placeholder 11"/>
          <p:cNvSpPr>
            <a:spLocks noGrp="1"/>
          </p:cNvSpPr>
          <p:nvPr>
            <p:ph type="pic" sz="quarter" idx="28"/>
          </p:nvPr>
        </p:nvSpPr>
        <p:spPr>
          <a:xfrm>
            <a:off x="9140723" y="4558209"/>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63" name="Text Placeholder 25"/>
          <p:cNvSpPr>
            <a:spLocks noGrp="1"/>
          </p:cNvSpPr>
          <p:nvPr>
            <p:ph type="body" sz="quarter" idx="29" hasCustomPrompt="1"/>
          </p:nvPr>
        </p:nvSpPr>
        <p:spPr>
          <a:xfrm>
            <a:off x="406400" y="4710613"/>
            <a:ext cx="2540000" cy="366889"/>
          </a:xfrm>
        </p:spPr>
        <p:txBody>
          <a:bodyPr>
            <a:normAutofit/>
          </a:bodyPr>
          <a:lstStyle>
            <a:lvl1pPr algn="l" eaLnBrk="1" latinLnBrk="0" hangingPunct="1">
              <a:buNone/>
              <a:defRPr kumimoji="0" lang="zh-CN" sz="2133" b="1" baseline="0">
                <a:solidFill>
                  <a:srgbClr val="FC7500"/>
                </a:solidFill>
              </a:defRPr>
            </a:lvl1pPr>
          </a:lstStyle>
          <a:p>
            <a:pPr lvl="0"/>
            <a:r>
              <a:rPr kumimoji="0" lang="zh-CN"/>
              <a:t>单击此处添加标题</a:t>
            </a:r>
          </a:p>
        </p:txBody>
      </p:sp>
      <p:sp>
        <p:nvSpPr>
          <p:cNvPr id="64" name="Text Placeholder 28"/>
          <p:cNvSpPr>
            <a:spLocks noGrp="1"/>
          </p:cNvSpPr>
          <p:nvPr>
            <p:ph type="body" sz="quarter" idx="30" hasCustomPrompt="1"/>
          </p:nvPr>
        </p:nvSpPr>
        <p:spPr>
          <a:xfrm>
            <a:off x="406400" y="5167811"/>
            <a:ext cx="2540000" cy="1247423"/>
          </a:xfrm>
        </p:spPr>
        <p:txBody>
          <a:bodyPr>
            <a:normAutofit/>
          </a:bodyPr>
          <a:lstStyle>
            <a:lvl1pPr marL="0" indent="0" algn="l" eaLnBrk="1" latinLnBrk="0" hangingPunct="1">
              <a:buNone/>
              <a:defRPr kumimoji="0" lang="zh-CN" sz="2400" baseline="0">
                <a:solidFill>
                  <a:schemeClr val="tx1">
                    <a:lumMod val="65000"/>
                    <a:lumOff val="35000"/>
                  </a:schemeClr>
                </a:solidFill>
              </a:defRPr>
            </a:lvl1pPr>
          </a:lstStyle>
          <a:p>
            <a:pPr lvl="0"/>
            <a:r>
              <a:rPr kumimoji="0" lang="zh-CN"/>
              <a:t>单击此处以将图片的文本添加到右侧</a:t>
            </a:r>
          </a:p>
        </p:txBody>
      </p:sp>
      <p:sp>
        <p:nvSpPr>
          <p:cNvPr id="28" name="Date Placeholder 6"/>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t>2024/12/10</a:t>
            </a:fld>
            <a:endParaRPr lang="zh-CN" altLang="en-US"/>
          </a:p>
        </p:txBody>
      </p:sp>
      <p:sp>
        <p:nvSpPr>
          <p:cNvPr id="30" name="Footer Placeholder 7"/>
          <p:cNvSpPr>
            <a:spLocks noGrp="1"/>
          </p:cNvSpPr>
          <p:nvPr>
            <p:ph type="ftr" sz="quarter" idx="11"/>
          </p:nvPr>
        </p:nvSpPr>
        <p:spPr>
          <a:xfrm>
            <a:off x="4165600" y="6553200"/>
            <a:ext cx="3860800" cy="304800"/>
          </a:xfrm>
          <a:prstGeom prst="rect">
            <a:avLst/>
          </a:prstGeom>
        </p:spPr>
        <p:txBody>
          <a:bodyPr/>
          <a:lstStyle/>
          <a:p>
            <a:endParaRPr lang="zh-CN" altLang="en-US"/>
          </a:p>
        </p:txBody>
      </p:sp>
      <p:sp>
        <p:nvSpPr>
          <p:cNvPr id="31" name="Slide Number Placeholder 8"/>
          <p:cNvSpPr>
            <a:spLocks noGrp="1"/>
          </p:cNvSpPr>
          <p:nvPr>
            <p:ph type="sldNum" sz="quarter" idx="12"/>
          </p:nvPr>
        </p:nvSpPr>
        <p:spPr>
          <a:xfrm>
            <a:off x="8737600" y="6553200"/>
            <a:ext cx="2844800" cy="304800"/>
          </a:xfrm>
        </p:spPr>
        <p:txBody>
          <a:body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41718206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4 混向栏">
    <p:spTree>
      <p:nvGrpSpPr>
        <p:cNvPr id="1" name=""/>
        <p:cNvGrpSpPr/>
        <p:nvPr/>
      </p:nvGrpSpPr>
      <p:grpSpPr>
        <a:xfrm>
          <a:off x="0" y="0"/>
          <a:ext cx="0" cy="0"/>
          <a:chOff x="0" y="0"/>
          <a:chExt cx="0" cy="0"/>
        </a:xfrm>
      </p:grpSpPr>
      <p:pic>
        <p:nvPicPr>
          <p:cNvPr id="17" name="Picture 1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
        <p:nvSpPr>
          <p:cNvPr id="6" name="Rectangle 7"/>
          <p:cNvSpPr>
            <a:spLocks noGrp="1"/>
          </p:cNvSpPr>
          <p:nvPr>
            <p:ph type="pic" sz="quarter" idx="14"/>
          </p:nvPr>
        </p:nvSpPr>
        <p:spPr>
          <a:xfrm>
            <a:off x="1016004" y="257667"/>
            <a:ext cx="5975943" cy="5990735"/>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7" name="Rectangle 7"/>
          <p:cNvSpPr>
            <a:spLocks noGrp="1" noChangeAspect="1"/>
          </p:cNvSpPr>
          <p:nvPr>
            <p:ph type="pic" sz="quarter" idx="18"/>
          </p:nvPr>
        </p:nvSpPr>
        <p:spPr>
          <a:xfrm>
            <a:off x="7540589" y="257668"/>
            <a:ext cx="3155617" cy="1775033"/>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8" name="Picture Placeholder 7"/>
          <p:cNvSpPr>
            <a:spLocks noGrp="1" noChangeAspect="1"/>
          </p:cNvSpPr>
          <p:nvPr>
            <p:ph type="pic" sz="quarter" idx="22"/>
          </p:nvPr>
        </p:nvSpPr>
        <p:spPr>
          <a:xfrm>
            <a:off x="7540589" y="2362202"/>
            <a:ext cx="3155617" cy="1775033"/>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9" name="Rectangle 7"/>
          <p:cNvSpPr>
            <a:spLocks noGrp="1" noChangeAspect="1"/>
          </p:cNvSpPr>
          <p:nvPr>
            <p:ph type="pic" sz="quarter" idx="23"/>
          </p:nvPr>
        </p:nvSpPr>
        <p:spPr>
          <a:xfrm>
            <a:off x="7540589" y="4495802"/>
            <a:ext cx="3155617" cy="1775033"/>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2"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t>2024/12/10</a:t>
            </a:fld>
            <a:endParaRPr lang="zh-CN" altLang="en-US"/>
          </a:p>
        </p:txBody>
      </p:sp>
      <p:sp>
        <p:nvSpPr>
          <p:cNvPr id="13" name="Footer Placeholder 4"/>
          <p:cNvSpPr>
            <a:spLocks noGrp="1"/>
          </p:cNvSpPr>
          <p:nvPr>
            <p:ph type="ftr" sz="quarter" idx="11"/>
          </p:nvPr>
        </p:nvSpPr>
        <p:spPr>
          <a:xfrm>
            <a:off x="3962400" y="6553200"/>
            <a:ext cx="3860800" cy="304800"/>
          </a:xfrm>
          <a:prstGeom prst="rect">
            <a:avLst/>
          </a:prstGeom>
        </p:spPr>
        <p:txBody>
          <a:bodyPr/>
          <a:lstStyle/>
          <a:p>
            <a:endParaRPr lang="zh-CN" altLang="en-US"/>
          </a:p>
        </p:txBody>
      </p:sp>
      <p:sp>
        <p:nvSpPr>
          <p:cNvPr id="14"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t>‹#›</a:t>
            </a:fld>
            <a:endParaRPr lang="zh-CN" altLang="en-US"/>
          </a:p>
        </p:txBody>
      </p:sp>
      <p:sp>
        <p:nvSpPr>
          <p:cNvPr id="15" name="Rectangle 14"/>
          <p:cNvSpPr/>
          <p:nvPr/>
        </p:nvSpPr>
        <p:spPr>
          <a:xfrm>
            <a:off x="11366091" y="0"/>
            <a:ext cx="721032" cy="6858000"/>
          </a:xfrm>
          <a:prstGeom prst="rect">
            <a:avLst/>
          </a:prstGeom>
          <a:solidFill>
            <a:srgbClr val="91BE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16" name="Straight Connector 15"/>
          <p:cNvCxnSpPr/>
          <p:nvPr/>
        </p:nvCxnSpPr>
        <p:spPr>
          <a:xfrm rot="5400000">
            <a:off x="8734645" y="3429000"/>
            <a:ext cx="6858000" cy="0"/>
          </a:xfrm>
          <a:prstGeom prst="line">
            <a:avLst/>
          </a:prstGeom>
          <a:ln w="50800">
            <a:solidFill>
              <a:srgbClr val="91BED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71912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相册节(带 3 纵栏)">
    <p:spTree>
      <p:nvGrpSpPr>
        <p:cNvPr id="1" name=""/>
        <p:cNvGrpSpPr/>
        <p:nvPr/>
      </p:nvGrpSpPr>
      <p:grpSpPr>
        <a:xfrm>
          <a:off x="0" y="0"/>
          <a:ext cx="0" cy="0"/>
          <a:chOff x="0" y="0"/>
          <a:chExt cx="0" cy="0"/>
        </a:xfrm>
      </p:grpSpPr>
      <p:sp>
        <p:nvSpPr>
          <p:cNvPr id="8" name="Rectangle 2"/>
          <p:cNvSpPr>
            <a:spLocks noGrp="1"/>
          </p:cNvSpPr>
          <p:nvPr>
            <p:ph type="title" hasCustomPrompt="1"/>
          </p:nvPr>
        </p:nvSpPr>
        <p:spPr>
          <a:xfrm>
            <a:off x="609600" y="3390900"/>
            <a:ext cx="10375640" cy="990600"/>
          </a:xfrm>
        </p:spPr>
        <p:txBody>
          <a:bodyPr vert="horz" bIns="0" anchor="b" anchorCtr="0">
            <a:normAutofit/>
          </a:bodyPr>
          <a:lstStyle>
            <a:lvl1pPr eaLnBrk="1" latinLnBrk="0" hangingPunct="1">
              <a:defRPr kumimoji="0" lang="zh-CN" sz="5867" b="1" baseline="0">
                <a:solidFill>
                  <a:srgbClr val="FC7500"/>
                </a:solidFill>
              </a:defRPr>
            </a:lvl1pPr>
            <a:extLst/>
          </a:lstStyle>
          <a:p>
            <a:r>
              <a:rPr kumimoji="0" lang="zh-CN"/>
              <a:t>单击此处添加节标题</a:t>
            </a:r>
          </a:p>
        </p:txBody>
      </p:sp>
      <p:sp>
        <p:nvSpPr>
          <p:cNvPr id="9" name="Rectangle 11"/>
          <p:cNvSpPr>
            <a:spLocks noGrp="1"/>
          </p:cNvSpPr>
          <p:nvPr>
            <p:ph type="body" sz="quarter" idx="14" hasCustomPrompt="1"/>
          </p:nvPr>
        </p:nvSpPr>
        <p:spPr>
          <a:xfrm>
            <a:off x="609600" y="4572000"/>
            <a:ext cx="10363200" cy="838200"/>
          </a:xfrm>
        </p:spPr>
        <p:txBody>
          <a:bodyPr vert="horz" tIns="0"/>
          <a:lstStyle>
            <a:lvl1pPr algn="ctr" eaLnBrk="1" latinLnBrk="0" hangingPunct="1">
              <a:buFontTx/>
              <a:buNone/>
              <a:defRPr kumimoji="0" lang="zh-CN" sz="2400">
                <a:solidFill>
                  <a:schemeClr val="tx1">
                    <a:lumMod val="75000"/>
                    <a:lumOff val="25000"/>
                  </a:schemeClr>
                </a:solidFill>
              </a:defRPr>
            </a:lvl1pPr>
            <a:extLst/>
          </a:lstStyle>
          <a:p>
            <a:pPr lvl="0"/>
            <a:r>
              <a:rPr kumimoji="0" lang="zh-CN"/>
              <a:t>单击此处添加副标题</a:t>
            </a:r>
          </a:p>
        </p:txBody>
      </p:sp>
      <p:sp>
        <p:nvSpPr>
          <p:cNvPr id="10" name="Rectangle 6"/>
          <p:cNvSpPr>
            <a:spLocks noGrp="1"/>
          </p:cNvSpPr>
          <p:nvPr>
            <p:ph type="pic" sz="quarter" idx="11"/>
          </p:nvPr>
        </p:nvSpPr>
        <p:spPr>
          <a:xfrm>
            <a:off x="654491" y="807195"/>
            <a:ext cx="3048000" cy="22860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algn="ctr" eaLnBrk="1" latinLnBrk="0" hangingPunct="1"/>
            <a:r>
              <a:rPr lang="zh-CN" altLang="en-US"/>
              <a:t>单击图标添加图片</a:t>
            </a:r>
            <a:endParaRPr/>
          </a:p>
        </p:txBody>
      </p:sp>
      <p:sp>
        <p:nvSpPr>
          <p:cNvPr id="11" name="Rectangle 6"/>
          <p:cNvSpPr>
            <a:spLocks noGrp="1"/>
          </p:cNvSpPr>
          <p:nvPr>
            <p:ph type="pic" sz="quarter" idx="15"/>
          </p:nvPr>
        </p:nvSpPr>
        <p:spPr>
          <a:xfrm>
            <a:off x="4238845" y="807195"/>
            <a:ext cx="3048000" cy="22860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algn="ctr" eaLnBrk="1" latinLnBrk="0" hangingPunct="1"/>
            <a:r>
              <a:rPr lang="zh-CN" altLang="en-US"/>
              <a:t>单击图标添加图片</a:t>
            </a:r>
            <a:endParaRPr/>
          </a:p>
        </p:txBody>
      </p:sp>
      <p:sp>
        <p:nvSpPr>
          <p:cNvPr id="12" name="Rectangle 6"/>
          <p:cNvSpPr>
            <a:spLocks noGrp="1"/>
          </p:cNvSpPr>
          <p:nvPr>
            <p:ph type="pic" sz="quarter" idx="16"/>
          </p:nvPr>
        </p:nvSpPr>
        <p:spPr>
          <a:xfrm>
            <a:off x="7823200" y="807195"/>
            <a:ext cx="3048000" cy="22860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algn="ctr" eaLnBrk="1" latinLnBrk="0" hangingPunct="1"/>
            <a:r>
              <a:rPr lang="zh-CN" altLang="en-US"/>
              <a:t>单击图标添加图片</a:t>
            </a:r>
            <a:endParaRPr/>
          </a:p>
        </p:txBody>
      </p:sp>
      <p:sp>
        <p:nvSpPr>
          <p:cNvPr id="18"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t>2024/12/10</a:t>
            </a:fld>
            <a:endParaRPr lang="zh-CN" altLang="en-US"/>
          </a:p>
        </p:txBody>
      </p:sp>
      <p:sp>
        <p:nvSpPr>
          <p:cNvPr id="19" name="Footer Placeholder 4"/>
          <p:cNvSpPr>
            <a:spLocks noGrp="1"/>
          </p:cNvSpPr>
          <p:nvPr>
            <p:ph type="ftr" sz="quarter" idx="17"/>
          </p:nvPr>
        </p:nvSpPr>
        <p:spPr>
          <a:xfrm>
            <a:off x="3962400" y="6553200"/>
            <a:ext cx="3860800" cy="304800"/>
          </a:xfrm>
          <a:prstGeom prst="rect">
            <a:avLst/>
          </a:prstGeom>
        </p:spPr>
        <p:txBody>
          <a:bodyPr/>
          <a:lstStyle/>
          <a:p>
            <a:endParaRPr lang="zh-CN" altLang="en-US"/>
          </a:p>
        </p:txBody>
      </p:sp>
      <p:sp>
        <p:nvSpPr>
          <p:cNvPr id="20"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t>‹#›</a:t>
            </a:fld>
            <a:endParaRPr lang="zh-CN" altLang="en-US"/>
          </a:p>
        </p:txBody>
      </p:sp>
      <p:sp>
        <p:nvSpPr>
          <p:cNvPr id="21" name="Rectangle 20"/>
          <p:cNvSpPr/>
          <p:nvPr/>
        </p:nvSpPr>
        <p:spPr>
          <a:xfrm>
            <a:off x="11366091" y="0"/>
            <a:ext cx="721032" cy="6858000"/>
          </a:xfrm>
          <a:prstGeom prst="rect">
            <a:avLst/>
          </a:prstGeom>
          <a:solidFill>
            <a:srgbClr val="91BE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22" name="Straight Connector 21"/>
          <p:cNvCxnSpPr/>
          <p:nvPr/>
        </p:nvCxnSpPr>
        <p:spPr>
          <a:xfrm rot="5400000">
            <a:off x="8734645" y="3429000"/>
            <a:ext cx="6858000" cy="0"/>
          </a:xfrm>
          <a:prstGeom prst="line">
            <a:avLst/>
          </a:prstGeom>
          <a:ln w="50800">
            <a:solidFill>
              <a:srgbClr val="91BED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64540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横向(带透明标题)">
    <p:spTree>
      <p:nvGrpSpPr>
        <p:cNvPr id="1" name=""/>
        <p:cNvGrpSpPr/>
        <p:nvPr/>
      </p:nvGrpSpPr>
      <p:grpSpPr>
        <a:xfrm>
          <a:off x="0" y="0"/>
          <a:ext cx="0" cy="0"/>
          <a:chOff x="0" y="0"/>
          <a:chExt cx="0" cy="0"/>
        </a:xfrm>
      </p:grpSpPr>
      <p:sp>
        <p:nvSpPr>
          <p:cNvPr id="6" name="Rectangle 9"/>
          <p:cNvSpPr>
            <a:spLocks noGrp="1" noChangeAspect="1"/>
          </p:cNvSpPr>
          <p:nvPr>
            <p:ph type="pic" sz="quarter" idx="14"/>
          </p:nvPr>
        </p:nvSpPr>
        <p:spPr>
          <a:xfrm>
            <a:off x="1524000" y="762000"/>
            <a:ext cx="8398933" cy="47244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1588" algn="ctr" eaLnBrk="1" latinLnBrk="0" hangingPunct="1"/>
            <a:r>
              <a:rPr lang="zh-CN" altLang="en-US"/>
              <a:t>单击图标添加图片</a:t>
            </a:r>
            <a:endParaRPr/>
          </a:p>
        </p:txBody>
      </p:sp>
      <p:sp>
        <p:nvSpPr>
          <p:cNvPr id="9"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t>2024/12/10</a:t>
            </a:fld>
            <a:endParaRPr lang="zh-CN" altLang="en-US"/>
          </a:p>
        </p:txBody>
      </p:sp>
      <p:sp>
        <p:nvSpPr>
          <p:cNvPr id="10" name="Footer Placeholder 4"/>
          <p:cNvSpPr>
            <a:spLocks noGrp="1"/>
          </p:cNvSpPr>
          <p:nvPr>
            <p:ph type="ftr" sz="quarter" idx="11"/>
          </p:nvPr>
        </p:nvSpPr>
        <p:spPr>
          <a:xfrm>
            <a:off x="3962400" y="6553200"/>
            <a:ext cx="3860800" cy="304800"/>
          </a:xfrm>
          <a:prstGeom prst="rect">
            <a:avLst/>
          </a:prstGeom>
        </p:spPr>
        <p:txBody>
          <a:bodyPr/>
          <a:lstStyle/>
          <a:p>
            <a:endParaRPr lang="zh-CN" altLang="en-US"/>
          </a:p>
        </p:txBody>
      </p:sp>
      <p:sp>
        <p:nvSpPr>
          <p:cNvPr id="11"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t>‹#›</a:t>
            </a:fld>
            <a:endParaRPr lang="zh-CN" altLang="en-US"/>
          </a:p>
        </p:txBody>
      </p:sp>
      <p:sp>
        <p:nvSpPr>
          <p:cNvPr id="12" name="Rectangle 11"/>
          <p:cNvSpPr/>
          <p:nvPr/>
        </p:nvSpPr>
        <p:spPr>
          <a:xfrm>
            <a:off x="1560221" y="5669280"/>
            <a:ext cx="8396579" cy="731520"/>
          </a:xfrm>
          <a:prstGeom prst="rect">
            <a:avLst/>
          </a:prstGeom>
          <a:noFill/>
          <a:ln w="38100">
            <a:solidFill>
              <a:schemeClr val="tx1">
                <a:lumMod val="95000"/>
                <a:lumOff val="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15" name="Text Placeholder 14"/>
          <p:cNvSpPr>
            <a:spLocks noGrp="1"/>
          </p:cNvSpPr>
          <p:nvPr>
            <p:ph type="body" sz="quarter" idx="16" hasCustomPrompt="1"/>
          </p:nvPr>
        </p:nvSpPr>
        <p:spPr>
          <a:xfrm>
            <a:off x="1625603" y="5715000"/>
            <a:ext cx="8255591" cy="632637"/>
          </a:xfrm>
          <a:solidFill>
            <a:schemeClr val="tx1">
              <a:alpha val="35000"/>
            </a:schemeClr>
          </a:solidFill>
        </p:spPr>
        <p:txBody>
          <a:bodyPr vert="horz" lIns="91440" tIns="45720" rIns="91440" bIns="45720" rtlCol="0">
            <a:normAutofit/>
          </a:bodyPr>
          <a:lstStyle>
            <a:lvl1pPr marL="457189" indent="-457189" algn="ctr" defTabSz="1219170" rtl="0" eaLnBrk="1" latinLnBrk="0" hangingPunct="1">
              <a:spcBef>
                <a:spcPct val="20000"/>
              </a:spcBef>
              <a:buFont typeface="Arial" pitchFamily="34" charset="0"/>
              <a:buNone/>
              <a:defRPr kumimoji="0" lang="zh-CN" sz="4000" b="1" kern="1200">
                <a:solidFill>
                  <a:schemeClr val="tx1">
                    <a:lumMod val="85000"/>
                    <a:lumOff val="15000"/>
                  </a:schemeClr>
                </a:solidFill>
                <a:latin typeface="Arial" pitchFamily="34" charset="0"/>
                <a:ea typeface="+mn-ea"/>
                <a:cs typeface="Arial" pitchFamily="34" charset="0"/>
              </a:defRPr>
            </a:lvl1pPr>
          </a:lstStyle>
          <a:p>
            <a:pPr lvl="0"/>
            <a:r>
              <a:rPr kumimoji="0" lang="zh-CN"/>
              <a:t>单击此处添加标题</a:t>
            </a:r>
          </a:p>
        </p:txBody>
      </p:sp>
    </p:spTree>
    <p:extLst>
      <p:ext uri="{BB962C8B-B14F-4D97-AF65-F5344CB8AC3E}">
        <p14:creationId xmlns:p14="http://schemas.microsoft.com/office/powerpoint/2010/main" val="321670170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横栏(带标题)">
    <p:spTree>
      <p:nvGrpSpPr>
        <p:cNvPr id="1" name=""/>
        <p:cNvGrpSpPr/>
        <p:nvPr/>
      </p:nvGrpSpPr>
      <p:grpSpPr>
        <a:xfrm>
          <a:off x="0" y="0"/>
          <a:ext cx="0" cy="0"/>
          <a:chOff x="0" y="0"/>
          <a:chExt cx="0" cy="0"/>
        </a:xfrm>
      </p:grpSpPr>
      <p:pic>
        <p:nvPicPr>
          <p:cNvPr id="10" name="Picture 9"/>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
        <p:nvSpPr>
          <p:cNvPr id="5"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t>2024/12/10</a:t>
            </a:fld>
            <a:endParaRPr lang="zh-CN" altLang="en-US"/>
          </a:p>
        </p:txBody>
      </p:sp>
      <p:sp>
        <p:nvSpPr>
          <p:cNvPr id="6" name="Footer Placeholder 4"/>
          <p:cNvSpPr>
            <a:spLocks noGrp="1"/>
          </p:cNvSpPr>
          <p:nvPr>
            <p:ph type="ftr" sz="quarter" idx="11"/>
          </p:nvPr>
        </p:nvSpPr>
        <p:spPr>
          <a:xfrm>
            <a:off x="3962400" y="6553200"/>
            <a:ext cx="3860800" cy="304800"/>
          </a:xfrm>
          <a:prstGeom prst="rect">
            <a:avLst/>
          </a:prstGeom>
        </p:spPr>
        <p:txBody>
          <a:bodyPr/>
          <a:lstStyle/>
          <a:p>
            <a:endParaRPr lang="zh-CN" altLang="en-US"/>
          </a:p>
        </p:txBody>
      </p:sp>
      <p:sp>
        <p:nvSpPr>
          <p:cNvPr id="9"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t>‹#›</a:t>
            </a:fld>
            <a:endParaRPr lang="zh-CN" altLang="en-US"/>
          </a:p>
        </p:txBody>
      </p:sp>
      <p:sp>
        <p:nvSpPr>
          <p:cNvPr id="12" name="Rectangle 9"/>
          <p:cNvSpPr>
            <a:spLocks noGrp="1" noChangeAspect="1"/>
          </p:cNvSpPr>
          <p:nvPr>
            <p:ph type="pic" sz="quarter" idx="14"/>
          </p:nvPr>
        </p:nvSpPr>
        <p:spPr>
          <a:xfrm>
            <a:off x="1659467" y="304800"/>
            <a:ext cx="8398933" cy="4724400"/>
          </a:xfrm>
          <a:solidFill>
            <a:schemeClr val="bg1">
              <a:lumMod val="95000"/>
            </a:schemeClr>
          </a:solidFill>
          <a:ln w="38100" cap="sq" cmpd="sng" algn="ctr">
            <a:noFill/>
            <a:prstDash val="solid"/>
            <a:miter lim="800000"/>
          </a:ln>
          <a:effectLst/>
        </p:spPr>
        <p:style>
          <a:lnRef idx="3">
            <a:schemeClr val="lt1"/>
          </a:lnRef>
          <a:fillRef idx="1">
            <a:schemeClr val="accent1"/>
          </a:fillRef>
          <a:effectRef idx="1">
            <a:schemeClr val="accent1"/>
          </a:effectRef>
          <a:fontRef idx="minor">
            <a:schemeClr val="lt1"/>
          </a:fontRef>
        </p:style>
        <p:txBody>
          <a:bodyPr anchor="t"/>
          <a:lstStyle>
            <a:lvl1pPr marL="0" marR="0" indent="2117" algn="ctr" rtl="0" eaLnBrk="1" latinLnBrk="0" hangingPunct="1">
              <a:spcBef>
                <a:spcPct val="20000"/>
              </a:spcBef>
              <a:buFontTx/>
              <a:buNone/>
              <a:defRPr kumimoji="0" lang="zh-CN" sz="3733">
                <a:solidFill>
                  <a:schemeClr val="tx1">
                    <a:lumMod val="50000"/>
                    <a:lumOff val="50000"/>
                  </a:schemeClr>
                </a:solidFill>
                <a:latin typeface="+mn-lt"/>
                <a:ea typeface="+mn-ea"/>
                <a:cs typeface="+mn-cs"/>
              </a:defRPr>
            </a:lvl1pPr>
            <a:extLst/>
          </a:lstStyle>
          <a:p>
            <a:pPr marL="0" marR="0" indent="1588" algn="ctr" eaLnBrk="1" latinLnBrk="0" hangingPunct="1"/>
            <a:r>
              <a:rPr lang="zh-CN" altLang="en-US"/>
              <a:t>单击图标添加图片</a:t>
            </a:r>
            <a:endParaRPr/>
          </a:p>
        </p:txBody>
      </p:sp>
      <p:sp>
        <p:nvSpPr>
          <p:cNvPr id="14" name="Text Placeholder 13"/>
          <p:cNvSpPr>
            <a:spLocks noGrp="1"/>
          </p:cNvSpPr>
          <p:nvPr>
            <p:ph type="body" sz="quarter" idx="15" hasCustomPrompt="1"/>
          </p:nvPr>
        </p:nvSpPr>
        <p:spPr>
          <a:xfrm>
            <a:off x="609600" y="5181600"/>
            <a:ext cx="10464800" cy="457200"/>
          </a:xfrm>
        </p:spPr>
        <p:txBody>
          <a:bodyPr>
            <a:normAutofit/>
          </a:bodyPr>
          <a:lstStyle>
            <a:lvl1pPr eaLnBrk="1" latinLnBrk="0" hangingPunct="1">
              <a:buNone/>
              <a:defRPr kumimoji="0" lang="zh-CN" sz="3200" b="1" baseline="0">
                <a:solidFill>
                  <a:srgbClr val="FC7500"/>
                </a:solidFill>
              </a:defRPr>
            </a:lvl1pPr>
          </a:lstStyle>
          <a:p>
            <a:pPr lvl="0"/>
            <a:r>
              <a:rPr kumimoji="0" lang="zh-CN"/>
              <a:t>单击此处添加标题</a:t>
            </a:r>
          </a:p>
        </p:txBody>
      </p:sp>
      <p:sp>
        <p:nvSpPr>
          <p:cNvPr id="16" name="Text Placeholder 15"/>
          <p:cNvSpPr>
            <a:spLocks noGrp="1"/>
          </p:cNvSpPr>
          <p:nvPr>
            <p:ph type="body" sz="quarter" idx="16" hasCustomPrompt="1"/>
          </p:nvPr>
        </p:nvSpPr>
        <p:spPr>
          <a:xfrm>
            <a:off x="609600" y="5715000"/>
            <a:ext cx="10464800" cy="685800"/>
          </a:xfrm>
        </p:spPr>
        <p:txBody>
          <a:bodyPr>
            <a:noAutofit/>
          </a:bodyPr>
          <a:lstStyle>
            <a:lvl1pPr eaLnBrk="1" latinLnBrk="0" hangingPunct="1">
              <a:buNone/>
              <a:defRPr kumimoji="0" lang="zh-CN" sz="2400" baseline="0">
                <a:solidFill>
                  <a:schemeClr val="tx1">
                    <a:lumMod val="75000"/>
                    <a:lumOff val="25000"/>
                  </a:schemeClr>
                </a:solidFill>
              </a:defRPr>
            </a:lvl1pPr>
          </a:lstStyle>
          <a:p>
            <a:pPr lvl="0"/>
            <a:r>
              <a:rPr kumimoji="0" lang="zh-CN"/>
              <a:t>单击此处添加文本</a:t>
            </a:r>
          </a:p>
        </p:txBody>
      </p:sp>
    </p:spTree>
    <p:extLst>
      <p:ext uri="{BB962C8B-B14F-4D97-AF65-F5344CB8AC3E}">
        <p14:creationId xmlns:p14="http://schemas.microsoft.com/office/powerpoint/2010/main" val="2261246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横向">
    <p:spTree>
      <p:nvGrpSpPr>
        <p:cNvPr id="1" name=""/>
        <p:cNvGrpSpPr/>
        <p:nvPr/>
      </p:nvGrpSpPr>
      <p:grpSpPr>
        <a:xfrm>
          <a:off x="0" y="0"/>
          <a:ext cx="0" cy="0"/>
          <a:chOff x="0" y="0"/>
          <a:chExt cx="0" cy="0"/>
        </a:xfrm>
      </p:grpSpPr>
      <p:sp>
        <p:nvSpPr>
          <p:cNvPr id="7" name="Rectangle 6"/>
          <p:cNvSpPr/>
          <p:nvPr/>
        </p:nvSpPr>
        <p:spPr>
          <a:xfrm>
            <a:off x="636105" y="228600"/>
            <a:ext cx="10919792" cy="6172200"/>
          </a:xfrm>
          <a:prstGeom prst="rect">
            <a:avLst/>
          </a:prstGeom>
          <a:noFill/>
          <a:ln w="117475" cmpd="thinThick">
            <a:solidFill>
              <a:srgbClr val="FC75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6" name="Rectangle 9"/>
          <p:cNvSpPr>
            <a:spLocks noGrp="1" noChangeAspect="1"/>
          </p:cNvSpPr>
          <p:nvPr>
            <p:ph type="pic" sz="quarter" idx="13"/>
          </p:nvPr>
        </p:nvSpPr>
        <p:spPr>
          <a:xfrm>
            <a:off x="735997" y="299696"/>
            <a:ext cx="10720017" cy="6030011"/>
          </a:xfrm>
          <a:solidFill>
            <a:schemeClr val="bg1"/>
          </a:solidFill>
          <a:ln w="57150">
            <a:noFill/>
          </a:ln>
          <a:effectLst/>
        </p:spPr>
        <p:txBody>
          <a:bodyPr vert="horz" lIns="91440" tIns="45720" rIns="91440" bIns="45720" rtlCol="0">
            <a:normAutofit/>
          </a:bodyPr>
          <a:lstStyle>
            <a:lvl1pPr marL="0" marR="0" indent="2117" algn="ctr" defTabSz="1219170" rtl="0" eaLnBrk="1" latinLnBrk="0" hangingPunct="1">
              <a:spcBef>
                <a:spcPct val="20000"/>
              </a:spcBef>
              <a:buClr>
                <a:srgbClr val="438086"/>
              </a:buClr>
              <a:buSzPct val="60000"/>
              <a:buFontTx/>
              <a:buNone/>
              <a:defRPr kumimoji="0" lang="zh-CN" sz="3200" kern="1200">
                <a:solidFill>
                  <a:srgbClr val="FC7500"/>
                </a:solidFill>
                <a:latin typeface="+mn-lt"/>
                <a:ea typeface="+mn-ea"/>
                <a:cs typeface="+mn-cs"/>
              </a:defRPr>
            </a:lvl1pPr>
            <a:extLst/>
          </a:lstStyle>
          <a:p>
            <a:pPr marL="0" marR="0" indent="1588" algn="ctr" eaLnBrk="1" latinLnBrk="0" hangingPunct="1"/>
            <a:r>
              <a:rPr lang="zh-CN" altLang="en-US"/>
              <a:t>单击图标添加图片</a:t>
            </a:r>
            <a:endParaRPr/>
          </a:p>
        </p:txBody>
      </p:sp>
      <p:sp>
        <p:nvSpPr>
          <p:cNvPr id="8"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t>2024/12/10</a:t>
            </a:fld>
            <a:endParaRPr lang="zh-CN" altLang="en-US"/>
          </a:p>
        </p:txBody>
      </p:sp>
      <p:sp>
        <p:nvSpPr>
          <p:cNvPr id="9" name="Footer Placeholder 4"/>
          <p:cNvSpPr>
            <a:spLocks noGrp="1"/>
          </p:cNvSpPr>
          <p:nvPr>
            <p:ph type="ftr" sz="quarter" idx="11"/>
          </p:nvPr>
        </p:nvSpPr>
        <p:spPr>
          <a:xfrm>
            <a:off x="4165600" y="6553200"/>
            <a:ext cx="3860800" cy="304800"/>
          </a:xfrm>
          <a:prstGeom prst="rect">
            <a:avLst/>
          </a:prstGeom>
        </p:spPr>
        <p:txBody>
          <a:bodyPr/>
          <a:lstStyle/>
          <a:p>
            <a:endParaRPr lang="zh-CN" altLang="en-US"/>
          </a:p>
        </p:txBody>
      </p:sp>
      <p:sp>
        <p:nvSpPr>
          <p:cNvPr id="10" name="Slide Number Placeholder 5"/>
          <p:cNvSpPr>
            <a:spLocks noGrp="1"/>
          </p:cNvSpPr>
          <p:nvPr>
            <p:ph type="sldNum" sz="quarter" idx="12"/>
          </p:nvPr>
        </p:nvSpPr>
        <p:spPr>
          <a:xfrm>
            <a:off x="8737600" y="6553200"/>
            <a:ext cx="2844800" cy="304800"/>
          </a:xfrm>
        </p:spPr>
        <p:txBody>
          <a:body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87742745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2 纵栏(带标题)">
    <p:spTree>
      <p:nvGrpSpPr>
        <p:cNvPr id="1" name=""/>
        <p:cNvGrpSpPr/>
        <p:nvPr/>
      </p:nvGrpSpPr>
      <p:grpSpPr>
        <a:xfrm>
          <a:off x="0" y="0"/>
          <a:ext cx="0" cy="0"/>
          <a:chOff x="0" y="0"/>
          <a:chExt cx="0" cy="0"/>
        </a:xfrm>
      </p:grpSpPr>
      <p:sp>
        <p:nvSpPr>
          <p:cNvPr id="6" name="Rectangle 8"/>
          <p:cNvSpPr>
            <a:spLocks noGrp="1" noChangeAspect="1"/>
          </p:cNvSpPr>
          <p:nvPr>
            <p:ph type="pic" sz="quarter" idx="13"/>
          </p:nvPr>
        </p:nvSpPr>
        <p:spPr>
          <a:xfrm>
            <a:off x="6016668" y="381000"/>
            <a:ext cx="4575137" cy="4575141"/>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1588" algn="ctr" eaLnBrk="1" latinLnBrk="0" hangingPunct="1"/>
            <a:r>
              <a:rPr lang="zh-CN" altLang="en-US"/>
              <a:t>单击图标添加图片</a:t>
            </a:r>
            <a:endParaRPr/>
          </a:p>
        </p:txBody>
      </p:sp>
      <p:sp>
        <p:nvSpPr>
          <p:cNvPr id="7" name="Rectangle 8"/>
          <p:cNvSpPr>
            <a:spLocks noGrp="1" noChangeAspect="1"/>
          </p:cNvSpPr>
          <p:nvPr>
            <p:ph type="pic" sz="quarter" idx="14"/>
          </p:nvPr>
        </p:nvSpPr>
        <p:spPr>
          <a:xfrm>
            <a:off x="1143000" y="381000"/>
            <a:ext cx="4572000" cy="45720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1588" algn="ctr" eaLnBrk="1" latinLnBrk="0" hangingPunct="1"/>
            <a:r>
              <a:rPr lang="zh-CN" altLang="en-US"/>
              <a:t>单击图标添加图片</a:t>
            </a:r>
            <a:endParaRPr/>
          </a:p>
        </p:txBody>
      </p:sp>
      <p:sp>
        <p:nvSpPr>
          <p:cNvPr id="8" name="Rectangle 7"/>
          <p:cNvSpPr>
            <a:spLocks noGrp="1"/>
          </p:cNvSpPr>
          <p:nvPr>
            <p:ph type="body" sz="quarter" idx="15" hasCustomPrompt="1"/>
          </p:nvPr>
        </p:nvSpPr>
        <p:spPr>
          <a:xfrm>
            <a:off x="1117600" y="5181600"/>
            <a:ext cx="4635501" cy="1066800"/>
          </a:xfrm>
        </p:spPr>
        <p:txBody>
          <a:bodyPr lIns="91440" rIns="9144" anchor="t" anchorCtr="0">
            <a:noAutofit/>
          </a:bodyPr>
          <a:lstStyle>
            <a:lvl1pPr marL="0" marR="0" indent="0" algn="ctr" rtl="0" eaLnBrk="1" latinLnBrk="0" hangingPunct="1">
              <a:spcBef>
                <a:spcPct val="20000"/>
              </a:spcBef>
              <a:buFontTx/>
              <a:buNone/>
              <a:defRPr kumimoji="0" lang="zh-CN" sz="2400" baseline="0">
                <a:solidFill>
                  <a:schemeClr val="tx1">
                    <a:lumMod val="75000"/>
                    <a:lumOff val="25000"/>
                  </a:schemeClr>
                </a:solidFill>
                <a:latin typeface="+mn-lt"/>
                <a:ea typeface="+mn-ea"/>
                <a:cs typeface="+mn-cs"/>
              </a:defRPr>
            </a:lvl1pPr>
            <a:extLst/>
          </a:lstStyle>
          <a:p>
            <a:pPr lvl="0"/>
            <a:r>
              <a:rPr kumimoji="0" lang="zh-CN"/>
              <a:t>单击此处添加标题</a:t>
            </a:r>
          </a:p>
        </p:txBody>
      </p:sp>
      <p:sp>
        <p:nvSpPr>
          <p:cNvPr id="9" name="Rectangle 7"/>
          <p:cNvSpPr>
            <a:spLocks noGrp="1"/>
          </p:cNvSpPr>
          <p:nvPr>
            <p:ph type="body" sz="quarter" idx="16" hasCustomPrompt="1"/>
          </p:nvPr>
        </p:nvSpPr>
        <p:spPr>
          <a:xfrm>
            <a:off x="6007102" y="5181600"/>
            <a:ext cx="4635500" cy="1066800"/>
          </a:xfrm>
        </p:spPr>
        <p:txBody>
          <a:bodyPr lIns="91440" rIns="9144" anchor="t" anchorCtr="0">
            <a:noAutofit/>
          </a:bodyPr>
          <a:lstStyle>
            <a:lvl1pPr marL="0" marR="0" indent="0" algn="ctr" rtl="0" eaLnBrk="1" latinLnBrk="0" hangingPunct="1">
              <a:spcBef>
                <a:spcPct val="20000"/>
              </a:spcBef>
              <a:buFontTx/>
              <a:buNone/>
              <a:defRPr kumimoji="0" lang="zh-CN" sz="2400" baseline="0">
                <a:solidFill>
                  <a:schemeClr val="tx1">
                    <a:lumMod val="75000"/>
                    <a:lumOff val="25000"/>
                  </a:schemeClr>
                </a:solidFill>
                <a:latin typeface="+mn-lt"/>
                <a:ea typeface="+mn-ea"/>
                <a:cs typeface="+mn-cs"/>
              </a:defRPr>
            </a:lvl1pPr>
            <a:extLst/>
          </a:lstStyle>
          <a:p>
            <a:pPr lvl="0"/>
            <a:r>
              <a:rPr kumimoji="0" lang="zh-CN"/>
              <a:t>单击此处添加标题</a:t>
            </a:r>
          </a:p>
        </p:txBody>
      </p:sp>
      <p:sp>
        <p:nvSpPr>
          <p:cNvPr id="12"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t>2024/12/10</a:t>
            </a:fld>
            <a:endParaRPr lang="zh-CN" altLang="en-US"/>
          </a:p>
        </p:txBody>
      </p:sp>
      <p:sp>
        <p:nvSpPr>
          <p:cNvPr id="13" name="Footer Placeholder 4"/>
          <p:cNvSpPr>
            <a:spLocks noGrp="1"/>
          </p:cNvSpPr>
          <p:nvPr>
            <p:ph type="ftr" sz="quarter" idx="11"/>
          </p:nvPr>
        </p:nvSpPr>
        <p:spPr>
          <a:xfrm>
            <a:off x="3962400" y="6553200"/>
            <a:ext cx="3860800" cy="304800"/>
          </a:xfrm>
          <a:prstGeom prst="rect">
            <a:avLst/>
          </a:prstGeom>
        </p:spPr>
        <p:txBody>
          <a:bodyPr/>
          <a:lstStyle/>
          <a:p>
            <a:endParaRPr lang="zh-CN" altLang="en-US"/>
          </a:p>
        </p:txBody>
      </p:sp>
      <p:sp>
        <p:nvSpPr>
          <p:cNvPr id="14"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35255823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2 横栏(带标题)">
    <p:spTree>
      <p:nvGrpSpPr>
        <p:cNvPr id="1" name=""/>
        <p:cNvGrpSpPr/>
        <p:nvPr/>
      </p:nvGrpSpPr>
      <p:grpSpPr>
        <a:xfrm>
          <a:off x="0" y="0"/>
          <a:ext cx="0" cy="0"/>
          <a:chOff x="0" y="0"/>
          <a:chExt cx="0" cy="0"/>
        </a:xfrm>
      </p:grpSpPr>
      <p:sp>
        <p:nvSpPr>
          <p:cNvPr id="6" name="Rectangle 7"/>
          <p:cNvSpPr>
            <a:spLocks noGrp="1" noChangeAspect="1"/>
          </p:cNvSpPr>
          <p:nvPr>
            <p:ph type="pic" sz="quarter" idx="13"/>
          </p:nvPr>
        </p:nvSpPr>
        <p:spPr>
          <a:xfrm>
            <a:off x="6400800" y="914400"/>
            <a:ext cx="5283200" cy="2971800"/>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7" name="Rectangle 7"/>
          <p:cNvSpPr>
            <a:spLocks noGrp="1" noChangeAspect="1"/>
          </p:cNvSpPr>
          <p:nvPr>
            <p:ph type="pic" sz="quarter" idx="14"/>
          </p:nvPr>
        </p:nvSpPr>
        <p:spPr>
          <a:xfrm>
            <a:off x="609600" y="914400"/>
            <a:ext cx="5283200" cy="2971800"/>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8" name="Rectangle 7"/>
          <p:cNvSpPr>
            <a:spLocks noGrp="1"/>
          </p:cNvSpPr>
          <p:nvPr>
            <p:ph type="body" sz="quarter" idx="16" hasCustomPrompt="1"/>
          </p:nvPr>
        </p:nvSpPr>
        <p:spPr>
          <a:xfrm>
            <a:off x="609600" y="4114803"/>
            <a:ext cx="5283200" cy="1214887"/>
          </a:xfrm>
        </p:spPr>
        <p:txBody>
          <a:bodyPr vert="horz" lIns="91440" tIns="45720" rIns="9144" bIns="45720" rtlCol="0" anchor="t" anchorCtr="0">
            <a:noAutofit/>
          </a:bodyPr>
          <a:lstStyle>
            <a:lvl1pPr marL="0" marR="0" indent="0" algn="ctr" rtl="0" eaLnBrk="1" latinLnBrk="0" hangingPunct="1">
              <a:spcBef>
                <a:spcPct val="20000"/>
              </a:spcBef>
              <a:buFontTx/>
              <a:buNone/>
              <a:defRPr kumimoji="0" lang="zh-CN" sz="2400" kern="1200" baseline="0">
                <a:solidFill>
                  <a:schemeClr val="tx1">
                    <a:lumMod val="75000"/>
                    <a:lumOff val="25000"/>
                  </a:schemeClr>
                </a:solidFill>
                <a:latin typeface="+mn-lt"/>
                <a:ea typeface="+mn-ea"/>
                <a:cs typeface="+mn-cs"/>
              </a:defRPr>
            </a:lvl1pPr>
            <a:extLst/>
          </a:lstStyle>
          <a:p>
            <a:pPr marL="0" marR="0" lvl="0" indent="0" algn="l" defTabSz="1219170" eaLnBrk="1" latinLnBrk="0" hangingPunct="1">
              <a:spcBef>
                <a:spcPct val="20000"/>
              </a:spcBef>
              <a:buFontTx/>
              <a:buNone/>
            </a:pPr>
            <a:r>
              <a:rPr kumimoji="0" lang="zh-CN"/>
              <a:t>单击此处添加标题</a:t>
            </a:r>
          </a:p>
        </p:txBody>
      </p:sp>
      <p:sp>
        <p:nvSpPr>
          <p:cNvPr id="9" name="Rectangle 7"/>
          <p:cNvSpPr>
            <a:spLocks noGrp="1"/>
          </p:cNvSpPr>
          <p:nvPr>
            <p:ph type="body" sz="quarter" idx="17" hasCustomPrompt="1"/>
          </p:nvPr>
        </p:nvSpPr>
        <p:spPr>
          <a:xfrm>
            <a:off x="6400803" y="4114803"/>
            <a:ext cx="5321300" cy="1214887"/>
          </a:xfrm>
        </p:spPr>
        <p:txBody>
          <a:bodyPr vert="horz" lIns="91440" tIns="45720" rIns="9144" bIns="45720" rtlCol="0" anchor="t" anchorCtr="0">
            <a:noAutofit/>
          </a:bodyPr>
          <a:lstStyle>
            <a:lvl1pPr marL="0" marR="0" indent="0" algn="ctr" rtl="0" eaLnBrk="1" latinLnBrk="0" hangingPunct="1">
              <a:spcBef>
                <a:spcPct val="20000"/>
              </a:spcBef>
              <a:buFontTx/>
              <a:buNone/>
              <a:defRPr kumimoji="0" lang="zh-CN" sz="2400" kern="1200" baseline="0">
                <a:solidFill>
                  <a:schemeClr val="tx1">
                    <a:lumMod val="75000"/>
                    <a:lumOff val="25000"/>
                  </a:schemeClr>
                </a:solidFill>
                <a:latin typeface="+mn-lt"/>
                <a:ea typeface="+mn-ea"/>
                <a:cs typeface="+mn-cs"/>
              </a:defRPr>
            </a:lvl1pPr>
            <a:extLst/>
          </a:lstStyle>
          <a:p>
            <a:pPr marL="0" marR="0" lvl="0" indent="0" algn="l" defTabSz="1219170" eaLnBrk="1" latinLnBrk="0" hangingPunct="1">
              <a:spcBef>
                <a:spcPct val="20000"/>
              </a:spcBef>
              <a:buFontTx/>
              <a:buNone/>
            </a:pPr>
            <a:r>
              <a:rPr kumimoji="0" lang="zh-CN"/>
              <a:t>单击此处添加标题</a:t>
            </a:r>
          </a:p>
        </p:txBody>
      </p:sp>
      <p:grpSp>
        <p:nvGrpSpPr>
          <p:cNvPr id="10" name="Group 9"/>
          <p:cNvGrpSpPr/>
          <p:nvPr/>
        </p:nvGrpSpPr>
        <p:grpSpPr>
          <a:xfrm rot="5400000">
            <a:off x="5801032" y="467032"/>
            <a:ext cx="589936" cy="12192000"/>
            <a:chOff x="8524568" y="0"/>
            <a:chExt cx="589936" cy="6858000"/>
          </a:xfrm>
        </p:grpSpPr>
        <p:sp>
          <p:nvSpPr>
            <p:cNvPr id="11" name="Rectangle 10"/>
            <p:cNvSpPr/>
            <p:nvPr userDrawn="1"/>
          </p:nvSpPr>
          <p:spPr>
            <a:xfrm>
              <a:off x="8524568" y="0"/>
              <a:ext cx="540774" cy="6858000"/>
            </a:xfrm>
            <a:prstGeom prst="rect">
              <a:avLst/>
            </a:prstGeom>
            <a:solidFill>
              <a:srgbClr val="FC7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12" name="Straight Connector 11"/>
            <p:cNvCxnSpPr/>
            <p:nvPr userDrawn="1"/>
          </p:nvCxnSpPr>
          <p:spPr>
            <a:xfrm rot="5400000">
              <a:off x="5685504" y="3429000"/>
              <a:ext cx="6858000" cy="0"/>
            </a:xfrm>
            <a:prstGeom prst="line">
              <a:avLst/>
            </a:prstGeom>
            <a:ln w="50800">
              <a:solidFill>
                <a:srgbClr val="FC7500"/>
              </a:solidFill>
            </a:ln>
          </p:spPr>
          <p:style>
            <a:lnRef idx="1">
              <a:schemeClr val="accent1"/>
            </a:lnRef>
            <a:fillRef idx="0">
              <a:schemeClr val="accent1"/>
            </a:fillRef>
            <a:effectRef idx="0">
              <a:schemeClr val="accent1"/>
            </a:effectRef>
            <a:fontRef idx="minor">
              <a:schemeClr val="tx1"/>
            </a:fontRef>
          </p:style>
        </p:cxnSp>
      </p:grpSp>
      <p:sp>
        <p:nvSpPr>
          <p:cNvPr id="13" name="Date Placeholder 2"/>
          <p:cNvSpPr>
            <a:spLocks noGrp="1"/>
          </p:cNvSpPr>
          <p:nvPr>
            <p:ph type="dt" sz="half" idx="10"/>
          </p:nvPr>
        </p:nvSpPr>
        <p:spPr>
          <a:xfrm>
            <a:off x="609600" y="6553200"/>
            <a:ext cx="2844800" cy="304800"/>
          </a:xfrm>
          <a:prstGeom prst="rect">
            <a:avLst/>
          </a:prstGeom>
        </p:spPr>
        <p:txBody>
          <a:bodyPr/>
          <a:lstStyle>
            <a:lvl1pPr eaLnBrk="1" latinLnBrk="0" hangingPunct="1">
              <a:defRPr kumimoji="0" lang="zh-CN">
                <a:solidFill>
                  <a:schemeClr val="bg1"/>
                </a:solidFill>
              </a:defRPr>
            </a:lvl1pPr>
          </a:lstStyle>
          <a:p>
            <a:fld id="{A5F3790F-1BDC-45B7-A06B-907667BADF90}" type="datetimeFigureOut">
              <a:rPr lang="zh-CN" altLang="en-US" smtClean="0"/>
              <a:t>2024/12/10</a:t>
            </a:fld>
            <a:endParaRPr lang="zh-CN" altLang="en-US"/>
          </a:p>
        </p:txBody>
      </p:sp>
      <p:sp>
        <p:nvSpPr>
          <p:cNvPr id="14" name="Footer Placeholder 3"/>
          <p:cNvSpPr>
            <a:spLocks noGrp="1"/>
          </p:cNvSpPr>
          <p:nvPr>
            <p:ph type="ftr" sz="quarter" idx="11"/>
          </p:nvPr>
        </p:nvSpPr>
        <p:spPr>
          <a:xfrm>
            <a:off x="4165600" y="6553200"/>
            <a:ext cx="3860800" cy="304800"/>
          </a:xfrm>
          <a:prstGeom prst="rect">
            <a:avLst/>
          </a:prstGeom>
        </p:spPr>
        <p:txBody>
          <a:bodyPr/>
          <a:lstStyle>
            <a:lvl1pPr eaLnBrk="1" latinLnBrk="0" hangingPunct="1">
              <a:defRPr kumimoji="0" lang="zh-CN">
                <a:solidFill>
                  <a:schemeClr val="bg1"/>
                </a:solidFill>
              </a:defRPr>
            </a:lvl1pPr>
          </a:lstStyle>
          <a:p>
            <a:endParaRPr lang="zh-CN" altLang="en-US"/>
          </a:p>
        </p:txBody>
      </p:sp>
      <p:sp>
        <p:nvSpPr>
          <p:cNvPr id="15" name="Slide Number Placeholder 4"/>
          <p:cNvSpPr>
            <a:spLocks noGrp="1"/>
          </p:cNvSpPr>
          <p:nvPr>
            <p:ph type="sldNum" sz="quarter" idx="12"/>
          </p:nvPr>
        </p:nvSpPr>
        <p:spPr>
          <a:xfrm>
            <a:off x="8737600" y="6553200"/>
            <a:ext cx="2844800" cy="304800"/>
          </a:xfrm>
        </p:spPr>
        <p:txBody>
          <a:bodyPr/>
          <a:lstStyle>
            <a:lvl1pPr eaLnBrk="1" latinLnBrk="0" hangingPunct="1">
              <a:defRPr kumimoji="0" lang="zh-CN">
                <a:solidFill>
                  <a:schemeClr val="bg1"/>
                </a:solidFill>
              </a:defRPr>
            </a:lvl1p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166798562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3 纵栏(带标题)">
    <p:spTree>
      <p:nvGrpSpPr>
        <p:cNvPr id="1" name=""/>
        <p:cNvGrpSpPr/>
        <p:nvPr/>
      </p:nvGrpSpPr>
      <p:grpSpPr>
        <a:xfrm>
          <a:off x="0" y="0"/>
          <a:ext cx="0" cy="0"/>
          <a:chOff x="0" y="0"/>
          <a:chExt cx="0" cy="0"/>
        </a:xfrm>
      </p:grpSpPr>
      <p:sp>
        <p:nvSpPr>
          <p:cNvPr id="6" name="Rectangle 8"/>
          <p:cNvSpPr>
            <a:spLocks noGrp="1" noChangeAspect="1"/>
          </p:cNvSpPr>
          <p:nvPr>
            <p:ph type="pic" sz="quarter" idx="13"/>
          </p:nvPr>
        </p:nvSpPr>
        <p:spPr>
          <a:xfrm>
            <a:off x="304800" y="533400"/>
            <a:ext cx="3657600" cy="36576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457189" marR="0" indent="-457189"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342900" indent="-342900" algn="ctr" eaLnBrk="1" latinLnBrk="0" hangingPunct="1"/>
            <a:r>
              <a:rPr lang="zh-CN" altLang="en-US"/>
              <a:t>单击图标添加图片</a:t>
            </a:r>
            <a:endParaRPr/>
          </a:p>
        </p:txBody>
      </p:sp>
      <p:sp>
        <p:nvSpPr>
          <p:cNvPr id="7" name="Rectangle 8"/>
          <p:cNvSpPr>
            <a:spLocks noGrp="1" noChangeAspect="1"/>
          </p:cNvSpPr>
          <p:nvPr>
            <p:ph type="pic" sz="quarter" idx="14"/>
          </p:nvPr>
        </p:nvSpPr>
        <p:spPr>
          <a:xfrm>
            <a:off x="4267200" y="533400"/>
            <a:ext cx="3657600" cy="36576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457189" marR="0" indent="-457189" algn="ctr" defTabSz="1219170" rtl="0" eaLnBrk="1" latinLnBrk="0" hangingPunct="1">
              <a:spcBef>
                <a:spcPct val="20000"/>
              </a:spcBef>
              <a:buClr>
                <a:srgbClr val="438086"/>
              </a:buClr>
              <a:buSzPct val="60000"/>
              <a:buFontTx/>
              <a:buNone/>
              <a:defRPr kumimoji="0" lang="zh-CN" sz="3200" kern="1200">
                <a:solidFill>
                  <a:schemeClr val="tx1">
                    <a:lumMod val="65000"/>
                    <a:lumOff val="35000"/>
                  </a:schemeClr>
                </a:solidFill>
                <a:latin typeface="+mn-lt"/>
                <a:ea typeface="+mn-ea"/>
                <a:cs typeface="+mn-cs"/>
              </a:defRPr>
            </a:lvl1pPr>
            <a:extLst/>
          </a:lstStyle>
          <a:p>
            <a:pPr marL="342900" indent="-342900" algn="ctr" eaLnBrk="1" latinLnBrk="0" hangingPunct="1"/>
            <a:r>
              <a:rPr lang="zh-CN" altLang="en-US"/>
              <a:t>单击图标添加图片</a:t>
            </a:r>
            <a:endParaRPr/>
          </a:p>
        </p:txBody>
      </p:sp>
      <p:sp>
        <p:nvSpPr>
          <p:cNvPr id="8" name="Rectangle 8"/>
          <p:cNvSpPr>
            <a:spLocks noGrp="1" noChangeAspect="1"/>
          </p:cNvSpPr>
          <p:nvPr>
            <p:ph type="pic" sz="quarter" idx="15"/>
          </p:nvPr>
        </p:nvSpPr>
        <p:spPr>
          <a:xfrm>
            <a:off x="8229600" y="533400"/>
            <a:ext cx="3657600" cy="36576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457189" marR="0" indent="-457189" algn="ctr" defTabSz="1219170" rtl="0" eaLnBrk="1" latinLnBrk="0" hangingPunct="1">
              <a:spcBef>
                <a:spcPct val="20000"/>
              </a:spcBef>
              <a:buClr>
                <a:srgbClr val="438086"/>
              </a:buClr>
              <a:buSzPct val="60000"/>
              <a:buFontTx/>
              <a:buNone/>
              <a:defRPr kumimoji="0" lang="zh-CN" sz="3200" kern="1200">
                <a:solidFill>
                  <a:schemeClr val="tx1">
                    <a:lumMod val="65000"/>
                    <a:lumOff val="35000"/>
                  </a:schemeClr>
                </a:solidFill>
                <a:latin typeface="+mn-lt"/>
                <a:ea typeface="+mn-ea"/>
                <a:cs typeface="+mn-cs"/>
              </a:defRPr>
            </a:lvl1pPr>
            <a:extLst/>
          </a:lstStyle>
          <a:p>
            <a:pPr marL="342900" indent="-342900" algn="ctr" eaLnBrk="1" latinLnBrk="0" hangingPunct="1"/>
            <a:r>
              <a:rPr lang="zh-CN" altLang="en-US"/>
              <a:t>单击图标添加图片</a:t>
            </a:r>
            <a:endParaRPr/>
          </a:p>
        </p:txBody>
      </p:sp>
      <p:sp>
        <p:nvSpPr>
          <p:cNvPr id="9" name="Rectangle 6"/>
          <p:cNvSpPr>
            <a:spLocks noGrp="1"/>
          </p:cNvSpPr>
          <p:nvPr>
            <p:ph type="body" sz="quarter" idx="16" hasCustomPrompt="1"/>
          </p:nvPr>
        </p:nvSpPr>
        <p:spPr>
          <a:xfrm>
            <a:off x="304800" y="4419600"/>
            <a:ext cx="3657600" cy="1447800"/>
          </a:xfrm>
        </p:spPr>
        <p:txBody>
          <a:bodyPr anchor="t" anchorCtr="0">
            <a:noAutofit/>
          </a:bodyPr>
          <a:lstStyle>
            <a:lvl1pPr marL="0" marR="0" indent="0" algn="l" rtl="0" eaLnBrk="1" latinLnBrk="0" hangingPunct="1">
              <a:spcBef>
                <a:spcPct val="20000"/>
              </a:spcBef>
              <a:buFontTx/>
              <a:buNone/>
              <a:defRPr kumimoji="0" lang="zh-CN" sz="2400" baseline="0">
                <a:solidFill>
                  <a:schemeClr val="tx1">
                    <a:lumMod val="75000"/>
                    <a:lumOff val="25000"/>
                  </a:schemeClr>
                </a:solidFill>
                <a:latin typeface="+mn-lt"/>
                <a:ea typeface="+mn-ea"/>
                <a:cs typeface="+mn-cs"/>
              </a:defRPr>
            </a:lvl1pPr>
            <a:extLst/>
          </a:lstStyle>
          <a:p>
            <a:pPr lvl="0"/>
            <a:r>
              <a:rPr kumimoji="0" lang="zh-CN"/>
              <a:t>单击此处添加标题</a:t>
            </a:r>
          </a:p>
        </p:txBody>
      </p:sp>
      <p:sp>
        <p:nvSpPr>
          <p:cNvPr id="10" name="Rectangle 6"/>
          <p:cNvSpPr>
            <a:spLocks noGrp="1"/>
          </p:cNvSpPr>
          <p:nvPr>
            <p:ph type="body" sz="quarter" idx="17" hasCustomPrompt="1"/>
          </p:nvPr>
        </p:nvSpPr>
        <p:spPr>
          <a:xfrm>
            <a:off x="4267200" y="4419600"/>
            <a:ext cx="3657600" cy="1447800"/>
          </a:xfrm>
        </p:spPr>
        <p:txBody>
          <a:bodyPr anchor="t" anchorCtr="0">
            <a:noAutofit/>
          </a:bodyPr>
          <a:lstStyle>
            <a:lvl1pPr marL="0" marR="0" indent="0" algn="l" rtl="0" eaLnBrk="1" latinLnBrk="0" hangingPunct="1">
              <a:spcBef>
                <a:spcPct val="20000"/>
              </a:spcBef>
              <a:buFontTx/>
              <a:buNone/>
              <a:defRPr kumimoji="0" lang="zh-CN" sz="2400" baseline="0">
                <a:solidFill>
                  <a:schemeClr val="tx1">
                    <a:lumMod val="75000"/>
                    <a:lumOff val="25000"/>
                  </a:schemeClr>
                </a:solidFill>
                <a:latin typeface="+mn-lt"/>
                <a:ea typeface="+mn-ea"/>
                <a:cs typeface="+mn-cs"/>
              </a:defRPr>
            </a:lvl1pPr>
            <a:extLst/>
          </a:lstStyle>
          <a:p>
            <a:pPr lvl="0"/>
            <a:r>
              <a:rPr kumimoji="0" lang="zh-CN"/>
              <a:t>单击此处添加标题</a:t>
            </a:r>
          </a:p>
        </p:txBody>
      </p:sp>
      <p:sp>
        <p:nvSpPr>
          <p:cNvPr id="11" name="Rectangle 6"/>
          <p:cNvSpPr>
            <a:spLocks noGrp="1"/>
          </p:cNvSpPr>
          <p:nvPr>
            <p:ph type="body" sz="quarter" idx="18" hasCustomPrompt="1"/>
          </p:nvPr>
        </p:nvSpPr>
        <p:spPr>
          <a:xfrm>
            <a:off x="8229600" y="4419600"/>
            <a:ext cx="3657600" cy="1447800"/>
          </a:xfrm>
        </p:spPr>
        <p:txBody>
          <a:bodyPr anchor="t" anchorCtr="0">
            <a:noAutofit/>
          </a:bodyPr>
          <a:lstStyle>
            <a:lvl1pPr marL="0" marR="0" indent="0" algn="l" rtl="0" eaLnBrk="1" latinLnBrk="0" hangingPunct="1">
              <a:spcBef>
                <a:spcPct val="20000"/>
              </a:spcBef>
              <a:buFontTx/>
              <a:buNone/>
              <a:defRPr kumimoji="0" lang="zh-CN" sz="2400" baseline="0">
                <a:solidFill>
                  <a:schemeClr val="tx1">
                    <a:lumMod val="75000"/>
                    <a:lumOff val="25000"/>
                  </a:schemeClr>
                </a:solidFill>
                <a:latin typeface="+mn-lt"/>
                <a:ea typeface="+mn-ea"/>
                <a:cs typeface="+mn-cs"/>
              </a:defRPr>
            </a:lvl1pPr>
            <a:extLst/>
          </a:lstStyle>
          <a:p>
            <a:pPr lvl="0"/>
            <a:r>
              <a:rPr kumimoji="0" lang="zh-CN"/>
              <a:t>单击此处添加标题</a:t>
            </a:r>
          </a:p>
        </p:txBody>
      </p:sp>
      <p:grpSp>
        <p:nvGrpSpPr>
          <p:cNvPr id="12" name="Group 11"/>
          <p:cNvGrpSpPr/>
          <p:nvPr/>
        </p:nvGrpSpPr>
        <p:grpSpPr>
          <a:xfrm rot="5400000">
            <a:off x="5801032" y="467032"/>
            <a:ext cx="589936" cy="12192000"/>
            <a:chOff x="8524568" y="0"/>
            <a:chExt cx="589936" cy="6858000"/>
          </a:xfrm>
        </p:grpSpPr>
        <p:sp>
          <p:nvSpPr>
            <p:cNvPr id="13" name="Rectangle 12"/>
            <p:cNvSpPr/>
            <p:nvPr userDrawn="1"/>
          </p:nvSpPr>
          <p:spPr>
            <a:xfrm>
              <a:off x="8524568" y="0"/>
              <a:ext cx="540774" cy="6858000"/>
            </a:xfrm>
            <a:prstGeom prst="rect">
              <a:avLst/>
            </a:prstGeom>
            <a:solidFill>
              <a:srgbClr val="FC7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14" name="Straight Connector 13"/>
            <p:cNvCxnSpPr/>
            <p:nvPr userDrawn="1"/>
          </p:nvCxnSpPr>
          <p:spPr>
            <a:xfrm rot="5400000">
              <a:off x="5685504" y="3429000"/>
              <a:ext cx="6858000" cy="0"/>
            </a:xfrm>
            <a:prstGeom prst="line">
              <a:avLst/>
            </a:prstGeom>
            <a:ln w="50800">
              <a:solidFill>
                <a:srgbClr val="FC7500"/>
              </a:solidFill>
            </a:ln>
          </p:spPr>
          <p:style>
            <a:lnRef idx="1">
              <a:schemeClr val="accent1"/>
            </a:lnRef>
            <a:fillRef idx="0">
              <a:schemeClr val="accent1"/>
            </a:fillRef>
            <a:effectRef idx="0">
              <a:schemeClr val="accent1"/>
            </a:effectRef>
            <a:fontRef idx="minor">
              <a:schemeClr val="tx1"/>
            </a:fontRef>
          </p:style>
        </p:cxnSp>
      </p:grpSp>
      <p:sp>
        <p:nvSpPr>
          <p:cNvPr id="15" name="Date Placeholder 2"/>
          <p:cNvSpPr>
            <a:spLocks noGrp="1"/>
          </p:cNvSpPr>
          <p:nvPr>
            <p:ph type="dt" sz="half" idx="10"/>
          </p:nvPr>
        </p:nvSpPr>
        <p:spPr>
          <a:xfrm>
            <a:off x="609600" y="6553200"/>
            <a:ext cx="2844800" cy="304800"/>
          </a:xfrm>
          <a:prstGeom prst="rect">
            <a:avLst/>
          </a:prstGeom>
        </p:spPr>
        <p:txBody>
          <a:bodyPr/>
          <a:lstStyle>
            <a:lvl1pPr eaLnBrk="1" latinLnBrk="0" hangingPunct="1">
              <a:defRPr kumimoji="0" lang="zh-CN">
                <a:solidFill>
                  <a:schemeClr val="bg1"/>
                </a:solidFill>
              </a:defRPr>
            </a:lvl1pPr>
          </a:lstStyle>
          <a:p>
            <a:fld id="{A5F3790F-1BDC-45B7-A06B-907667BADF90}" type="datetimeFigureOut">
              <a:rPr lang="zh-CN" altLang="en-US" smtClean="0"/>
              <a:t>2024/12/10</a:t>
            </a:fld>
            <a:endParaRPr lang="zh-CN" altLang="en-US"/>
          </a:p>
        </p:txBody>
      </p:sp>
      <p:sp>
        <p:nvSpPr>
          <p:cNvPr id="16" name="Footer Placeholder 3"/>
          <p:cNvSpPr>
            <a:spLocks noGrp="1"/>
          </p:cNvSpPr>
          <p:nvPr>
            <p:ph type="ftr" sz="quarter" idx="11"/>
          </p:nvPr>
        </p:nvSpPr>
        <p:spPr>
          <a:xfrm>
            <a:off x="4165600" y="6553200"/>
            <a:ext cx="3860800" cy="304800"/>
          </a:xfrm>
          <a:prstGeom prst="rect">
            <a:avLst/>
          </a:prstGeom>
        </p:spPr>
        <p:txBody>
          <a:bodyPr/>
          <a:lstStyle>
            <a:lvl1pPr eaLnBrk="1" latinLnBrk="0" hangingPunct="1">
              <a:defRPr kumimoji="0" lang="zh-CN">
                <a:solidFill>
                  <a:schemeClr val="bg1"/>
                </a:solidFill>
              </a:defRPr>
            </a:lvl1pPr>
          </a:lstStyle>
          <a:p>
            <a:endParaRPr lang="zh-CN" altLang="en-US"/>
          </a:p>
        </p:txBody>
      </p:sp>
      <p:sp>
        <p:nvSpPr>
          <p:cNvPr id="17" name="Slide Number Placeholder 4"/>
          <p:cNvSpPr>
            <a:spLocks noGrp="1"/>
          </p:cNvSpPr>
          <p:nvPr>
            <p:ph type="sldNum" sz="quarter" idx="12"/>
          </p:nvPr>
        </p:nvSpPr>
        <p:spPr>
          <a:xfrm>
            <a:off x="8737600" y="6553200"/>
            <a:ext cx="2844800" cy="304800"/>
          </a:xfrm>
        </p:spPr>
        <p:txBody>
          <a:bodyPr/>
          <a:lstStyle>
            <a:lvl1pPr eaLnBrk="1" latinLnBrk="0" hangingPunct="1">
              <a:defRPr kumimoji="0" lang="zh-CN">
                <a:solidFill>
                  <a:schemeClr val="bg1"/>
                </a:solidFill>
              </a:defRPr>
            </a:lvl1p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8395790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 横栏(带标题)">
    <p:spTree>
      <p:nvGrpSpPr>
        <p:cNvPr id="1" name=""/>
        <p:cNvGrpSpPr/>
        <p:nvPr/>
      </p:nvGrpSpPr>
      <p:grpSpPr>
        <a:xfrm>
          <a:off x="0" y="0"/>
          <a:ext cx="0" cy="0"/>
          <a:chOff x="0" y="0"/>
          <a:chExt cx="0" cy="0"/>
        </a:xfrm>
      </p:grpSpPr>
      <p:pic>
        <p:nvPicPr>
          <p:cNvPr id="10" name="Picture 9"/>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
        <p:nvSpPr>
          <p:cNvPr id="3" name="Date Placeholder 2"/>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t>2024/12/10</a:t>
            </a:fld>
            <a:endParaRPr lang="zh-CN" altLang="en-US"/>
          </a:p>
        </p:txBody>
      </p:sp>
      <p:sp>
        <p:nvSpPr>
          <p:cNvPr id="4" name="Footer Placeholder 3"/>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5" name="Slide Number Placeholder 4"/>
          <p:cNvSpPr>
            <a:spLocks noGrp="1"/>
          </p:cNvSpPr>
          <p:nvPr>
            <p:ph type="sldNum" sz="quarter" idx="12"/>
          </p:nvPr>
        </p:nvSpPr>
        <p:spPr/>
        <p:txBody>
          <a:bodyPr/>
          <a:lstStyle/>
          <a:p>
            <a:fld id="{DB6769B4-5047-4DE8-962E-21FF2E18E5B7}" type="slidenum">
              <a:rPr lang="zh-CN" altLang="en-US" smtClean="0"/>
              <a:t>‹#›</a:t>
            </a:fld>
            <a:endParaRPr lang="zh-CN" altLang="en-US"/>
          </a:p>
        </p:txBody>
      </p:sp>
      <p:sp>
        <p:nvSpPr>
          <p:cNvPr id="6" name="Rectangle 7"/>
          <p:cNvSpPr>
            <a:spLocks noGrp="1" noChangeAspect="1"/>
          </p:cNvSpPr>
          <p:nvPr>
            <p:ph type="pic" sz="quarter" idx="13"/>
          </p:nvPr>
        </p:nvSpPr>
        <p:spPr>
          <a:xfrm>
            <a:off x="6322180" y="3480026"/>
            <a:ext cx="5057025" cy="2844577"/>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457189" marR="0" indent="-457189" algn="ctr" defTabSz="1219170" rtl="0" eaLnBrk="1" latinLnBrk="0" hangingPunct="1">
              <a:spcBef>
                <a:spcPct val="20000"/>
              </a:spcBef>
              <a:buClr>
                <a:srgbClr val="438086"/>
              </a:buClr>
              <a:buSzPct val="60000"/>
              <a:buFontTx/>
              <a:buNone/>
              <a:defRPr kumimoji="0" lang="zh-CN" sz="3200" kern="1200">
                <a:solidFill>
                  <a:schemeClr val="tx1">
                    <a:lumMod val="65000"/>
                    <a:lumOff val="35000"/>
                  </a:schemeClr>
                </a:solidFill>
                <a:latin typeface="+mn-lt"/>
                <a:ea typeface="+mn-ea"/>
                <a:cs typeface="+mn-cs"/>
              </a:defRPr>
            </a:lvl1pPr>
            <a:extLst/>
          </a:lstStyle>
          <a:p>
            <a:pPr marL="342900" indent="-342900" algn="ctr" eaLnBrk="1" latinLnBrk="0" hangingPunct="1"/>
            <a:r>
              <a:rPr lang="zh-CN" altLang="en-US"/>
              <a:t>单击图标添加图片</a:t>
            </a:r>
            <a:endParaRPr/>
          </a:p>
        </p:txBody>
      </p:sp>
      <p:sp>
        <p:nvSpPr>
          <p:cNvPr id="7" name="Rectangle 7"/>
          <p:cNvSpPr>
            <a:spLocks noGrp="1" noChangeAspect="1"/>
          </p:cNvSpPr>
          <p:nvPr>
            <p:ph type="pic" sz="quarter" idx="14"/>
          </p:nvPr>
        </p:nvSpPr>
        <p:spPr>
          <a:xfrm>
            <a:off x="745071" y="3480026"/>
            <a:ext cx="5057025" cy="2844577"/>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457189" marR="0" indent="-457189" algn="ctr" defTabSz="1219170" rtl="0" eaLnBrk="1" latinLnBrk="0" hangingPunct="1">
              <a:spcBef>
                <a:spcPct val="20000"/>
              </a:spcBef>
              <a:buClr>
                <a:srgbClr val="438086"/>
              </a:buClr>
              <a:buSzPct val="60000"/>
              <a:buFontTx/>
              <a:buNone/>
              <a:defRPr kumimoji="0" lang="zh-CN" sz="3200" kern="1200">
                <a:solidFill>
                  <a:schemeClr val="tx1">
                    <a:lumMod val="65000"/>
                    <a:lumOff val="35000"/>
                  </a:schemeClr>
                </a:solidFill>
                <a:latin typeface="+mn-lt"/>
                <a:ea typeface="+mn-ea"/>
                <a:cs typeface="+mn-cs"/>
              </a:defRPr>
            </a:lvl1pPr>
            <a:extLst/>
          </a:lstStyle>
          <a:p>
            <a:pPr marL="342900" indent="-342900" algn="ctr" eaLnBrk="1" latinLnBrk="0" hangingPunct="1"/>
            <a:r>
              <a:rPr lang="zh-CN" altLang="en-US"/>
              <a:t>单击图标添加图片</a:t>
            </a:r>
            <a:endParaRPr/>
          </a:p>
        </p:txBody>
      </p:sp>
      <p:sp>
        <p:nvSpPr>
          <p:cNvPr id="8" name="Picture Placeholder 7"/>
          <p:cNvSpPr>
            <a:spLocks noGrp="1" noChangeAspect="1"/>
          </p:cNvSpPr>
          <p:nvPr>
            <p:ph type="pic" sz="quarter" idx="15"/>
          </p:nvPr>
        </p:nvSpPr>
        <p:spPr>
          <a:xfrm>
            <a:off x="6322180" y="355826"/>
            <a:ext cx="5057025" cy="2844577"/>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457189" marR="0" indent="-457189" algn="ctr" defTabSz="1219170" rtl="0" eaLnBrk="1" latinLnBrk="0" hangingPunct="1">
              <a:spcBef>
                <a:spcPct val="20000"/>
              </a:spcBef>
              <a:buClr>
                <a:srgbClr val="438086"/>
              </a:buClr>
              <a:buSzPct val="60000"/>
              <a:buFontTx/>
              <a:buNone/>
              <a:defRPr kumimoji="0" lang="zh-CN" sz="3200" kern="1200">
                <a:solidFill>
                  <a:schemeClr val="tx1">
                    <a:lumMod val="65000"/>
                    <a:lumOff val="35000"/>
                  </a:schemeClr>
                </a:solidFill>
                <a:latin typeface="+mn-lt"/>
                <a:ea typeface="+mn-ea"/>
                <a:cs typeface="+mn-cs"/>
              </a:defRPr>
            </a:lvl1pPr>
            <a:extLst/>
          </a:lstStyle>
          <a:p>
            <a:pPr marL="342900" indent="-342900" algn="ctr" eaLnBrk="1" latinLnBrk="0" hangingPunct="1"/>
            <a:r>
              <a:rPr lang="zh-CN" altLang="en-US"/>
              <a:t>单击图标添加图片</a:t>
            </a:r>
            <a:endParaRPr/>
          </a:p>
        </p:txBody>
      </p:sp>
      <p:sp>
        <p:nvSpPr>
          <p:cNvPr id="9" name="Rectangle 11"/>
          <p:cNvSpPr>
            <a:spLocks noGrp="1"/>
          </p:cNvSpPr>
          <p:nvPr>
            <p:ph type="body" sz="quarter" idx="16" hasCustomPrompt="1"/>
          </p:nvPr>
        </p:nvSpPr>
        <p:spPr>
          <a:xfrm>
            <a:off x="745071" y="355826"/>
            <a:ext cx="5057025" cy="2844577"/>
          </a:xfrm>
        </p:spPr>
        <p:txBody>
          <a:bodyPr anchor="b" anchorCtr="0">
            <a:noAutofit/>
          </a:bodyPr>
          <a:lstStyle>
            <a:lvl1pPr marL="0" marR="0" indent="0" algn="ctr" rtl="0" eaLnBrk="1" latinLnBrk="0" hangingPunct="1">
              <a:spcBef>
                <a:spcPct val="20000"/>
              </a:spcBef>
              <a:buFontTx/>
              <a:buNone/>
              <a:defRPr kumimoji="0" lang="zh-CN" sz="2400" b="1" baseline="0">
                <a:solidFill>
                  <a:schemeClr val="tx1">
                    <a:lumMod val="75000"/>
                    <a:lumOff val="25000"/>
                  </a:schemeClr>
                </a:solidFill>
                <a:latin typeface="+mn-lt"/>
                <a:ea typeface="+mn-ea"/>
                <a:cs typeface="+mn-cs"/>
              </a:defRPr>
            </a:lvl1pPr>
            <a:extLst/>
          </a:lstStyle>
          <a:p>
            <a:pPr lvl="0"/>
            <a:r>
              <a:rPr kumimoji="0" lang="zh-CN"/>
              <a:t>单击此处添加标题</a:t>
            </a:r>
          </a:p>
        </p:txBody>
      </p:sp>
    </p:spTree>
    <p:extLst>
      <p:ext uri="{BB962C8B-B14F-4D97-AF65-F5344CB8AC3E}">
        <p14:creationId xmlns:p14="http://schemas.microsoft.com/office/powerpoint/2010/main" val="688100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混合全景">
    <p:spTree>
      <p:nvGrpSpPr>
        <p:cNvPr id="1" name=""/>
        <p:cNvGrpSpPr/>
        <p:nvPr/>
      </p:nvGrpSpPr>
      <p:grpSpPr>
        <a:xfrm>
          <a:off x="0" y="0"/>
          <a:ext cx="0" cy="0"/>
          <a:chOff x="0" y="0"/>
          <a:chExt cx="0" cy="0"/>
        </a:xfrm>
      </p:grpSpPr>
      <p:pic>
        <p:nvPicPr>
          <p:cNvPr id="19" name="Picture 18"/>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
        <p:nvSpPr>
          <p:cNvPr id="4" name="Date Placeholder 3"/>
          <p:cNvSpPr>
            <a:spLocks noGrp="1"/>
          </p:cNvSpPr>
          <p:nvPr>
            <p:ph type="dt" sz="half" idx="10"/>
          </p:nvPr>
        </p:nvSpPr>
        <p:spPr>
          <a:xfrm>
            <a:off x="812800" y="6553200"/>
            <a:ext cx="2844800" cy="304800"/>
          </a:xfrm>
          <a:prstGeom prst="rect">
            <a:avLst/>
          </a:prstGeom>
        </p:spPr>
        <p:txBody>
          <a:bodyPr/>
          <a:lstStyle/>
          <a:p>
            <a:fld id="{A5F3790F-1BDC-45B7-A06B-907667BADF90}" type="datetimeFigureOut">
              <a:rPr lang="zh-CN" altLang="en-US" smtClean="0"/>
              <a:t>2024/12/10</a:t>
            </a:fld>
            <a:endParaRPr lang="zh-CN" altLang="en-US"/>
          </a:p>
        </p:txBody>
      </p:sp>
      <p:sp>
        <p:nvSpPr>
          <p:cNvPr id="5" name="Footer Placeholder 4"/>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534400" y="6553200"/>
            <a:ext cx="2743200" cy="304800"/>
          </a:xfrm>
        </p:spPr>
        <p:txBody>
          <a:bodyPr/>
          <a:lstStyle/>
          <a:p>
            <a:fld id="{DB6769B4-5047-4DE8-962E-21FF2E18E5B7}" type="slidenum">
              <a:rPr lang="zh-CN" altLang="en-US" smtClean="0"/>
              <a:t>‹#›</a:t>
            </a:fld>
            <a:endParaRPr lang="zh-CN" altLang="en-US"/>
          </a:p>
        </p:txBody>
      </p:sp>
      <p:sp>
        <p:nvSpPr>
          <p:cNvPr id="11" name="Picture Placeholder 10"/>
          <p:cNvSpPr>
            <a:spLocks noGrp="1"/>
          </p:cNvSpPr>
          <p:nvPr>
            <p:ph type="pic" sz="quarter" idx="13"/>
          </p:nvPr>
        </p:nvSpPr>
        <p:spPr>
          <a:xfrm>
            <a:off x="789856" y="592392"/>
            <a:ext cx="9855200" cy="2286000"/>
          </a:xfrm>
          <a:solidFill>
            <a:srgbClr val="F0F0F0"/>
          </a:solidFill>
          <a:ln w="57150">
            <a:solidFill>
              <a:schemeClr val="bg1"/>
            </a:solidFill>
          </a:ln>
          <a:effectLst>
            <a:outerShdw dist="38100" dir="2700000" algn="tl" rotWithShape="0">
              <a:prstClr val="black">
                <a:alpha val="17000"/>
              </a:prstClr>
            </a:outerShdw>
          </a:effectLst>
        </p:spPr>
        <p:txBody>
          <a:bodyPr>
            <a:normAutofit/>
          </a:bodyPr>
          <a:lstStyle>
            <a:lvl1pPr algn="ctr" eaLnBrk="1" latinLnBrk="0" hangingPunct="1">
              <a:buNone/>
              <a:defRPr kumimoji="0" lang="zh-CN" sz="3200">
                <a:solidFill>
                  <a:schemeClr val="tx1">
                    <a:lumMod val="65000"/>
                    <a:lumOff val="35000"/>
                  </a:schemeClr>
                </a:solidFill>
              </a:defRPr>
            </a:lvl1pPr>
          </a:lstStyle>
          <a:p>
            <a:pPr eaLnBrk="1" latinLnBrk="0" hangingPunct="1"/>
            <a:r>
              <a:rPr lang="zh-CN" altLang="en-US"/>
              <a:t>单击图标添加图片</a:t>
            </a:r>
            <a:endParaRPr/>
          </a:p>
        </p:txBody>
      </p:sp>
      <p:sp>
        <p:nvSpPr>
          <p:cNvPr id="13" name="Picture Placeholder 12"/>
          <p:cNvSpPr>
            <a:spLocks noGrp="1"/>
          </p:cNvSpPr>
          <p:nvPr>
            <p:ph type="pic" sz="quarter" idx="14"/>
          </p:nvPr>
        </p:nvSpPr>
        <p:spPr>
          <a:xfrm>
            <a:off x="812800" y="3352800"/>
            <a:ext cx="3048000" cy="22860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457189" indent="-457189" algn="ctr" defTabSz="1219170" rtl="0" eaLnBrk="1" latinLnBrk="0" hangingPunct="1">
              <a:spcBef>
                <a:spcPct val="20000"/>
              </a:spcBef>
              <a:buFont typeface="Arial" pitchFamily="34" charset="0"/>
              <a:buNone/>
              <a:defRPr kumimoji="0" lang="zh-CN" sz="2133" b="0" kern="1200">
                <a:solidFill>
                  <a:schemeClr val="tx1">
                    <a:lumMod val="65000"/>
                    <a:lumOff val="35000"/>
                  </a:schemeClr>
                </a:solidFill>
                <a:latin typeface="+mn-lt"/>
                <a:ea typeface="+mn-ea"/>
                <a:cs typeface="+mn-cs"/>
              </a:defRPr>
            </a:lvl1pPr>
          </a:lstStyle>
          <a:p>
            <a:pPr eaLnBrk="1" latinLnBrk="0" hangingPunct="1"/>
            <a:r>
              <a:rPr lang="zh-CN" altLang="en-US"/>
              <a:t>单击图标添加图片</a:t>
            </a:r>
            <a:endParaRPr/>
          </a:p>
        </p:txBody>
      </p:sp>
      <p:sp>
        <p:nvSpPr>
          <p:cNvPr id="14" name="Picture Placeholder 12"/>
          <p:cNvSpPr>
            <a:spLocks noGrp="1"/>
          </p:cNvSpPr>
          <p:nvPr>
            <p:ph type="pic" sz="quarter" idx="15"/>
          </p:nvPr>
        </p:nvSpPr>
        <p:spPr>
          <a:xfrm>
            <a:off x="4368800" y="3352800"/>
            <a:ext cx="3048000" cy="22860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457189" indent="-457189" algn="ctr" defTabSz="1219170" rtl="0" eaLnBrk="1" latinLnBrk="0" hangingPunct="1">
              <a:spcBef>
                <a:spcPct val="20000"/>
              </a:spcBef>
              <a:buFont typeface="Arial" pitchFamily="34" charset="0"/>
              <a:buNone/>
              <a:defRPr kumimoji="0" lang="zh-CN" sz="2133" b="0" kern="1200">
                <a:solidFill>
                  <a:schemeClr val="tx1">
                    <a:lumMod val="65000"/>
                    <a:lumOff val="35000"/>
                  </a:schemeClr>
                </a:solidFill>
                <a:latin typeface="+mn-lt"/>
                <a:ea typeface="+mn-ea"/>
                <a:cs typeface="+mn-cs"/>
              </a:defRPr>
            </a:lvl1pPr>
          </a:lstStyle>
          <a:p>
            <a:pPr eaLnBrk="1" latinLnBrk="0" hangingPunct="1"/>
            <a:r>
              <a:rPr lang="zh-CN" altLang="en-US"/>
              <a:t>单击图标添加图片</a:t>
            </a:r>
            <a:endParaRPr/>
          </a:p>
        </p:txBody>
      </p:sp>
      <p:sp>
        <p:nvSpPr>
          <p:cNvPr id="16" name="Text Placeholder 15"/>
          <p:cNvSpPr>
            <a:spLocks noGrp="1"/>
          </p:cNvSpPr>
          <p:nvPr>
            <p:ph type="body" sz="quarter" idx="16" hasCustomPrompt="1"/>
          </p:nvPr>
        </p:nvSpPr>
        <p:spPr>
          <a:xfrm>
            <a:off x="7721600" y="3352800"/>
            <a:ext cx="3048000" cy="381000"/>
          </a:xfrm>
        </p:spPr>
        <p:txBody>
          <a:bodyPr>
            <a:normAutofit/>
          </a:bodyPr>
          <a:lstStyle>
            <a:lvl1pPr eaLnBrk="1" latinLnBrk="0" hangingPunct="1">
              <a:buNone/>
              <a:defRPr kumimoji="0" lang="zh-CN" sz="2400" b="1" baseline="0">
                <a:solidFill>
                  <a:srgbClr val="FC7500"/>
                </a:solidFill>
              </a:defRPr>
            </a:lvl1pPr>
          </a:lstStyle>
          <a:p>
            <a:pPr lvl="0"/>
            <a:r>
              <a:rPr kumimoji="0" lang="zh-CN"/>
              <a:t>单击此处添加标题</a:t>
            </a:r>
          </a:p>
        </p:txBody>
      </p:sp>
      <p:sp>
        <p:nvSpPr>
          <p:cNvPr id="18" name="Text Placeholder 17"/>
          <p:cNvSpPr>
            <a:spLocks noGrp="1"/>
          </p:cNvSpPr>
          <p:nvPr>
            <p:ph type="body" sz="quarter" idx="17" hasCustomPrompt="1"/>
          </p:nvPr>
        </p:nvSpPr>
        <p:spPr>
          <a:xfrm>
            <a:off x="7721600" y="3886200"/>
            <a:ext cx="3048000" cy="1752600"/>
          </a:xfrm>
        </p:spPr>
        <p:txBody>
          <a:bodyPr>
            <a:normAutofit/>
          </a:bodyPr>
          <a:lstStyle>
            <a:lvl1pPr eaLnBrk="1" latinLnBrk="0" hangingPunct="1">
              <a:buNone/>
              <a:defRPr kumimoji="0" lang="zh-CN" sz="2400">
                <a:solidFill>
                  <a:schemeClr val="tx1">
                    <a:lumMod val="75000"/>
                    <a:lumOff val="25000"/>
                  </a:schemeClr>
                </a:solidFill>
              </a:defRPr>
            </a:lvl1pPr>
          </a:lstStyle>
          <a:p>
            <a:pPr lvl="0"/>
            <a:r>
              <a:rPr kumimoji="0" lang="zh-CN"/>
              <a:t>单击此处添加从属文本</a:t>
            </a:r>
          </a:p>
        </p:txBody>
      </p:sp>
      <p:sp>
        <p:nvSpPr>
          <p:cNvPr id="12" name="Rectangle 11"/>
          <p:cNvSpPr/>
          <p:nvPr/>
        </p:nvSpPr>
        <p:spPr>
          <a:xfrm>
            <a:off x="11366091" y="0"/>
            <a:ext cx="721032" cy="6858000"/>
          </a:xfrm>
          <a:prstGeom prst="rect">
            <a:avLst/>
          </a:prstGeom>
          <a:solidFill>
            <a:srgbClr val="91BE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15" name="Straight Connector 14"/>
          <p:cNvCxnSpPr/>
          <p:nvPr/>
        </p:nvCxnSpPr>
        <p:spPr>
          <a:xfrm rot="5400000">
            <a:off x="8734645" y="3429000"/>
            <a:ext cx="6858000" cy="0"/>
          </a:xfrm>
          <a:prstGeom prst="line">
            <a:avLst/>
          </a:prstGeom>
          <a:ln w="50800">
            <a:solidFill>
              <a:srgbClr val="91BED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05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4 纵栏(带彩色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t>2024/12/10</a:t>
            </a:fld>
            <a:endParaRPr lang="zh-CN" altLang="en-US"/>
          </a:p>
        </p:txBody>
      </p:sp>
      <p:sp>
        <p:nvSpPr>
          <p:cNvPr id="4" name="Footer Placeholder 3"/>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5" name="Slide Number Placeholder 4"/>
          <p:cNvSpPr>
            <a:spLocks noGrp="1"/>
          </p:cNvSpPr>
          <p:nvPr>
            <p:ph type="sldNum" sz="quarter" idx="12"/>
          </p:nvPr>
        </p:nvSpPr>
        <p:spPr/>
        <p:txBody>
          <a:bodyPr/>
          <a:lstStyle/>
          <a:p>
            <a:fld id="{DB6769B4-5047-4DE8-962E-21FF2E18E5B7}" type="slidenum">
              <a:rPr lang="zh-CN" altLang="en-US" smtClean="0"/>
              <a:t>‹#›</a:t>
            </a:fld>
            <a:endParaRPr lang="zh-CN" altLang="en-US"/>
          </a:p>
        </p:txBody>
      </p:sp>
      <p:sp>
        <p:nvSpPr>
          <p:cNvPr id="6" name="Rectangle 7"/>
          <p:cNvSpPr>
            <a:spLocks noGrp="1"/>
          </p:cNvSpPr>
          <p:nvPr>
            <p:ph type="pic" sz="quarter" idx="14"/>
          </p:nvPr>
        </p:nvSpPr>
        <p:spPr>
          <a:xfrm>
            <a:off x="2946400" y="241192"/>
            <a:ext cx="2955915" cy="2883008"/>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7" name="Rectangle 7"/>
          <p:cNvSpPr>
            <a:spLocks noGrp="1"/>
          </p:cNvSpPr>
          <p:nvPr>
            <p:ph type="pic" sz="quarter" idx="26"/>
          </p:nvPr>
        </p:nvSpPr>
        <p:spPr>
          <a:xfrm>
            <a:off x="2946400" y="3365392"/>
            <a:ext cx="2955915" cy="2883008"/>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8" name="Picture Placeholder 7"/>
          <p:cNvSpPr>
            <a:spLocks noGrp="1" noChangeAspect="1"/>
          </p:cNvSpPr>
          <p:nvPr>
            <p:ph type="pic" sz="quarter" idx="25"/>
          </p:nvPr>
        </p:nvSpPr>
        <p:spPr>
          <a:xfrm>
            <a:off x="6203627" y="241192"/>
            <a:ext cx="2956931" cy="2883008"/>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9" name="Rectangle 7"/>
          <p:cNvSpPr>
            <a:spLocks noGrp="1"/>
          </p:cNvSpPr>
          <p:nvPr>
            <p:ph type="pic" sz="quarter" idx="27"/>
          </p:nvPr>
        </p:nvSpPr>
        <p:spPr>
          <a:xfrm>
            <a:off x="6197600" y="3365392"/>
            <a:ext cx="2955915" cy="2883008"/>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0" name="Rectangle 7"/>
          <p:cNvSpPr>
            <a:spLocks noGrp="1"/>
          </p:cNvSpPr>
          <p:nvPr>
            <p:ph type="body" sz="quarter" idx="16" hasCustomPrompt="1"/>
          </p:nvPr>
        </p:nvSpPr>
        <p:spPr>
          <a:xfrm>
            <a:off x="533996" y="1295400"/>
            <a:ext cx="2235200" cy="1905000"/>
          </a:xfrm>
          <a:solidFill>
            <a:srgbClr val="91BED4"/>
          </a:solidFill>
        </p:spPr>
        <p:txBody>
          <a:bodyPr anchor="b" anchorCtr="0">
            <a:noAutofit/>
          </a:bodyPr>
          <a:lstStyle>
            <a:lvl1pPr marL="0" marR="0" indent="0" algn="r" rtl="0" eaLnBrk="1" latinLnBrk="0" hangingPunct="1">
              <a:spcBef>
                <a:spcPct val="20000"/>
              </a:spcBef>
              <a:buFontTx/>
              <a:buNone/>
              <a:defRPr kumimoji="0" lang="zh-CN" sz="2133" baseline="0">
                <a:solidFill>
                  <a:schemeClr val="bg1"/>
                </a:solidFill>
                <a:latin typeface="+mn-lt"/>
                <a:ea typeface="+mn-ea"/>
                <a:cs typeface="+mn-cs"/>
              </a:defRPr>
            </a:lvl1pPr>
            <a:extLst/>
          </a:lstStyle>
          <a:p>
            <a:pPr lvl="0"/>
            <a:r>
              <a:rPr kumimoji="0" lang="zh-CN"/>
              <a:t>单击此处添加标题</a:t>
            </a:r>
          </a:p>
        </p:txBody>
      </p:sp>
      <p:sp>
        <p:nvSpPr>
          <p:cNvPr id="11" name="Rectangle 7"/>
          <p:cNvSpPr>
            <a:spLocks noGrp="1"/>
          </p:cNvSpPr>
          <p:nvPr>
            <p:ph type="body" sz="quarter" idx="29" hasCustomPrompt="1"/>
          </p:nvPr>
        </p:nvSpPr>
        <p:spPr>
          <a:xfrm>
            <a:off x="9448800" y="1295400"/>
            <a:ext cx="2235200" cy="1905000"/>
          </a:xfrm>
          <a:solidFill>
            <a:srgbClr val="FC7500"/>
          </a:solidFill>
        </p:spPr>
        <p:txBody>
          <a:bodyPr anchor="b" anchorCtr="0"/>
          <a:lstStyle>
            <a:lvl1pPr marL="0" marR="0" indent="0" algn="l" eaLnBrk="1" latinLnBrk="0" hangingPunct="1">
              <a:buFontTx/>
              <a:buNone/>
              <a:defRPr kumimoji="0" lang="zh-CN" sz="2133" baseline="0">
                <a:solidFill>
                  <a:schemeClr val="bg1"/>
                </a:solidFill>
              </a:defRPr>
            </a:lvl1pPr>
            <a:extLst/>
          </a:lstStyle>
          <a:p>
            <a:pPr lvl="0"/>
            <a:r>
              <a:rPr kumimoji="0" lang="zh-CN"/>
              <a:t>单击此处添加标题</a:t>
            </a:r>
          </a:p>
        </p:txBody>
      </p:sp>
      <p:sp>
        <p:nvSpPr>
          <p:cNvPr id="12" name="Rectangle 7"/>
          <p:cNvSpPr>
            <a:spLocks noGrp="1"/>
          </p:cNvSpPr>
          <p:nvPr>
            <p:ph type="body" sz="quarter" idx="28" hasCustomPrompt="1"/>
          </p:nvPr>
        </p:nvSpPr>
        <p:spPr>
          <a:xfrm>
            <a:off x="533996" y="3352800"/>
            <a:ext cx="2235200" cy="1905000"/>
          </a:xfrm>
          <a:solidFill>
            <a:srgbClr val="FC7500"/>
          </a:solidFill>
        </p:spPr>
        <p:txBody>
          <a:bodyPr anchor="t" anchorCtr="0"/>
          <a:lstStyle>
            <a:lvl1pPr marL="0" marR="0" indent="0" algn="r" eaLnBrk="1" latinLnBrk="0" hangingPunct="1">
              <a:buFontTx/>
              <a:buNone/>
              <a:defRPr kumimoji="0" lang="zh-CN" sz="2133" baseline="0">
                <a:solidFill>
                  <a:schemeClr val="bg1"/>
                </a:solidFill>
              </a:defRPr>
            </a:lvl1pPr>
            <a:extLst/>
          </a:lstStyle>
          <a:p>
            <a:pPr lvl="0"/>
            <a:r>
              <a:rPr kumimoji="0" lang="zh-CN"/>
              <a:t>单击此处添加标题</a:t>
            </a:r>
          </a:p>
        </p:txBody>
      </p:sp>
      <p:sp>
        <p:nvSpPr>
          <p:cNvPr id="13" name="Rectangle 7"/>
          <p:cNvSpPr>
            <a:spLocks noGrp="1"/>
          </p:cNvSpPr>
          <p:nvPr>
            <p:ph type="body" sz="quarter" idx="30" hasCustomPrompt="1"/>
          </p:nvPr>
        </p:nvSpPr>
        <p:spPr>
          <a:xfrm>
            <a:off x="9448800" y="3352800"/>
            <a:ext cx="2235200" cy="1905000"/>
          </a:xfrm>
          <a:solidFill>
            <a:srgbClr val="91BED4"/>
          </a:solidFill>
        </p:spPr>
        <p:txBody>
          <a:bodyPr anchor="t" anchorCtr="0"/>
          <a:lstStyle>
            <a:lvl1pPr marL="0" marR="0" indent="0" algn="l" eaLnBrk="1" latinLnBrk="0" hangingPunct="1">
              <a:buFontTx/>
              <a:buNone/>
              <a:defRPr kumimoji="0" lang="zh-CN" sz="2133" baseline="0">
                <a:solidFill>
                  <a:schemeClr val="bg1"/>
                </a:solidFill>
              </a:defRPr>
            </a:lvl1pPr>
            <a:extLst/>
          </a:lstStyle>
          <a:p>
            <a:pPr lvl="0"/>
            <a:r>
              <a:rPr kumimoji="0" lang="zh-CN"/>
              <a:t>单击此处添加标题</a:t>
            </a:r>
          </a:p>
        </p:txBody>
      </p:sp>
    </p:spTree>
    <p:extLst>
      <p:ext uri="{BB962C8B-B14F-4D97-AF65-F5344CB8AC3E}">
        <p14:creationId xmlns:p14="http://schemas.microsoft.com/office/powerpoint/2010/main" val="161892170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4 纵栏(带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t>2024/12/10</a:t>
            </a:fld>
            <a:endParaRPr lang="zh-CN" altLang="en-US"/>
          </a:p>
        </p:txBody>
      </p:sp>
      <p:sp>
        <p:nvSpPr>
          <p:cNvPr id="4" name="Footer Placeholder 3"/>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5" name="Slide Number Placeholder 4"/>
          <p:cNvSpPr>
            <a:spLocks noGrp="1"/>
          </p:cNvSpPr>
          <p:nvPr>
            <p:ph type="sldNum" sz="quarter" idx="12"/>
          </p:nvPr>
        </p:nvSpPr>
        <p:spPr/>
        <p:txBody>
          <a:bodyPr/>
          <a:lstStyle/>
          <a:p>
            <a:fld id="{DB6769B4-5047-4DE8-962E-21FF2E18E5B7}" type="slidenum">
              <a:rPr lang="zh-CN" altLang="en-US" smtClean="0"/>
              <a:t>‹#›</a:t>
            </a:fld>
            <a:endParaRPr lang="zh-CN" altLang="en-US"/>
          </a:p>
        </p:txBody>
      </p:sp>
      <p:sp>
        <p:nvSpPr>
          <p:cNvPr id="6" name="Rectangle 7"/>
          <p:cNvSpPr>
            <a:spLocks noGrp="1"/>
          </p:cNvSpPr>
          <p:nvPr>
            <p:ph type="pic" sz="quarter" idx="14"/>
          </p:nvPr>
        </p:nvSpPr>
        <p:spPr>
          <a:xfrm>
            <a:off x="2997200" y="241192"/>
            <a:ext cx="2955915" cy="2883008"/>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7" name="Rectangle 7"/>
          <p:cNvSpPr>
            <a:spLocks noGrp="1"/>
          </p:cNvSpPr>
          <p:nvPr>
            <p:ph type="pic" sz="quarter" idx="26"/>
          </p:nvPr>
        </p:nvSpPr>
        <p:spPr>
          <a:xfrm>
            <a:off x="2997200" y="3365392"/>
            <a:ext cx="2955915" cy="2883008"/>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8" name="Picture Placeholder 7"/>
          <p:cNvSpPr>
            <a:spLocks noGrp="1" noChangeAspect="1"/>
          </p:cNvSpPr>
          <p:nvPr>
            <p:ph type="pic" sz="quarter" idx="25"/>
          </p:nvPr>
        </p:nvSpPr>
        <p:spPr>
          <a:xfrm>
            <a:off x="6254427" y="241192"/>
            <a:ext cx="2956931" cy="2883008"/>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9" name="Rectangle 7"/>
          <p:cNvSpPr>
            <a:spLocks noGrp="1"/>
          </p:cNvSpPr>
          <p:nvPr>
            <p:ph type="pic" sz="quarter" idx="27"/>
          </p:nvPr>
        </p:nvSpPr>
        <p:spPr>
          <a:xfrm>
            <a:off x="6248400" y="3365392"/>
            <a:ext cx="2955915" cy="2883008"/>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0" name="Rectangle 7"/>
          <p:cNvSpPr>
            <a:spLocks noGrp="1"/>
          </p:cNvSpPr>
          <p:nvPr>
            <p:ph type="body" sz="quarter" idx="16" hasCustomPrompt="1"/>
          </p:nvPr>
        </p:nvSpPr>
        <p:spPr>
          <a:xfrm>
            <a:off x="457200" y="1257300"/>
            <a:ext cx="2235200" cy="1905000"/>
          </a:xfrm>
          <a:noFill/>
        </p:spPr>
        <p:txBody>
          <a:bodyPr anchor="b" anchorCtr="0">
            <a:noAutofit/>
          </a:bodyPr>
          <a:lstStyle>
            <a:lvl1pPr marL="0" marR="0" indent="0" algn="r" rtl="0" eaLnBrk="1" latinLnBrk="0" hangingPunct="1">
              <a:spcBef>
                <a:spcPct val="20000"/>
              </a:spcBef>
              <a:buFontTx/>
              <a:buNone/>
              <a:defRPr kumimoji="0" lang="zh-CN" sz="2133" baseline="0">
                <a:solidFill>
                  <a:schemeClr val="tx1">
                    <a:lumMod val="50000"/>
                    <a:lumOff val="50000"/>
                  </a:schemeClr>
                </a:solidFill>
                <a:latin typeface="+mn-lt"/>
                <a:ea typeface="+mn-ea"/>
                <a:cs typeface="+mn-cs"/>
              </a:defRPr>
            </a:lvl1pPr>
            <a:extLst/>
          </a:lstStyle>
          <a:p>
            <a:pPr lvl="0"/>
            <a:r>
              <a:rPr kumimoji="0" lang="zh-CN"/>
              <a:t>单击此处添加标题</a:t>
            </a:r>
          </a:p>
        </p:txBody>
      </p:sp>
      <p:sp>
        <p:nvSpPr>
          <p:cNvPr id="12" name="Rectangle 7"/>
          <p:cNvSpPr>
            <a:spLocks noGrp="1"/>
          </p:cNvSpPr>
          <p:nvPr>
            <p:ph type="body" sz="quarter" idx="28" hasCustomPrompt="1"/>
          </p:nvPr>
        </p:nvSpPr>
        <p:spPr>
          <a:xfrm>
            <a:off x="457200" y="3352800"/>
            <a:ext cx="2235200" cy="1905000"/>
          </a:xfrm>
          <a:noFill/>
        </p:spPr>
        <p:txBody>
          <a:bodyPr anchor="t" anchorCtr="0"/>
          <a:lstStyle>
            <a:lvl1pPr marL="0" marR="0" indent="0" algn="r" eaLnBrk="1" latinLnBrk="0" hangingPunct="1">
              <a:buFontTx/>
              <a:buNone/>
              <a:defRPr kumimoji="0" lang="zh-CN" sz="2133" baseline="0">
                <a:solidFill>
                  <a:schemeClr val="tx1">
                    <a:lumMod val="50000"/>
                    <a:lumOff val="50000"/>
                  </a:schemeClr>
                </a:solidFill>
              </a:defRPr>
            </a:lvl1pPr>
            <a:extLst/>
          </a:lstStyle>
          <a:p>
            <a:pPr lvl="0"/>
            <a:r>
              <a:rPr kumimoji="0" lang="zh-CN"/>
              <a:t>单击此处添加标题</a:t>
            </a:r>
          </a:p>
        </p:txBody>
      </p:sp>
      <p:sp>
        <p:nvSpPr>
          <p:cNvPr id="13" name="Rectangle 7"/>
          <p:cNvSpPr>
            <a:spLocks noGrp="1"/>
          </p:cNvSpPr>
          <p:nvPr>
            <p:ph type="body" sz="quarter" idx="30" hasCustomPrompt="1"/>
          </p:nvPr>
        </p:nvSpPr>
        <p:spPr>
          <a:xfrm>
            <a:off x="9499600" y="3352800"/>
            <a:ext cx="2235200" cy="1905000"/>
          </a:xfrm>
          <a:noFill/>
        </p:spPr>
        <p:txBody>
          <a:bodyPr anchor="t" anchorCtr="0"/>
          <a:lstStyle>
            <a:lvl1pPr marL="0" marR="0" indent="0" algn="l" eaLnBrk="1" latinLnBrk="0" hangingPunct="1">
              <a:buFontTx/>
              <a:buNone/>
              <a:defRPr kumimoji="0" lang="zh-CN" sz="2133" baseline="0">
                <a:solidFill>
                  <a:schemeClr val="tx1">
                    <a:lumMod val="50000"/>
                    <a:lumOff val="50000"/>
                  </a:schemeClr>
                </a:solidFill>
              </a:defRPr>
            </a:lvl1pPr>
            <a:extLst/>
          </a:lstStyle>
          <a:p>
            <a:pPr lvl="0"/>
            <a:r>
              <a:rPr kumimoji="0" lang="zh-CN"/>
              <a:t>单击此处添加标题</a:t>
            </a:r>
          </a:p>
        </p:txBody>
      </p:sp>
      <p:sp>
        <p:nvSpPr>
          <p:cNvPr id="14" name="Rectangle 7"/>
          <p:cNvSpPr>
            <a:spLocks noGrp="1"/>
          </p:cNvSpPr>
          <p:nvPr>
            <p:ph type="body" sz="quarter" idx="31" hasCustomPrompt="1"/>
          </p:nvPr>
        </p:nvSpPr>
        <p:spPr>
          <a:xfrm>
            <a:off x="9499600" y="1257300"/>
            <a:ext cx="2235200" cy="1905000"/>
          </a:xfrm>
        </p:spPr>
        <p:txBody>
          <a:bodyPr anchor="b" anchorCtr="0"/>
          <a:lstStyle>
            <a:lvl1pPr marL="0" marR="0" indent="0" algn="l" eaLnBrk="1" latinLnBrk="0" hangingPunct="1">
              <a:buFontTx/>
              <a:buNone/>
              <a:defRPr kumimoji="0" lang="zh-CN" sz="2133" baseline="0">
                <a:solidFill>
                  <a:schemeClr val="tx1">
                    <a:lumMod val="50000"/>
                    <a:lumOff val="50000"/>
                  </a:schemeClr>
                </a:solidFill>
              </a:defRPr>
            </a:lvl1pPr>
            <a:extLst/>
          </a:lstStyle>
          <a:p>
            <a:pPr lvl="0"/>
            <a:r>
              <a:rPr kumimoji="0" lang="zh-CN"/>
              <a:t>单击此处添加标题</a:t>
            </a:r>
          </a:p>
        </p:txBody>
      </p:sp>
    </p:spTree>
    <p:extLst>
      <p:ext uri="{BB962C8B-B14F-4D97-AF65-F5344CB8AC3E}">
        <p14:creationId xmlns:p14="http://schemas.microsoft.com/office/powerpoint/2010/main" val="157150549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4 纵栏(带标题和大标题)">
    <p:spTree>
      <p:nvGrpSpPr>
        <p:cNvPr id="1" name=""/>
        <p:cNvGrpSpPr/>
        <p:nvPr/>
      </p:nvGrpSpPr>
      <p:grpSpPr>
        <a:xfrm>
          <a:off x="0" y="0"/>
          <a:ext cx="0" cy="0"/>
          <a:chOff x="0" y="0"/>
          <a:chExt cx="0" cy="0"/>
        </a:xfrm>
      </p:grpSpPr>
      <p:sp>
        <p:nvSpPr>
          <p:cNvPr id="6" name="Rectangle 7"/>
          <p:cNvSpPr>
            <a:spLocks noGrp="1"/>
          </p:cNvSpPr>
          <p:nvPr>
            <p:ph type="pic" sz="quarter" idx="14"/>
          </p:nvPr>
        </p:nvSpPr>
        <p:spPr>
          <a:xfrm>
            <a:off x="304800" y="838200"/>
            <a:ext cx="2667003" cy="2667000"/>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7" name="Rectangle 7"/>
          <p:cNvSpPr>
            <a:spLocks noGrp="1"/>
          </p:cNvSpPr>
          <p:nvPr>
            <p:ph type="pic" sz="quarter" idx="31"/>
          </p:nvPr>
        </p:nvSpPr>
        <p:spPr>
          <a:xfrm>
            <a:off x="6163733" y="838200"/>
            <a:ext cx="2667003" cy="2667000"/>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8" name="Picture Placeholder 7"/>
          <p:cNvSpPr>
            <a:spLocks noGrp="1"/>
          </p:cNvSpPr>
          <p:nvPr>
            <p:ph type="pic" sz="quarter" idx="30"/>
          </p:nvPr>
        </p:nvSpPr>
        <p:spPr>
          <a:xfrm>
            <a:off x="3233680" y="838200"/>
            <a:ext cx="2667003" cy="2667000"/>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9" name="Rectangle 7"/>
          <p:cNvSpPr>
            <a:spLocks noGrp="1"/>
          </p:cNvSpPr>
          <p:nvPr>
            <p:ph type="pic" sz="quarter" idx="32"/>
          </p:nvPr>
        </p:nvSpPr>
        <p:spPr>
          <a:xfrm>
            <a:off x="9088488" y="838200"/>
            <a:ext cx="2667003" cy="2667000"/>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0" name="Rectangle 7"/>
          <p:cNvSpPr>
            <a:spLocks noGrp="1"/>
          </p:cNvSpPr>
          <p:nvPr>
            <p:ph type="body" sz="quarter" idx="29" hasCustomPrompt="1"/>
          </p:nvPr>
        </p:nvSpPr>
        <p:spPr>
          <a:xfrm>
            <a:off x="304800" y="3733799"/>
            <a:ext cx="11480800" cy="457200"/>
          </a:xfrm>
        </p:spPr>
        <p:txBody>
          <a:bodyPr anchor="t" anchorCtr="0">
            <a:noAutofit/>
          </a:bodyPr>
          <a:lstStyle>
            <a:lvl1pPr marL="0" marR="0" indent="0" algn="l" eaLnBrk="1" latinLnBrk="0" hangingPunct="1">
              <a:buFontTx/>
              <a:buNone/>
              <a:defRPr kumimoji="0" lang="zh-CN" sz="3467" b="1" baseline="0">
                <a:solidFill>
                  <a:srgbClr val="FC7500"/>
                </a:solidFill>
              </a:defRPr>
            </a:lvl1pPr>
            <a:extLst/>
          </a:lstStyle>
          <a:p>
            <a:pPr lvl="0"/>
            <a:r>
              <a:rPr kumimoji="0" lang="zh-CN"/>
              <a:t>单击此处添加标题样式</a:t>
            </a:r>
          </a:p>
        </p:txBody>
      </p:sp>
      <p:sp>
        <p:nvSpPr>
          <p:cNvPr id="12" name="Text Placeholder 11"/>
          <p:cNvSpPr>
            <a:spLocks noGrp="1"/>
          </p:cNvSpPr>
          <p:nvPr>
            <p:ph type="body" sz="quarter" idx="33" hasCustomPrompt="1"/>
          </p:nvPr>
        </p:nvSpPr>
        <p:spPr>
          <a:xfrm>
            <a:off x="304800" y="4343399"/>
            <a:ext cx="11480800" cy="1600200"/>
          </a:xfrm>
        </p:spPr>
        <p:txBody>
          <a:bodyPr>
            <a:normAutofit/>
          </a:bodyPr>
          <a:lstStyle>
            <a:lvl1pPr eaLnBrk="1" latinLnBrk="0" hangingPunct="1">
              <a:buNone/>
              <a:defRPr kumimoji="0" lang="zh-CN" sz="2667">
                <a:solidFill>
                  <a:schemeClr val="tx1">
                    <a:lumMod val="75000"/>
                    <a:lumOff val="25000"/>
                  </a:schemeClr>
                </a:solidFill>
              </a:defRPr>
            </a:lvl1pPr>
          </a:lstStyle>
          <a:p>
            <a:pPr lvl="0"/>
            <a:r>
              <a:rPr kumimoji="0" lang="zh-CN"/>
              <a:t>单击此处添加标题文本</a:t>
            </a:r>
          </a:p>
        </p:txBody>
      </p:sp>
      <p:grpSp>
        <p:nvGrpSpPr>
          <p:cNvPr id="11" name="Group 10"/>
          <p:cNvGrpSpPr/>
          <p:nvPr/>
        </p:nvGrpSpPr>
        <p:grpSpPr>
          <a:xfrm rot="5400000">
            <a:off x="5801032" y="467032"/>
            <a:ext cx="589936" cy="12192000"/>
            <a:chOff x="8524568" y="0"/>
            <a:chExt cx="589936" cy="6858000"/>
          </a:xfrm>
        </p:grpSpPr>
        <p:sp>
          <p:nvSpPr>
            <p:cNvPr id="13" name="Rectangle 12"/>
            <p:cNvSpPr/>
            <p:nvPr userDrawn="1"/>
          </p:nvSpPr>
          <p:spPr>
            <a:xfrm>
              <a:off x="8524568" y="0"/>
              <a:ext cx="540774" cy="6858000"/>
            </a:xfrm>
            <a:prstGeom prst="rect">
              <a:avLst/>
            </a:prstGeom>
            <a:solidFill>
              <a:srgbClr val="FC7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14" name="Straight Connector 13"/>
            <p:cNvCxnSpPr/>
            <p:nvPr userDrawn="1"/>
          </p:nvCxnSpPr>
          <p:spPr>
            <a:xfrm rot="5400000">
              <a:off x="5685504" y="3429000"/>
              <a:ext cx="6858000" cy="0"/>
            </a:xfrm>
            <a:prstGeom prst="line">
              <a:avLst/>
            </a:prstGeom>
            <a:ln w="50800">
              <a:solidFill>
                <a:srgbClr val="FC7500"/>
              </a:solidFill>
            </a:ln>
          </p:spPr>
          <p:style>
            <a:lnRef idx="1">
              <a:schemeClr val="accent1"/>
            </a:lnRef>
            <a:fillRef idx="0">
              <a:schemeClr val="accent1"/>
            </a:fillRef>
            <a:effectRef idx="0">
              <a:schemeClr val="accent1"/>
            </a:effectRef>
            <a:fontRef idx="minor">
              <a:schemeClr val="tx1"/>
            </a:fontRef>
          </p:style>
        </p:cxnSp>
      </p:grpSp>
      <p:sp>
        <p:nvSpPr>
          <p:cNvPr id="15" name="Date Placeholder 2"/>
          <p:cNvSpPr>
            <a:spLocks noGrp="1"/>
          </p:cNvSpPr>
          <p:nvPr>
            <p:ph type="dt" sz="half" idx="10"/>
          </p:nvPr>
        </p:nvSpPr>
        <p:spPr>
          <a:xfrm>
            <a:off x="609600" y="6553200"/>
            <a:ext cx="2844800" cy="304800"/>
          </a:xfrm>
          <a:prstGeom prst="rect">
            <a:avLst/>
          </a:prstGeom>
        </p:spPr>
        <p:txBody>
          <a:bodyPr/>
          <a:lstStyle>
            <a:lvl1pPr eaLnBrk="1" latinLnBrk="0" hangingPunct="1">
              <a:defRPr kumimoji="0" lang="zh-CN">
                <a:solidFill>
                  <a:schemeClr val="bg1"/>
                </a:solidFill>
              </a:defRPr>
            </a:lvl1pPr>
          </a:lstStyle>
          <a:p>
            <a:fld id="{A5F3790F-1BDC-45B7-A06B-907667BADF90}" type="datetimeFigureOut">
              <a:rPr lang="zh-CN" altLang="en-US" smtClean="0"/>
              <a:t>2024/12/10</a:t>
            </a:fld>
            <a:endParaRPr lang="zh-CN" altLang="en-US"/>
          </a:p>
        </p:txBody>
      </p:sp>
      <p:sp>
        <p:nvSpPr>
          <p:cNvPr id="16" name="Footer Placeholder 3"/>
          <p:cNvSpPr>
            <a:spLocks noGrp="1"/>
          </p:cNvSpPr>
          <p:nvPr>
            <p:ph type="ftr" sz="quarter" idx="11"/>
          </p:nvPr>
        </p:nvSpPr>
        <p:spPr>
          <a:xfrm>
            <a:off x="4165600" y="6553200"/>
            <a:ext cx="3860800" cy="304800"/>
          </a:xfrm>
          <a:prstGeom prst="rect">
            <a:avLst/>
          </a:prstGeom>
        </p:spPr>
        <p:txBody>
          <a:bodyPr/>
          <a:lstStyle>
            <a:lvl1pPr eaLnBrk="1" latinLnBrk="0" hangingPunct="1">
              <a:defRPr kumimoji="0" lang="zh-CN">
                <a:solidFill>
                  <a:schemeClr val="bg1"/>
                </a:solidFill>
              </a:defRPr>
            </a:lvl1pPr>
          </a:lstStyle>
          <a:p>
            <a:endParaRPr lang="zh-CN" altLang="en-US"/>
          </a:p>
        </p:txBody>
      </p:sp>
      <p:sp>
        <p:nvSpPr>
          <p:cNvPr id="17" name="Slide Number Placeholder 4"/>
          <p:cNvSpPr>
            <a:spLocks noGrp="1"/>
          </p:cNvSpPr>
          <p:nvPr>
            <p:ph type="sldNum" sz="quarter" idx="12"/>
          </p:nvPr>
        </p:nvSpPr>
        <p:spPr>
          <a:xfrm>
            <a:off x="8737600" y="6553200"/>
            <a:ext cx="2844800" cy="304800"/>
          </a:xfrm>
        </p:spPr>
        <p:txBody>
          <a:bodyPr/>
          <a:lstStyle>
            <a:lvl1pPr eaLnBrk="1" latinLnBrk="0" hangingPunct="1">
              <a:defRPr kumimoji="0" lang="zh-CN">
                <a:solidFill>
                  <a:schemeClr val="bg1"/>
                </a:solidFill>
              </a:defRPr>
            </a:lvl1p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189963702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5 栏: 3 横栏和 2 纵栏">
    <p:spTree>
      <p:nvGrpSpPr>
        <p:cNvPr id="1" name=""/>
        <p:cNvGrpSpPr/>
        <p:nvPr/>
      </p:nvGrpSpPr>
      <p:grpSpPr>
        <a:xfrm>
          <a:off x="0" y="0"/>
          <a:ext cx="0" cy="0"/>
          <a:chOff x="0" y="0"/>
          <a:chExt cx="0" cy="0"/>
        </a:xfrm>
      </p:grpSpPr>
      <p:sp>
        <p:nvSpPr>
          <p:cNvPr id="6" name="Rectangle 7"/>
          <p:cNvSpPr>
            <a:spLocks noGrp="1"/>
          </p:cNvSpPr>
          <p:nvPr>
            <p:ph type="pic" sz="quarter" idx="14"/>
          </p:nvPr>
        </p:nvSpPr>
        <p:spPr>
          <a:xfrm>
            <a:off x="812800" y="3480499"/>
            <a:ext cx="2561275" cy="2757620"/>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7" name="Rectangle 7"/>
          <p:cNvSpPr>
            <a:spLocks noGrp="1"/>
          </p:cNvSpPr>
          <p:nvPr>
            <p:ph type="pic" sz="quarter" idx="17"/>
          </p:nvPr>
        </p:nvSpPr>
        <p:spPr>
          <a:xfrm>
            <a:off x="3841930" y="228602"/>
            <a:ext cx="7012547" cy="3944559"/>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8" name="Picture Placeholder 7"/>
          <p:cNvSpPr>
            <a:spLocks noGrp="1"/>
          </p:cNvSpPr>
          <p:nvPr>
            <p:ph type="pic" sz="quarter" idx="26"/>
          </p:nvPr>
        </p:nvSpPr>
        <p:spPr>
          <a:xfrm>
            <a:off x="812800" y="228603"/>
            <a:ext cx="2561275" cy="2757620"/>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9" name="Rectangle 7"/>
          <p:cNvSpPr>
            <a:spLocks noGrp="1" noChangeAspect="1"/>
          </p:cNvSpPr>
          <p:nvPr>
            <p:ph type="pic" sz="quarter" idx="27"/>
          </p:nvPr>
        </p:nvSpPr>
        <p:spPr>
          <a:xfrm>
            <a:off x="7733193" y="4563309"/>
            <a:ext cx="3239608" cy="1707737"/>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0" name="Rectangle 7"/>
          <p:cNvSpPr>
            <a:spLocks noGrp="1" noChangeAspect="1"/>
          </p:cNvSpPr>
          <p:nvPr>
            <p:ph type="pic" sz="quarter" idx="28"/>
          </p:nvPr>
        </p:nvSpPr>
        <p:spPr>
          <a:xfrm>
            <a:off x="3860800" y="4563309"/>
            <a:ext cx="3349360" cy="1707737"/>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3"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t>2024/12/10</a:t>
            </a:fld>
            <a:endParaRPr lang="zh-CN" altLang="en-US"/>
          </a:p>
        </p:txBody>
      </p:sp>
      <p:sp>
        <p:nvSpPr>
          <p:cNvPr id="14" name="Footer Placeholder 4"/>
          <p:cNvSpPr>
            <a:spLocks noGrp="1"/>
          </p:cNvSpPr>
          <p:nvPr>
            <p:ph type="ftr" sz="quarter" idx="11"/>
          </p:nvPr>
        </p:nvSpPr>
        <p:spPr>
          <a:xfrm>
            <a:off x="3962400" y="6553200"/>
            <a:ext cx="3860800" cy="304800"/>
          </a:xfrm>
          <a:prstGeom prst="rect">
            <a:avLst/>
          </a:prstGeom>
        </p:spPr>
        <p:txBody>
          <a:bodyPr/>
          <a:lstStyle/>
          <a:p>
            <a:endParaRPr lang="zh-CN" altLang="en-US"/>
          </a:p>
        </p:txBody>
      </p:sp>
      <p:sp>
        <p:nvSpPr>
          <p:cNvPr id="15"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261507301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5 栏: 2 横栏和 3 纵栏">
    <p:spTree>
      <p:nvGrpSpPr>
        <p:cNvPr id="1" name=""/>
        <p:cNvGrpSpPr/>
        <p:nvPr/>
      </p:nvGrpSpPr>
      <p:grpSpPr>
        <a:xfrm>
          <a:off x="0" y="0"/>
          <a:ext cx="0" cy="0"/>
          <a:chOff x="0" y="0"/>
          <a:chExt cx="0" cy="0"/>
        </a:xfrm>
      </p:grpSpPr>
      <p:sp>
        <p:nvSpPr>
          <p:cNvPr id="7" name="Date Placeholder 6"/>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t>2024/12/10</a:t>
            </a:fld>
            <a:endParaRPr lang="zh-CN" altLang="en-US"/>
          </a:p>
        </p:txBody>
      </p:sp>
      <p:sp>
        <p:nvSpPr>
          <p:cNvPr id="8" name="Footer Placeholder 7"/>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9" name="Slide Number Placeholder 8"/>
          <p:cNvSpPr>
            <a:spLocks noGrp="1"/>
          </p:cNvSpPr>
          <p:nvPr>
            <p:ph type="sldNum" sz="quarter" idx="12"/>
          </p:nvPr>
        </p:nvSpPr>
        <p:spPr/>
        <p:txBody>
          <a:bodyPr/>
          <a:lstStyle/>
          <a:p>
            <a:fld id="{DB6769B4-5047-4DE8-962E-21FF2E18E5B7}" type="slidenum">
              <a:rPr lang="zh-CN" altLang="en-US" smtClean="0"/>
              <a:t>‹#›</a:t>
            </a:fld>
            <a:endParaRPr lang="zh-CN" altLang="en-US"/>
          </a:p>
        </p:txBody>
      </p:sp>
      <p:sp>
        <p:nvSpPr>
          <p:cNvPr id="10" name="Rectangle 7"/>
          <p:cNvSpPr>
            <a:spLocks noGrp="1"/>
          </p:cNvSpPr>
          <p:nvPr>
            <p:ph type="pic" sz="quarter" idx="26"/>
          </p:nvPr>
        </p:nvSpPr>
        <p:spPr>
          <a:xfrm>
            <a:off x="705478" y="3124202"/>
            <a:ext cx="3358527" cy="3167033"/>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1" name="Rectangle 7"/>
          <p:cNvSpPr>
            <a:spLocks noGrp="1"/>
          </p:cNvSpPr>
          <p:nvPr>
            <p:ph type="pic" sz="quarter" idx="29"/>
          </p:nvPr>
        </p:nvSpPr>
        <p:spPr>
          <a:xfrm>
            <a:off x="681832" y="228603"/>
            <a:ext cx="5106533" cy="2651469"/>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 typeface="Arial" pitchFamily="34" charset="0"/>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2" name="Rectangle 7"/>
          <p:cNvSpPr>
            <a:spLocks noGrp="1"/>
          </p:cNvSpPr>
          <p:nvPr>
            <p:ph type="pic" sz="quarter" idx="30"/>
          </p:nvPr>
        </p:nvSpPr>
        <p:spPr>
          <a:xfrm>
            <a:off x="6374267" y="228603"/>
            <a:ext cx="5106533" cy="2651469"/>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3" name="Rectangle 7"/>
          <p:cNvSpPr>
            <a:spLocks noGrp="1"/>
          </p:cNvSpPr>
          <p:nvPr>
            <p:ph type="pic" sz="quarter" idx="27"/>
          </p:nvPr>
        </p:nvSpPr>
        <p:spPr>
          <a:xfrm>
            <a:off x="4413878" y="3124202"/>
            <a:ext cx="3358527" cy="3167033"/>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4" name="Rectangle 7"/>
          <p:cNvSpPr>
            <a:spLocks noGrp="1"/>
          </p:cNvSpPr>
          <p:nvPr>
            <p:ph type="pic" sz="quarter" idx="28"/>
          </p:nvPr>
        </p:nvSpPr>
        <p:spPr>
          <a:xfrm>
            <a:off x="8122278" y="3124202"/>
            <a:ext cx="3358527" cy="3167033"/>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Tree>
    <p:extLst>
      <p:ext uri="{BB962C8B-B14F-4D97-AF65-F5344CB8AC3E}">
        <p14:creationId xmlns:p14="http://schemas.microsoft.com/office/powerpoint/2010/main" val="323910393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照片网格(带彩色标题)">
    <p:spTree>
      <p:nvGrpSpPr>
        <p:cNvPr id="1" name=""/>
        <p:cNvGrpSpPr/>
        <p:nvPr/>
      </p:nvGrpSpPr>
      <p:grpSpPr>
        <a:xfrm>
          <a:off x="0" y="0"/>
          <a:ext cx="0" cy="0"/>
          <a:chOff x="0" y="0"/>
          <a:chExt cx="0" cy="0"/>
        </a:xfrm>
      </p:grpSpPr>
      <p:sp>
        <p:nvSpPr>
          <p:cNvPr id="51" name="Rectangle 50"/>
          <p:cNvSpPr/>
          <p:nvPr/>
        </p:nvSpPr>
        <p:spPr>
          <a:xfrm>
            <a:off x="6197600" y="4558211"/>
            <a:ext cx="2743200" cy="1994991"/>
          </a:xfrm>
          <a:prstGeom prst="rect">
            <a:avLst/>
          </a:prstGeom>
          <a:solidFill>
            <a:srgbClr val="FC7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52" name="Text Placeholder 25"/>
          <p:cNvSpPr>
            <a:spLocks noGrp="1"/>
          </p:cNvSpPr>
          <p:nvPr>
            <p:ph type="body" sz="quarter" idx="31" hasCustomPrompt="1"/>
          </p:nvPr>
        </p:nvSpPr>
        <p:spPr>
          <a:xfrm>
            <a:off x="6299200" y="4710613"/>
            <a:ext cx="2540000" cy="366889"/>
          </a:xfrm>
        </p:spPr>
        <p:txBody>
          <a:bodyPr>
            <a:normAutofit/>
          </a:bodyPr>
          <a:lstStyle>
            <a:lvl1pPr algn="l" eaLnBrk="1" latinLnBrk="0" hangingPunct="1">
              <a:buNone/>
              <a:defRPr kumimoji="0" lang="zh-CN" sz="2133" b="1" baseline="0">
                <a:solidFill>
                  <a:schemeClr val="bg1"/>
                </a:solidFill>
              </a:defRPr>
            </a:lvl1pPr>
          </a:lstStyle>
          <a:p>
            <a:pPr lvl="0"/>
            <a:r>
              <a:rPr kumimoji="0" lang="zh-CN"/>
              <a:t>单击此处添加标题</a:t>
            </a:r>
          </a:p>
        </p:txBody>
      </p:sp>
      <p:sp>
        <p:nvSpPr>
          <p:cNvPr id="53" name="Text Placeholder 28"/>
          <p:cNvSpPr>
            <a:spLocks noGrp="1"/>
          </p:cNvSpPr>
          <p:nvPr>
            <p:ph type="body" sz="quarter" idx="32" hasCustomPrompt="1"/>
          </p:nvPr>
        </p:nvSpPr>
        <p:spPr>
          <a:xfrm>
            <a:off x="6299200" y="5167811"/>
            <a:ext cx="2540000" cy="1247423"/>
          </a:xfrm>
        </p:spPr>
        <p:txBody>
          <a:bodyPr>
            <a:normAutofit/>
          </a:bodyPr>
          <a:lstStyle>
            <a:lvl1pPr marL="0" indent="0" algn="l" eaLnBrk="1" latinLnBrk="0" hangingPunct="1">
              <a:buNone/>
              <a:defRPr kumimoji="0" lang="zh-CN" sz="2400" baseline="0">
                <a:solidFill>
                  <a:schemeClr val="bg1"/>
                </a:solidFill>
              </a:defRPr>
            </a:lvl1pPr>
          </a:lstStyle>
          <a:p>
            <a:pPr lvl="0"/>
            <a:r>
              <a:rPr kumimoji="0" lang="zh-CN"/>
              <a:t>单击此处以将图片的文本添加到右侧</a:t>
            </a:r>
          </a:p>
        </p:txBody>
      </p:sp>
      <p:sp>
        <p:nvSpPr>
          <p:cNvPr id="35" name="Rectangle 34"/>
          <p:cNvSpPr/>
          <p:nvPr/>
        </p:nvSpPr>
        <p:spPr>
          <a:xfrm>
            <a:off x="6197600" y="291011"/>
            <a:ext cx="2743200" cy="1994991"/>
          </a:xfrm>
          <a:prstGeom prst="rect">
            <a:avLst/>
          </a:prstGeom>
          <a:solidFill>
            <a:srgbClr val="D9E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36" name="Text Placeholder 25"/>
          <p:cNvSpPr>
            <a:spLocks noGrp="1"/>
          </p:cNvSpPr>
          <p:nvPr>
            <p:ph type="body" sz="quarter" idx="19" hasCustomPrompt="1"/>
          </p:nvPr>
        </p:nvSpPr>
        <p:spPr>
          <a:xfrm>
            <a:off x="6299200" y="443413"/>
            <a:ext cx="2540000" cy="366889"/>
          </a:xfrm>
        </p:spPr>
        <p:txBody>
          <a:bodyPr>
            <a:normAutofit/>
          </a:bodyPr>
          <a:lstStyle>
            <a:lvl1pPr algn="l" eaLnBrk="1" latinLnBrk="0" hangingPunct="1">
              <a:buNone/>
              <a:defRPr kumimoji="0" lang="zh-CN" sz="2133" b="1" baseline="0">
                <a:solidFill>
                  <a:schemeClr val="accent1">
                    <a:lumMod val="75000"/>
                  </a:schemeClr>
                </a:solidFill>
              </a:defRPr>
            </a:lvl1pPr>
          </a:lstStyle>
          <a:p>
            <a:pPr lvl="0"/>
            <a:r>
              <a:rPr kumimoji="0" lang="zh-CN"/>
              <a:t>单击此处添加标题</a:t>
            </a:r>
          </a:p>
        </p:txBody>
      </p:sp>
      <p:sp>
        <p:nvSpPr>
          <p:cNvPr id="37" name="Text Placeholder 28"/>
          <p:cNvSpPr>
            <a:spLocks noGrp="1"/>
          </p:cNvSpPr>
          <p:nvPr>
            <p:ph type="body" sz="quarter" idx="20" hasCustomPrompt="1"/>
          </p:nvPr>
        </p:nvSpPr>
        <p:spPr>
          <a:xfrm>
            <a:off x="6299200" y="900611"/>
            <a:ext cx="2540000" cy="1247423"/>
          </a:xfrm>
        </p:spPr>
        <p:txBody>
          <a:bodyPr>
            <a:normAutofit/>
          </a:bodyPr>
          <a:lstStyle>
            <a:lvl1pPr marL="0" indent="0" algn="l" eaLnBrk="1" latinLnBrk="0" hangingPunct="1">
              <a:buNone/>
              <a:defRPr kumimoji="0" lang="zh-CN" sz="2400" baseline="0">
                <a:solidFill>
                  <a:schemeClr val="tx1">
                    <a:lumMod val="65000"/>
                    <a:lumOff val="35000"/>
                  </a:schemeClr>
                </a:solidFill>
              </a:defRPr>
            </a:lvl1pPr>
          </a:lstStyle>
          <a:p>
            <a:pPr lvl="0"/>
            <a:r>
              <a:rPr kumimoji="0" lang="zh-CN"/>
              <a:t>单击此处以将图片的文本添加到右侧</a:t>
            </a:r>
          </a:p>
        </p:txBody>
      </p:sp>
      <p:sp>
        <p:nvSpPr>
          <p:cNvPr id="30" name="Rectangle 29"/>
          <p:cNvSpPr/>
          <p:nvPr/>
        </p:nvSpPr>
        <p:spPr>
          <a:xfrm>
            <a:off x="304800" y="291011"/>
            <a:ext cx="2743200" cy="1994991"/>
          </a:xfrm>
          <a:prstGeom prst="rect">
            <a:avLst/>
          </a:prstGeom>
          <a:solidFill>
            <a:srgbClr val="FC7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sp>
        <p:nvSpPr>
          <p:cNvPr id="31" name="Picture Placeholder 11"/>
          <p:cNvSpPr>
            <a:spLocks noGrp="1"/>
          </p:cNvSpPr>
          <p:nvPr>
            <p:ph type="pic" sz="quarter" idx="13"/>
          </p:nvPr>
        </p:nvSpPr>
        <p:spPr>
          <a:xfrm>
            <a:off x="3247923" y="295275"/>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32" name="Picture Placeholder 11"/>
          <p:cNvSpPr>
            <a:spLocks noGrp="1"/>
          </p:cNvSpPr>
          <p:nvPr>
            <p:ph type="pic" sz="quarter" idx="16"/>
          </p:nvPr>
        </p:nvSpPr>
        <p:spPr>
          <a:xfrm>
            <a:off x="9140723" y="291011"/>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33" name="Text Placeholder 25"/>
          <p:cNvSpPr>
            <a:spLocks noGrp="1"/>
          </p:cNvSpPr>
          <p:nvPr>
            <p:ph type="body" sz="quarter" idx="17" hasCustomPrompt="1"/>
          </p:nvPr>
        </p:nvSpPr>
        <p:spPr>
          <a:xfrm>
            <a:off x="406400" y="443413"/>
            <a:ext cx="2540000" cy="366889"/>
          </a:xfrm>
        </p:spPr>
        <p:txBody>
          <a:bodyPr>
            <a:normAutofit/>
          </a:bodyPr>
          <a:lstStyle>
            <a:lvl1pPr algn="l" eaLnBrk="1" latinLnBrk="0" hangingPunct="1">
              <a:buNone/>
              <a:defRPr kumimoji="0" lang="zh-CN" sz="2133" b="1" baseline="0">
                <a:solidFill>
                  <a:schemeClr val="bg1"/>
                </a:solidFill>
              </a:defRPr>
            </a:lvl1pPr>
          </a:lstStyle>
          <a:p>
            <a:pPr lvl="0"/>
            <a:r>
              <a:rPr kumimoji="0" lang="zh-CN"/>
              <a:t>单击此处添加标题</a:t>
            </a:r>
          </a:p>
        </p:txBody>
      </p:sp>
      <p:sp>
        <p:nvSpPr>
          <p:cNvPr id="34" name="Text Placeholder 28"/>
          <p:cNvSpPr>
            <a:spLocks noGrp="1"/>
          </p:cNvSpPr>
          <p:nvPr>
            <p:ph type="body" sz="quarter" idx="18" hasCustomPrompt="1"/>
          </p:nvPr>
        </p:nvSpPr>
        <p:spPr>
          <a:xfrm>
            <a:off x="406400" y="900611"/>
            <a:ext cx="2540000" cy="1247423"/>
          </a:xfrm>
        </p:spPr>
        <p:txBody>
          <a:bodyPr>
            <a:normAutofit/>
          </a:bodyPr>
          <a:lstStyle>
            <a:lvl1pPr marL="0" indent="0" algn="l" eaLnBrk="1" latinLnBrk="0" hangingPunct="1">
              <a:buNone/>
              <a:defRPr kumimoji="0" lang="zh-CN" sz="2400" baseline="0">
                <a:solidFill>
                  <a:schemeClr val="bg1"/>
                </a:solidFill>
              </a:defRPr>
            </a:lvl1pPr>
          </a:lstStyle>
          <a:p>
            <a:pPr lvl="0"/>
            <a:r>
              <a:rPr kumimoji="0" lang="zh-CN"/>
              <a:t>单击此处以将图片的文本添加到右侧</a:t>
            </a:r>
          </a:p>
        </p:txBody>
      </p:sp>
      <p:sp>
        <p:nvSpPr>
          <p:cNvPr id="38" name="Rectangle 37"/>
          <p:cNvSpPr/>
          <p:nvPr/>
        </p:nvSpPr>
        <p:spPr>
          <a:xfrm>
            <a:off x="3254476" y="2424611"/>
            <a:ext cx="2743200" cy="1994991"/>
          </a:xfrm>
          <a:prstGeom prst="rect">
            <a:avLst/>
          </a:prstGeom>
          <a:solidFill>
            <a:srgbClr val="91BE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39" name="Picture Placeholder 11"/>
          <p:cNvSpPr>
            <a:spLocks noGrp="1"/>
          </p:cNvSpPr>
          <p:nvPr>
            <p:ph type="pic" sz="quarter" idx="21"/>
          </p:nvPr>
        </p:nvSpPr>
        <p:spPr>
          <a:xfrm>
            <a:off x="304800" y="2424611"/>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40" name="Picture Placeholder 11"/>
          <p:cNvSpPr>
            <a:spLocks noGrp="1"/>
          </p:cNvSpPr>
          <p:nvPr>
            <p:ph type="pic" sz="quarter" idx="22"/>
          </p:nvPr>
        </p:nvSpPr>
        <p:spPr>
          <a:xfrm>
            <a:off x="6200876" y="2424611"/>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41" name="Text Placeholder 25"/>
          <p:cNvSpPr>
            <a:spLocks noGrp="1"/>
          </p:cNvSpPr>
          <p:nvPr>
            <p:ph type="body" sz="quarter" idx="23" hasCustomPrompt="1"/>
          </p:nvPr>
        </p:nvSpPr>
        <p:spPr>
          <a:xfrm>
            <a:off x="3356076" y="2577013"/>
            <a:ext cx="2540000" cy="366889"/>
          </a:xfrm>
        </p:spPr>
        <p:txBody>
          <a:bodyPr>
            <a:normAutofit/>
          </a:bodyPr>
          <a:lstStyle>
            <a:lvl1pPr algn="l" eaLnBrk="1" latinLnBrk="0" hangingPunct="1">
              <a:buNone/>
              <a:defRPr kumimoji="0" lang="zh-CN" sz="2133" b="1" baseline="0">
                <a:solidFill>
                  <a:schemeClr val="bg1"/>
                </a:solidFill>
              </a:defRPr>
            </a:lvl1pPr>
          </a:lstStyle>
          <a:p>
            <a:pPr lvl="0"/>
            <a:r>
              <a:rPr kumimoji="0" lang="zh-CN"/>
              <a:t>单击此处添加标题</a:t>
            </a:r>
          </a:p>
        </p:txBody>
      </p:sp>
      <p:sp>
        <p:nvSpPr>
          <p:cNvPr id="42" name="Text Placeholder 28"/>
          <p:cNvSpPr>
            <a:spLocks noGrp="1"/>
          </p:cNvSpPr>
          <p:nvPr>
            <p:ph type="body" sz="quarter" idx="24" hasCustomPrompt="1"/>
          </p:nvPr>
        </p:nvSpPr>
        <p:spPr>
          <a:xfrm>
            <a:off x="3356076" y="3034211"/>
            <a:ext cx="2540000" cy="1247423"/>
          </a:xfrm>
        </p:spPr>
        <p:txBody>
          <a:bodyPr>
            <a:normAutofit/>
          </a:bodyPr>
          <a:lstStyle>
            <a:lvl1pPr marL="0" indent="0" algn="l" eaLnBrk="1" latinLnBrk="0" hangingPunct="1">
              <a:buNone/>
              <a:defRPr kumimoji="0" lang="zh-CN" sz="2400" baseline="0">
                <a:solidFill>
                  <a:schemeClr val="bg1"/>
                </a:solidFill>
              </a:defRPr>
            </a:lvl1pPr>
          </a:lstStyle>
          <a:p>
            <a:pPr lvl="0"/>
            <a:r>
              <a:rPr kumimoji="0" lang="zh-CN"/>
              <a:t>单击此处以将图片的文本添加到左侧</a:t>
            </a:r>
          </a:p>
        </p:txBody>
      </p:sp>
      <p:sp>
        <p:nvSpPr>
          <p:cNvPr id="43" name="Rectangle 42"/>
          <p:cNvSpPr/>
          <p:nvPr/>
        </p:nvSpPr>
        <p:spPr>
          <a:xfrm>
            <a:off x="9147276" y="2424611"/>
            <a:ext cx="2743200" cy="199499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44" name="Text Placeholder 25"/>
          <p:cNvSpPr>
            <a:spLocks noGrp="1"/>
          </p:cNvSpPr>
          <p:nvPr>
            <p:ph type="body" sz="quarter" idx="25" hasCustomPrompt="1"/>
          </p:nvPr>
        </p:nvSpPr>
        <p:spPr>
          <a:xfrm>
            <a:off x="9248876" y="2577013"/>
            <a:ext cx="2540000" cy="366889"/>
          </a:xfrm>
        </p:spPr>
        <p:txBody>
          <a:bodyPr>
            <a:normAutofit/>
          </a:bodyPr>
          <a:lstStyle>
            <a:lvl1pPr algn="l" eaLnBrk="1" latinLnBrk="0" hangingPunct="1">
              <a:buNone/>
              <a:defRPr kumimoji="0" lang="zh-CN" sz="2133" b="1" baseline="0">
                <a:solidFill>
                  <a:schemeClr val="bg1"/>
                </a:solidFill>
              </a:defRPr>
            </a:lvl1pPr>
          </a:lstStyle>
          <a:p>
            <a:pPr lvl="0"/>
            <a:r>
              <a:rPr kumimoji="0" lang="zh-CN"/>
              <a:t>单击此处添加标题</a:t>
            </a:r>
          </a:p>
        </p:txBody>
      </p:sp>
      <p:sp>
        <p:nvSpPr>
          <p:cNvPr id="45" name="Text Placeholder 28"/>
          <p:cNvSpPr>
            <a:spLocks noGrp="1"/>
          </p:cNvSpPr>
          <p:nvPr>
            <p:ph type="body" sz="quarter" idx="26" hasCustomPrompt="1"/>
          </p:nvPr>
        </p:nvSpPr>
        <p:spPr>
          <a:xfrm>
            <a:off x="9248876" y="3034211"/>
            <a:ext cx="2540000" cy="1247423"/>
          </a:xfrm>
        </p:spPr>
        <p:txBody>
          <a:bodyPr>
            <a:normAutofit/>
          </a:bodyPr>
          <a:lstStyle>
            <a:lvl1pPr marL="0" indent="0" algn="l" eaLnBrk="1" latinLnBrk="0" hangingPunct="1">
              <a:buNone/>
              <a:defRPr kumimoji="0" lang="zh-CN" sz="2400" baseline="0">
                <a:solidFill>
                  <a:schemeClr val="bg1"/>
                </a:solidFill>
              </a:defRPr>
            </a:lvl1pPr>
          </a:lstStyle>
          <a:p>
            <a:pPr lvl="0"/>
            <a:r>
              <a:rPr kumimoji="0" lang="zh-CN"/>
              <a:t>单击此处以将图片的文本添加到左侧</a:t>
            </a:r>
          </a:p>
        </p:txBody>
      </p:sp>
      <p:sp>
        <p:nvSpPr>
          <p:cNvPr id="46" name="Rectangle 45"/>
          <p:cNvSpPr/>
          <p:nvPr/>
        </p:nvSpPr>
        <p:spPr>
          <a:xfrm>
            <a:off x="304800" y="4558211"/>
            <a:ext cx="2743200" cy="1994991"/>
          </a:xfrm>
          <a:prstGeom prst="rect">
            <a:avLst/>
          </a:prstGeom>
          <a:solidFill>
            <a:srgbClr val="D9E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47" name="Picture Placeholder 11"/>
          <p:cNvSpPr>
            <a:spLocks noGrp="1"/>
          </p:cNvSpPr>
          <p:nvPr>
            <p:ph type="pic" sz="quarter" idx="27"/>
          </p:nvPr>
        </p:nvSpPr>
        <p:spPr>
          <a:xfrm>
            <a:off x="3251200" y="4558209"/>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48" name="Picture Placeholder 11"/>
          <p:cNvSpPr>
            <a:spLocks noGrp="1"/>
          </p:cNvSpPr>
          <p:nvPr>
            <p:ph type="pic" sz="quarter" idx="28"/>
          </p:nvPr>
        </p:nvSpPr>
        <p:spPr>
          <a:xfrm>
            <a:off x="9144000" y="4558209"/>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49" name="Text Placeholder 25"/>
          <p:cNvSpPr>
            <a:spLocks noGrp="1"/>
          </p:cNvSpPr>
          <p:nvPr>
            <p:ph type="body" sz="quarter" idx="29" hasCustomPrompt="1"/>
          </p:nvPr>
        </p:nvSpPr>
        <p:spPr>
          <a:xfrm>
            <a:off x="406400" y="4710613"/>
            <a:ext cx="2540000" cy="366889"/>
          </a:xfrm>
        </p:spPr>
        <p:txBody>
          <a:bodyPr>
            <a:normAutofit/>
          </a:bodyPr>
          <a:lstStyle>
            <a:lvl1pPr algn="l" eaLnBrk="1" latinLnBrk="0" hangingPunct="1">
              <a:buNone/>
              <a:defRPr kumimoji="0" lang="zh-CN" sz="2133" b="1" baseline="0">
                <a:solidFill>
                  <a:schemeClr val="accent1">
                    <a:lumMod val="75000"/>
                  </a:schemeClr>
                </a:solidFill>
              </a:defRPr>
            </a:lvl1pPr>
          </a:lstStyle>
          <a:p>
            <a:pPr lvl="0"/>
            <a:r>
              <a:rPr kumimoji="0" lang="zh-CN"/>
              <a:t>单击此处添加标题</a:t>
            </a:r>
          </a:p>
        </p:txBody>
      </p:sp>
      <p:sp>
        <p:nvSpPr>
          <p:cNvPr id="50" name="Text Placeholder 28"/>
          <p:cNvSpPr>
            <a:spLocks noGrp="1"/>
          </p:cNvSpPr>
          <p:nvPr>
            <p:ph type="body" sz="quarter" idx="30" hasCustomPrompt="1"/>
          </p:nvPr>
        </p:nvSpPr>
        <p:spPr>
          <a:xfrm>
            <a:off x="406400" y="5167811"/>
            <a:ext cx="2540000" cy="1247423"/>
          </a:xfrm>
        </p:spPr>
        <p:txBody>
          <a:bodyPr>
            <a:normAutofit/>
          </a:bodyPr>
          <a:lstStyle>
            <a:lvl1pPr marL="0" indent="0" algn="l" eaLnBrk="1" latinLnBrk="0" hangingPunct="1">
              <a:buNone/>
              <a:defRPr kumimoji="0" lang="zh-CN" sz="2400" baseline="0">
                <a:solidFill>
                  <a:schemeClr val="tx1">
                    <a:lumMod val="65000"/>
                    <a:lumOff val="35000"/>
                  </a:schemeClr>
                </a:solidFill>
              </a:defRPr>
            </a:lvl1pPr>
          </a:lstStyle>
          <a:p>
            <a:pPr lvl="0"/>
            <a:r>
              <a:rPr kumimoji="0" lang="zh-CN"/>
              <a:t>单击此处以将图片的文本添加到右侧</a:t>
            </a:r>
          </a:p>
        </p:txBody>
      </p:sp>
      <p:sp>
        <p:nvSpPr>
          <p:cNvPr id="29" name="Date Placeholder 6"/>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t>2024/12/10</a:t>
            </a:fld>
            <a:endParaRPr lang="zh-CN" altLang="en-US"/>
          </a:p>
        </p:txBody>
      </p:sp>
      <p:sp>
        <p:nvSpPr>
          <p:cNvPr id="54" name="Footer Placeholder 7"/>
          <p:cNvSpPr>
            <a:spLocks noGrp="1"/>
          </p:cNvSpPr>
          <p:nvPr>
            <p:ph type="ftr" sz="quarter" idx="11"/>
          </p:nvPr>
        </p:nvSpPr>
        <p:spPr>
          <a:xfrm>
            <a:off x="4165600" y="6553200"/>
            <a:ext cx="3860800" cy="304800"/>
          </a:xfrm>
          <a:prstGeom prst="rect">
            <a:avLst/>
          </a:prstGeom>
        </p:spPr>
        <p:txBody>
          <a:bodyPr/>
          <a:lstStyle/>
          <a:p>
            <a:endParaRPr lang="zh-CN" altLang="en-US"/>
          </a:p>
        </p:txBody>
      </p:sp>
      <p:sp>
        <p:nvSpPr>
          <p:cNvPr id="55" name="Slide Number Placeholder 8"/>
          <p:cNvSpPr>
            <a:spLocks noGrp="1"/>
          </p:cNvSpPr>
          <p:nvPr>
            <p:ph type="sldNum" sz="quarter" idx="12"/>
          </p:nvPr>
        </p:nvSpPr>
        <p:spPr>
          <a:xfrm>
            <a:off x="8737600" y="6553200"/>
            <a:ext cx="2844800" cy="304800"/>
          </a:xfrm>
        </p:spPr>
        <p:txBody>
          <a:body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117021815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全景(带标题)">
    <p:spTree>
      <p:nvGrpSpPr>
        <p:cNvPr id="1" name=""/>
        <p:cNvGrpSpPr/>
        <p:nvPr/>
      </p:nvGrpSpPr>
      <p:grpSpPr>
        <a:xfrm>
          <a:off x="0" y="0"/>
          <a:ext cx="0" cy="0"/>
          <a:chOff x="0" y="0"/>
          <a:chExt cx="0" cy="0"/>
        </a:xfrm>
      </p:grpSpPr>
      <p:pic>
        <p:nvPicPr>
          <p:cNvPr id="15" name="Picture 1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
        <p:nvSpPr>
          <p:cNvPr id="7" name="W¥ل云玗İαЂôÁûÂÚ丫:Pïçtúrê Plå¢éhõlðér 表¥鷗字㌍ 表_W 2"/>
          <p:cNvSpPr>
            <a:spLocks noGrp="1"/>
          </p:cNvSpPr>
          <p:nvPr>
            <p:ph type="pic" sz="quarter" idx="30"/>
          </p:nvPr>
        </p:nvSpPr>
        <p:spPr>
          <a:xfrm>
            <a:off x="622304" y="1371599"/>
            <a:ext cx="10922001" cy="2771776"/>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8" name="W¥ل云玗İαЂÕØÚáÛ丫:Téxt Plàçèhòlðêr 表¥鷗字㌍_W 3"/>
          <p:cNvSpPr>
            <a:spLocks noGrp="1"/>
          </p:cNvSpPr>
          <p:nvPr>
            <p:ph type="body" sz="quarter" idx="31" hasCustomPrompt="1"/>
          </p:nvPr>
        </p:nvSpPr>
        <p:spPr>
          <a:xfrm>
            <a:off x="609600" y="4343400"/>
            <a:ext cx="10972800" cy="1447800"/>
          </a:xfrm>
          <a:solidFill>
            <a:schemeClr val="bg1"/>
          </a:solidFill>
        </p:spPr>
        <p:txBody>
          <a:bodyPr tIns="91440" rIns="9144" bIns="91440" anchor="t"/>
          <a:lstStyle>
            <a:lvl1pPr marL="0" marR="0" indent="0" algn="l" eaLnBrk="1" latinLnBrk="0" hangingPunct="1">
              <a:buFontTx/>
              <a:buNone/>
              <a:defRPr kumimoji="0" lang="zh-CN" sz="2400">
                <a:solidFill>
                  <a:schemeClr val="tx1">
                    <a:lumMod val="75000"/>
                    <a:lumOff val="25000"/>
                  </a:schemeClr>
                </a:solidFill>
              </a:defRPr>
            </a:lvl1pPr>
            <a:extLst/>
          </a:lstStyle>
          <a:p>
            <a:pPr lvl="0"/>
            <a:r>
              <a:rPr kumimoji="0" lang="zh-CN"/>
              <a:t>单击此处添加标题</a:t>
            </a:r>
          </a:p>
        </p:txBody>
      </p:sp>
      <p:grpSp>
        <p:nvGrpSpPr>
          <p:cNvPr id="9" name="Group 8"/>
          <p:cNvGrpSpPr/>
          <p:nvPr/>
        </p:nvGrpSpPr>
        <p:grpSpPr>
          <a:xfrm rot="5400000">
            <a:off x="5801032" y="467032"/>
            <a:ext cx="589936" cy="12192000"/>
            <a:chOff x="8524568" y="0"/>
            <a:chExt cx="589936" cy="6858000"/>
          </a:xfrm>
        </p:grpSpPr>
        <p:sp>
          <p:nvSpPr>
            <p:cNvPr id="10" name="Rectangle 9"/>
            <p:cNvSpPr/>
            <p:nvPr userDrawn="1"/>
          </p:nvSpPr>
          <p:spPr>
            <a:xfrm>
              <a:off x="8524568" y="0"/>
              <a:ext cx="540774" cy="6858000"/>
            </a:xfrm>
            <a:prstGeom prst="rect">
              <a:avLst/>
            </a:prstGeom>
            <a:solidFill>
              <a:srgbClr val="FC7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11" name="Straight Connector 10"/>
            <p:cNvCxnSpPr/>
            <p:nvPr userDrawn="1"/>
          </p:nvCxnSpPr>
          <p:spPr>
            <a:xfrm rot="5400000">
              <a:off x="5685504" y="3429000"/>
              <a:ext cx="6858000" cy="0"/>
            </a:xfrm>
            <a:prstGeom prst="line">
              <a:avLst/>
            </a:prstGeom>
            <a:ln w="50800">
              <a:solidFill>
                <a:srgbClr val="FC7500"/>
              </a:solidFill>
            </a:ln>
          </p:spPr>
          <p:style>
            <a:lnRef idx="1">
              <a:schemeClr val="accent1"/>
            </a:lnRef>
            <a:fillRef idx="0">
              <a:schemeClr val="accent1"/>
            </a:fillRef>
            <a:effectRef idx="0">
              <a:schemeClr val="accent1"/>
            </a:effectRef>
            <a:fontRef idx="minor">
              <a:schemeClr val="tx1"/>
            </a:fontRef>
          </p:style>
        </p:cxnSp>
      </p:grpSp>
      <p:sp>
        <p:nvSpPr>
          <p:cNvPr id="12" name="Date Placeholder 2"/>
          <p:cNvSpPr>
            <a:spLocks noGrp="1"/>
          </p:cNvSpPr>
          <p:nvPr>
            <p:ph type="dt" sz="half" idx="10"/>
          </p:nvPr>
        </p:nvSpPr>
        <p:spPr>
          <a:xfrm>
            <a:off x="609600" y="6553200"/>
            <a:ext cx="2844800" cy="304800"/>
          </a:xfrm>
          <a:prstGeom prst="rect">
            <a:avLst/>
          </a:prstGeom>
        </p:spPr>
        <p:txBody>
          <a:bodyPr/>
          <a:lstStyle>
            <a:lvl1pPr eaLnBrk="1" latinLnBrk="0" hangingPunct="1">
              <a:defRPr kumimoji="0" lang="zh-CN">
                <a:solidFill>
                  <a:schemeClr val="bg1"/>
                </a:solidFill>
              </a:defRPr>
            </a:lvl1pPr>
          </a:lstStyle>
          <a:p>
            <a:fld id="{A5F3790F-1BDC-45B7-A06B-907667BADF90}" type="datetimeFigureOut">
              <a:rPr lang="zh-CN" altLang="en-US" smtClean="0"/>
              <a:t>2024/12/10</a:t>
            </a:fld>
            <a:endParaRPr lang="zh-CN" altLang="en-US"/>
          </a:p>
        </p:txBody>
      </p:sp>
      <p:sp>
        <p:nvSpPr>
          <p:cNvPr id="13" name="Footer Placeholder 3"/>
          <p:cNvSpPr>
            <a:spLocks noGrp="1"/>
          </p:cNvSpPr>
          <p:nvPr>
            <p:ph type="ftr" sz="quarter" idx="11"/>
          </p:nvPr>
        </p:nvSpPr>
        <p:spPr>
          <a:xfrm>
            <a:off x="4165600" y="6553200"/>
            <a:ext cx="3860800" cy="304800"/>
          </a:xfrm>
          <a:prstGeom prst="rect">
            <a:avLst/>
          </a:prstGeom>
        </p:spPr>
        <p:txBody>
          <a:bodyPr/>
          <a:lstStyle>
            <a:lvl1pPr eaLnBrk="1" latinLnBrk="0" hangingPunct="1">
              <a:defRPr kumimoji="0" lang="zh-CN">
                <a:solidFill>
                  <a:schemeClr val="bg1"/>
                </a:solidFill>
              </a:defRPr>
            </a:lvl1pPr>
          </a:lstStyle>
          <a:p>
            <a:endParaRPr lang="zh-CN" altLang="en-US"/>
          </a:p>
        </p:txBody>
      </p:sp>
      <p:sp>
        <p:nvSpPr>
          <p:cNvPr id="14" name="Slide Number Placeholder 4"/>
          <p:cNvSpPr>
            <a:spLocks noGrp="1"/>
          </p:cNvSpPr>
          <p:nvPr>
            <p:ph type="sldNum" sz="quarter" idx="12"/>
          </p:nvPr>
        </p:nvSpPr>
        <p:spPr>
          <a:xfrm>
            <a:off x="8737600" y="6553200"/>
            <a:ext cx="2844800" cy="304800"/>
          </a:xfrm>
        </p:spPr>
        <p:txBody>
          <a:bodyPr/>
          <a:lstStyle>
            <a:lvl1pPr eaLnBrk="1" latinLnBrk="0" hangingPunct="1">
              <a:defRPr kumimoji="0" lang="zh-CN">
                <a:solidFill>
                  <a:schemeClr val="bg1"/>
                </a:solidFill>
              </a:defRPr>
            </a:lvl1p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4238492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正方形(带标题)">
    <p:spTree>
      <p:nvGrpSpPr>
        <p:cNvPr id="1" name=""/>
        <p:cNvGrpSpPr/>
        <p:nvPr/>
      </p:nvGrpSpPr>
      <p:grpSpPr>
        <a:xfrm>
          <a:off x="0" y="0"/>
          <a:ext cx="0" cy="0"/>
          <a:chOff x="0" y="0"/>
          <a:chExt cx="0" cy="0"/>
        </a:xfrm>
      </p:grpSpPr>
      <p:sp>
        <p:nvSpPr>
          <p:cNvPr id="8" name="Rectangle 7"/>
          <p:cNvSpPr/>
          <p:nvPr/>
        </p:nvSpPr>
        <p:spPr>
          <a:xfrm rot="5400000">
            <a:off x="5825617" y="442451"/>
            <a:ext cx="540775" cy="12192000"/>
          </a:xfrm>
          <a:prstGeom prst="rect">
            <a:avLst/>
          </a:prstGeom>
          <a:solidFill>
            <a:srgbClr val="FC7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9" name="Straight Connector 8"/>
          <p:cNvCxnSpPr/>
          <p:nvPr/>
        </p:nvCxnSpPr>
        <p:spPr>
          <a:xfrm rot="10800000">
            <a:off x="0" y="6858000"/>
            <a:ext cx="12192000" cy="0"/>
          </a:xfrm>
          <a:prstGeom prst="line">
            <a:avLst/>
          </a:prstGeom>
          <a:ln w="50800">
            <a:solidFill>
              <a:srgbClr val="FC7500"/>
            </a:solidFill>
          </a:ln>
        </p:spPr>
        <p:style>
          <a:lnRef idx="1">
            <a:schemeClr val="accent1"/>
          </a:lnRef>
          <a:fillRef idx="0">
            <a:schemeClr val="accent1"/>
          </a:fillRef>
          <a:effectRef idx="0">
            <a:schemeClr val="accent1"/>
          </a:effectRef>
          <a:fontRef idx="minor">
            <a:schemeClr val="tx1"/>
          </a:fontRef>
        </p:style>
      </p:cxnSp>
      <p:sp>
        <p:nvSpPr>
          <p:cNvPr id="3" name="Date Placeholder 2"/>
          <p:cNvSpPr>
            <a:spLocks noGrp="1"/>
          </p:cNvSpPr>
          <p:nvPr>
            <p:ph type="dt" sz="half" idx="10"/>
          </p:nvPr>
        </p:nvSpPr>
        <p:spPr>
          <a:xfrm>
            <a:off x="609600" y="6356352"/>
            <a:ext cx="2844800" cy="365125"/>
          </a:xfrm>
          <a:prstGeom prst="rect">
            <a:avLst/>
          </a:prstGeom>
        </p:spPr>
        <p:txBody>
          <a:bodyPr/>
          <a:lstStyle>
            <a:lvl1pPr eaLnBrk="1" latinLnBrk="0" hangingPunct="1">
              <a:defRPr kumimoji="0" lang="zh-CN">
                <a:solidFill>
                  <a:schemeClr val="bg1"/>
                </a:solidFill>
              </a:defRPr>
            </a:lvl1pPr>
          </a:lstStyle>
          <a:p>
            <a:fld id="{A5F3790F-1BDC-45B7-A06B-907667BADF90}" type="datetimeFigureOut">
              <a:rPr lang="zh-CN" altLang="en-US" smtClean="0"/>
              <a:t>2024/12/10</a:t>
            </a:fld>
            <a:endParaRPr lang="zh-CN" altLang="en-US"/>
          </a:p>
        </p:txBody>
      </p:sp>
      <p:sp>
        <p:nvSpPr>
          <p:cNvPr id="4" name="Footer Placeholder 3"/>
          <p:cNvSpPr>
            <a:spLocks noGrp="1"/>
          </p:cNvSpPr>
          <p:nvPr>
            <p:ph type="ftr" sz="quarter" idx="11"/>
          </p:nvPr>
        </p:nvSpPr>
        <p:spPr>
          <a:xfrm>
            <a:off x="4165600" y="6356352"/>
            <a:ext cx="3860800" cy="365125"/>
          </a:xfrm>
          <a:prstGeom prst="rect">
            <a:avLst/>
          </a:prstGeom>
        </p:spPr>
        <p:txBody>
          <a:bodyPr/>
          <a:lstStyle>
            <a:lvl1pPr eaLnBrk="1" latinLnBrk="0" hangingPunct="1">
              <a:defRPr kumimoji="0" lang="zh-CN">
                <a:solidFill>
                  <a:schemeClr val="bg1"/>
                </a:solidFill>
              </a:defRPr>
            </a:lvl1pPr>
          </a:lstStyle>
          <a:p>
            <a:endParaRPr lang="zh-CN" altLang="en-US"/>
          </a:p>
        </p:txBody>
      </p:sp>
      <p:sp>
        <p:nvSpPr>
          <p:cNvPr id="5" name="Slide Number Placeholder 4"/>
          <p:cNvSpPr>
            <a:spLocks noGrp="1"/>
          </p:cNvSpPr>
          <p:nvPr>
            <p:ph type="sldNum" sz="quarter" idx="12"/>
          </p:nvPr>
        </p:nvSpPr>
        <p:spPr/>
        <p:txBody>
          <a:bodyPr/>
          <a:lstStyle>
            <a:lvl1pPr eaLnBrk="1" latinLnBrk="0" hangingPunct="1">
              <a:defRPr kumimoji="0" lang="zh-CN">
                <a:solidFill>
                  <a:schemeClr val="bg1"/>
                </a:solidFill>
              </a:defRPr>
            </a:lvl1pPr>
          </a:lstStyle>
          <a:p>
            <a:fld id="{DB6769B4-5047-4DE8-962E-21FF2E18E5B7}" type="slidenum">
              <a:rPr lang="zh-CN" altLang="en-US" smtClean="0"/>
              <a:t>‹#›</a:t>
            </a:fld>
            <a:endParaRPr lang="zh-CN" altLang="en-US"/>
          </a:p>
        </p:txBody>
      </p:sp>
      <p:sp>
        <p:nvSpPr>
          <p:cNvPr id="6" name="W¥ل云玗İαЂôÁûÂÚ丫:Pïçtúrê Plå¢éhõlðér 表¥鷗字㌍ 表_W 3"/>
          <p:cNvSpPr>
            <a:spLocks noGrp="1" noChangeAspect="1"/>
          </p:cNvSpPr>
          <p:nvPr>
            <p:ph type="pic" sz="quarter" idx="13"/>
          </p:nvPr>
        </p:nvSpPr>
        <p:spPr>
          <a:xfrm>
            <a:off x="3965436" y="609600"/>
            <a:ext cx="4264169" cy="32004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1588" algn="ctr" eaLnBrk="1" latinLnBrk="0" hangingPunct="1"/>
            <a:r>
              <a:rPr lang="zh-CN" altLang="en-US"/>
              <a:t>单击图标添加图片</a:t>
            </a:r>
            <a:endParaRPr/>
          </a:p>
        </p:txBody>
      </p:sp>
      <p:sp>
        <p:nvSpPr>
          <p:cNvPr id="7" name="W¥ل云玗İαЂÕØÚáÛ丫:Téxt Plàçèhòlðêr 表¥鷗字㌍_W 6"/>
          <p:cNvSpPr>
            <a:spLocks noGrp="1"/>
          </p:cNvSpPr>
          <p:nvPr>
            <p:ph type="body" sz="quarter" idx="15" hasCustomPrompt="1"/>
          </p:nvPr>
        </p:nvSpPr>
        <p:spPr>
          <a:xfrm>
            <a:off x="3962400" y="4038600"/>
            <a:ext cx="4267200" cy="1600200"/>
          </a:xfrm>
        </p:spPr>
        <p:txBody>
          <a:bodyPr tIns="91440" rIns="9144" bIns="91440" anchor="t"/>
          <a:lstStyle>
            <a:lvl1pPr marL="0" marR="0" indent="0" algn="l" eaLnBrk="1" latinLnBrk="0" hangingPunct="1">
              <a:buFontTx/>
              <a:buNone/>
              <a:defRPr kumimoji="0" lang="zh-CN" sz="2400">
                <a:solidFill>
                  <a:schemeClr val="tx1">
                    <a:lumMod val="75000"/>
                    <a:lumOff val="25000"/>
                  </a:schemeClr>
                </a:solidFill>
              </a:defRPr>
            </a:lvl1pPr>
            <a:extLst/>
          </a:lstStyle>
          <a:p>
            <a:pPr lvl="0"/>
            <a:r>
              <a:rPr kumimoji="0" lang="zh-CN"/>
              <a:t>单击此处添加标题</a:t>
            </a:r>
          </a:p>
        </p:txBody>
      </p:sp>
    </p:spTree>
    <p:extLst>
      <p:ext uri="{BB962C8B-B14F-4D97-AF65-F5344CB8AC3E}">
        <p14:creationId xmlns:p14="http://schemas.microsoft.com/office/powerpoint/2010/main" val="265388189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纵栏(带标题)">
    <p:spTree>
      <p:nvGrpSpPr>
        <p:cNvPr id="1" name=""/>
        <p:cNvGrpSpPr/>
        <p:nvPr/>
      </p:nvGrpSpPr>
      <p:grpSpPr>
        <a:xfrm>
          <a:off x="0" y="0"/>
          <a:ext cx="0" cy="0"/>
          <a:chOff x="0" y="0"/>
          <a:chExt cx="0" cy="0"/>
        </a:xfrm>
      </p:grpSpPr>
      <p:sp>
        <p:nvSpPr>
          <p:cNvPr id="6" name="Rectangle 8"/>
          <p:cNvSpPr>
            <a:spLocks noGrp="1"/>
          </p:cNvSpPr>
          <p:nvPr>
            <p:ph type="pic" sz="quarter" idx="13"/>
          </p:nvPr>
        </p:nvSpPr>
        <p:spPr>
          <a:xfrm>
            <a:off x="860940" y="290542"/>
            <a:ext cx="5743065" cy="572926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1588" algn="ctr" eaLnBrk="1" latinLnBrk="0" hangingPunct="1"/>
            <a:r>
              <a:rPr lang="zh-CN" altLang="en-US"/>
              <a:t>单击图标添加图片</a:t>
            </a:r>
            <a:endParaRPr/>
          </a:p>
        </p:txBody>
      </p:sp>
      <p:sp>
        <p:nvSpPr>
          <p:cNvPr id="10" name="Rectangle 6"/>
          <p:cNvSpPr>
            <a:spLocks noGrp="1"/>
          </p:cNvSpPr>
          <p:nvPr>
            <p:ph type="body" sz="quarter" idx="14" hasCustomPrompt="1"/>
          </p:nvPr>
        </p:nvSpPr>
        <p:spPr>
          <a:xfrm>
            <a:off x="7124700" y="2859718"/>
            <a:ext cx="4241800" cy="3181351"/>
          </a:xfrm>
        </p:spPr>
        <p:txBody>
          <a:bodyPr tIns="91440" bIns="91440" anchor="b" anchorCtr="0">
            <a:noAutofit/>
          </a:bodyPr>
          <a:lstStyle>
            <a:lvl1pPr marL="0" marR="0" indent="0" algn="l" rtl="0" eaLnBrk="1" latinLnBrk="0" hangingPunct="1">
              <a:spcBef>
                <a:spcPct val="20000"/>
              </a:spcBef>
              <a:buFontTx/>
              <a:buNone/>
              <a:defRPr kumimoji="0" lang="zh-CN" sz="2400" baseline="0">
                <a:solidFill>
                  <a:schemeClr val="tx1">
                    <a:lumMod val="75000"/>
                    <a:lumOff val="25000"/>
                  </a:schemeClr>
                </a:solidFill>
                <a:latin typeface="+mn-lt"/>
                <a:ea typeface="+mn-ea"/>
                <a:cs typeface="+mn-cs"/>
              </a:defRPr>
            </a:lvl1pPr>
            <a:extLst/>
          </a:lstStyle>
          <a:p>
            <a:pPr lvl="0"/>
            <a:r>
              <a:rPr kumimoji="0" lang="zh-CN"/>
              <a:t>单击此处添加标题</a:t>
            </a:r>
          </a:p>
        </p:txBody>
      </p:sp>
      <p:grpSp>
        <p:nvGrpSpPr>
          <p:cNvPr id="13" name="Group 12"/>
          <p:cNvGrpSpPr/>
          <p:nvPr/>
        </p:nvGrpSpPr>
        <p:grpSpPr>
          <a:xfrm rot="5400000">
            <a:off x="5801032" y="467032"/>
            <a:ext cx="589936" cy="12192000"/>
            <a:chOff x="8524568" y="0"/>
            <a:chExt cx="589936" cy="6858000"/>
          </a:xfrm>
        </p:grpSpPr>
        <p:sp>
          <p:nvSpPr>
            <p:cNvPr id="14" name="Rectangle 13"/>
            <p:cNvSpPr/>
            <p:nvPr userDrawn="1"/>
          </p:nvSpPr>
          <p:spPr>
            <a:xfrm>
              <a:off x="8524568" y="0"/>
              <a:ext cx="540774" cy="6858000"/>
            </a:xfrm>
            <a:prstGeom prst="rect">
              <a:avLst/>
            </a:prstGeom>
            <a:solidFill>
              <a:srgbClr val="FC7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15" name="Straight Connector 14"/>
            <p:cNvCxnSpPr/>
            <p:nvPr userDrawn="1"/>
          </p:nvCxnSpPr>
          <p:spPr>
            <a:xfrm rot="5400000">
              <a:off x="5685504" y="3429000"/>
              <a:ext cx="6858000" cy="0"/>
            </a:xfrm>
            <a:prstGeom prst="line">
              <a:avLst/>
            </a:prstGeom>
            <a:ln w="50800">
              <a:solidFill>
                <a:srgbClr val="FC7500"/>
              </a:solidFill>
            </a:ln>
          </p:spPr>
          <p:style>
            <a:lnRef idx="1">
              <a:schemeClr val="accent1"/>
            </a:lnRef>
            <a:fillRef idx="0">
              <a:schemeClr val="accent1"/>
            </a:fillRef>
            <a:effectRef idx="0">
              <a:schemeClr val="accent1"/>
            </a:effectRef>
            <a:fontRef idx="minor">
              <a:schemeClr val="tx1"/>
            </a:fontRef>
          </p:style>
        </p:cxnSp>
      </p:grpSp>
      <p:sp>
        <p:nvSpPr>
          <p:cNvPr id="16" name="Date Placeholder 2"/>
          <p:cNvSpPr>
            <a:spLocks noGrp="1"/>
          </p:cNvSpPr>
          <p:nvPr>
            <p:ph type="dt" sz="half" idx="10"/>
          </p:nvPr>
        </p:nvSpPr>
        <p:spPr>
          <a:xfrm>
            <a:off x="609600" y="6553200"/>
            <a:ext cx="2844800" cy="304800"/>
          </a:xfrm>
          <a:prstGeom prst="rect">
            <a:avLst/>
          </a:prstGeom>
        </p:spPr>
        <p:txBody>
          <a:bodyPr/>
          <a:lstStyle>
            <a:lvl1pPr eaLnBrk="1" latinLnBrk="0" hangingPunct="1">
              <a:defRPr kumimoji="0" lang="zh-CN">
                <a:solidFill>
                  <a:schemeClr val="bg1"/>
                </a:solidFill>
              </a:defRPr>
            </a:lvl1pPr>
          </a:lstStyle>
          <a:p>
            <a:fld id="{A5F3790F-1BDC-45B7-A06B-907667BADF90}" type="datetimeFigureOut">
              <a:rPr lang="zh-CN" altLang="en-US" smtClean="0"/>
              <a:t>2024/12/10</a:t>
            </a:fld>
            <a:endParaRPr lang="zh-CN" altLang="en-US"/>
          </a:p>
        </p:txBody>
      </p:sp>
      <p:sp>
        <p:nvSpPr>
          <p:cNvPr id="17" name="Footer Placeholder 3"/>
          <p:cNvSpPr>
            <a:spLocks noGrp="1"/>
          </p:cNvSpPr>
          <p:nvPr>
            <p:ph type="ftr" sz="quarter" idx="11"/>
          </p:nvPr>
        </p:nvSpPr>
        <p:spPr>
          <a:xfrm>
            <a:off x="4165600" y="6553200"/>
            <a:ext cx="3860800" cy="304800"/>
          </a:xfrm>
          <a:prstGeom prst="rect">
            <a:avLst/>
          </a:prstGeom>
        </p:spPr>
        <p:txBody>
          <a:bodyPr/>
          <a:lstStyle>
            <a:lvl1pPr eaLnBrk="1" latinLnBrk="0" hangingPunct="1">
              <a:defRPr kumimoji="0" lang="zh-CN">
                <a:solidFill>
                  <a:schemeClr val="bg1"/>
                </a:solidFill>
              </a:defRPr>
            </a:lvl1pPr>
          </a:lstStyle>
          <a:p>
            <a:endParaRPr lang="zh-CN" altLang="en-US"/>
          </a:p>
        </p:txBody>
      </p:sp>
      <p:sp>
        <p:nvSpPr>
          <p:cNvPr id="18" name="Slide Number Placeholder 4"/>
          <p:cNvSpPr>
            <a:spLocks noGrp="1"/>
          </p:cNvSpPr>
          <p:nvPr>
            <p:ph type="sldNum" sz="quarter" idx="12"/>
          </p:nvPr>
        </p:nvSpPr>
        <p:spPr>
          <a:xfrm>
            <a:off x="8737600" y="6553200"/>
            <a:ext cx="2844800" cy="304800"/>
          </a:xfrm>
        </p:spPr>
        <p:txBody>
          <a:bodyPr/>
          <a:lstStyle>
            <a:lvl1pPr eaLnBrk="1" latinLnBrk="0" hangingPunct="1">
              <a:defRPr kumimoji="0" lang="zh-CN">
                <a:solidFill>
                  <a:schemeClr val="bg1"/>
                </a:solidFill>
              </a:defRPr>
            </a:lvl1pPr>
          </a:lstStyle>
          <a:p>
            <a:fld id="{DB6769B4-5047-4DE8-962E-21FF2E18E5B7}" type="slidenum">
              <a:rPr lang="zh-CN" altLang="en-US" smtClean="0"/>
              <a:t>‹#›</a:t>
            </a:fld>
            <a:endParaRPr lang="zh-CN" altLang="en-US"/>
          </a:p>
        </p:txBody>
      </p:sp>
    </p:spTree>
    <p:extLst>
      <p:ext uri="{BB962C8B-B14F-4D97-AF65-F5344CB8AC3E}">
        <p14:creationId xmlns:p14="http://schemas.microsoft.com/office/powerpoint/2010/main" val="178263557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照片(带标题)">
    <p:spTree>
      <p:nvGrpSpPr>
        <p:cNvPr id="1" name=""/>
        <p:cNvGrpSpPr/>
        <p:nvPr/>
      </p:nvGrpSpPr>
      <p:grpSpPr>
        <a:xfrm>
          <a:off x="0" y="0"/>
          <a:ext cx="0" cy="0"/>
          <a:chOff x="0" y="0"/>
          <a:chExt cx="0" cy="0"/>
        </a:xfrm>
      </p:grpSpPr>
      <p:sp>
        <p:nvSpPr>
          <p:cNvPr id="8" name="Rectangle 7"/>
          <p:cNvSpPr/>
          <p:nvPr/>
        </p:nvSpPr>
        <p:spPr>
          <a:xfrm>
            <a:off x="0" y="6096000"/>
            <a:ext cx="11379200" cy="76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7" name="Picture Placeholder 6"/>
          <p:cNvSpPr>
            <a:spLocks noGrp="1"/>
          </p:cNvSpPr>
          <p:nvPr>
            <p:ph type="pic" sz="quarter" idx="10"/>
          </p:nvPr>
        </p:nvSpPr>
        <p:spPr>
          <a:xfrm>
            <a:off x="0" y="0"/>
            <a:ext cx="11379200" cy="6096000"/>
          </a:xfrm>
        </p:spPr>
        <p:txBody>
          <a:bodyPr/>
          <a:lstStyle>
            <a:lvl1pPr algn="ctr" eaLnBrk="1" latinLnBrk="0" hangingPunct="1">
              <a:buNone/>
              <a:defRPr kumimoji="0" lang="zh-CN">
                <a:solidFill>
                  <a:schemeClr val="tx1">
                    <a:lumMod val="85000"/>
                    <a:lumOff val="15000"/>
                  </a:schemeClr>
                </a:solidFill>
              </a:defRPr>
            </a:lvl1pPr>
          </a:lstStyle>
          <a:p>
            <a:pPr eaLnBrk="1" latinLnBrk="0" hangingPunct="1"/>
            <a:r>
              <a:rPr lang="zh-CN" altLang="en-US"/>
              <a:t>单击图标添加图片</a:t>
            </a:r>
            <a:endParaRPr/>
          </a:p>
        </p:txBody>
      </p:sp>
      <p:sp>
        <p:nvSpPr>
          <p:cNvPr id="2" name="Title 1"/>
          <p:cNvSpPr>
            <a:spLocks noGrp="1"/>
          </p:cNvSpPr>
          <p:nvPr>
            <p:ph type="title"/>
          </p:nvPr>
        </p:nvSpPr>
        <p:spPr>
          <a:xfrm>
            <a:off x="203200" y="6172202"/>
            <a:ext cx="10972800" cy="571500"/>
          </a:xfrm>
        </p:spPr>
        <p:txBody>
          <a:bodyPr>
            <a:noAutofit/>
          </a:bodyPr>
          <a:lstStyle>
            <a:lvl1pPr algn="l" eaLnBrk="1" latinLnBrk="0" hangingPunct="1">
              <a:defRPr kumimoji="0" lang="zh-CN" sz="4800" b="1">
                <a:solidFill>
                  <a:schemeClr val="tx1">
                    <a:lumMod val="85000"/>
                    <a:lumOff val="15000"/>
                  </a:schemeClr>
                </a:solidFill>
              </a:defRPr>
            </a:lvl1pPr>
          </a:lstStyle>
          <a:p>
            <a:pPr eaLnBrk="1" latinLnBrk="0" hangingPunct="1"/>
            <a:r>
              <a:rPr lang="zh-CN" altLang="en-US"/>
              <a:t>单击此处编辑母版标题样式</a:t>
            </a:r>
            <a:endParaRPr/>
          </a:p>
        </p:txBody>
      </p:sp>
    </p:spTree>
    <p:extLst>
      <p:ext uri="{BB962C8B-B14F-4D97-AF65-F5344CB8AC3E}">
        <p14:creationId xmlns:p14="http://schemas.microsoft.com/office/powerpoint/2010/main" val="139912599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全页照片(带标题)">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t>2024/12/10</a:t>
            </a:fld>
            <a:endParaRPr lang="zh-CN" altLang="en-US"/>
          </a:p>
        </p:txBody>
      </p:sp>
      <p:sp>
        <p:nvSpPr>
          <p:cNvPr id="6" name="Footer Placeholder 5"/>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p:txBody>
          <a:bodyPr/>
          <a:lstStyle/>
          <a:p>
            <a:fld id="{DB6769B4-5047-4DE8-962E-21FF2E18E5B7}" type="slidenum">
              <a:rPr lang="zh-CN" altLang="en-US" smtClean="0"/>
              <a:t>‹#›</a:t>
            </a:fld>
            <a:endParaRPr lang="zh-CN" altLang="en-US"/>
          </a:p>
        </p:txBody>
      </p:sp>
      <p:sp>
        <p:nvSpPr>
          <p:cNvPr id="8" name="Rectangle 6"/>
          <p:cNvSpPr>
            <a:spLocks noGrp="1" noChangeAspect="1"/>
          </p:cNvSpPr>
          <p:nvPr>
            <p:ph type="pic" sz="quarter" idx="13"/>
          </p:nvPr>
        </p:nvSpPr>
        <p:spPr>
          <a:xfrm>
            <a:off x="0" y="0"/>
            <a:ext cx="12192000" cy="6858000"/>
          </a:xfrm>
          <a:no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eaLnBrk="1" latinLnBrk="0" hangingPunct="1">
              <a:spcBef>
                <a:spcPct val="20000"/>
              </a:spcBef>
              <a:buFontTx/>
              <a:buNone/>
              <a:defRPr kumimoji="0" lang="zh-CN" sz="3200">
                <a:solidFill>
                  <a:schemeClr val="tx1">
                    <a:lumMod val="75000"/>
                    <a:lumOff val="2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2" name="Text Placeholder 10"/>
          <p:cNvSpPr>
            <a:spLocks noGrp="1"/>
          </p:cNvSpPr>
          <p:nvPr>
            <p:ph type="body" sz="quarter" idx="14" hasCustomPrompt="1"/>
          </p:nvPr>
        </p:nvSpPr>
        <p:spPr>
          <a:xfrm>
            <a:off x="6807200" y="5257803"/>
            <a:ext cx="5384800" cy="505047"/>
          </a:xfrm>
          <a:solidFill>
            <a:schemeClr val="tx1">
              <a:alpha val="46000"/>
            </a:schemeClr>
          </a:solidFill>
        </p:spPr>
        <p:txBody>
          <a:bodyPr>
            <a:normAutofit/>
          </a:bodyPr>
          <a:lstStyle>
            <a:lvl1pPr eaLnBrk="1" latinLnBrk="0" hangingPunct="1">
              <a:buNone/>
              <a:defRPr kumimoji="0" lang="zh-CN" sz="3733" baseline="0">
                <a:solidFill>
                  <a:schemeClr val="bg1"/>
                </a:solidFill>
              </a:defRPr>
            </a:lvl1pPr>
          </a:lstStyle>
          <a:p>
            <a:pPr lvl="0"/>
            <a:r>
              <a:rPr kumimoji="0" lang="zh-CN"/>
              <a:t>单击此处添加标题</a:t>
            </a:r>
          </a:p>
        </p:txBody>
      </p:sp>
    </p:spTree>
    <p:extLst>
      <p:ext uri="{BB962C8B-B14F-4D97-AF65-F5344CB8AC3E}">
        <p14:creationId xmlns:p14="http://schemas.microsoft.com/office/powerpoint/2010/main" val="47139028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102784" y="260349"/>
            <a:ext cx="8955616" cy="642939"/>
          </a:xfrm>
        </p:spPr>
        <p:txBody>
          <a:bodyPr/>
          <a:lstStyle/>
          <a:p>
            <a:r>
              <a:rPr lang="zh-CN" altLang="en-US"/>
              <a:t>单击此处编辑母版标题样式</a:t>
            </a:r>
          </a:p>
        </p:txBody>
      </p:sp>
      <p:sp>
        <p:nvSpPr>
          <p:cNvPr id="3" name="文本占位符 2"/>
          <p:cNvSpPr>
            <a:spLocks noGrp="1"/>
          </p:cNvSpPr>
          <p:nvPr>
            <p:ph type="body" sz="half" idx="1"/>
          </p:nvPr>
        </p:nvSpPr>
        <p:spPr>
          <a:xfrm>
            <a:off x="239184" y="1196977"/>
            <a:ext cx="5384800" cy="43910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827184" y="1196977"/>
            <a:ext cx="5384800" cy="21193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827184" y="3468688"/>
            <a:ext cx="5384800" cy="2119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0"/>
          </p:nvPr>
        </p:nvSpPr>
        <p:spPr>
          <a:xfrm>
            <a:off x="10896600" y="6237288"/>
            <a:ext cx="1295400" cy="457200"/>
          </a:xfrm>
          <a:prstGeom prst="rect">
            <a:avLst/>
          </a:prstGeom>
        </p:spPr>
        <p:txBody>
          <a:bodyPr/>
          <a:lstStyle>
            <a:lvl1pPr>
              <a:defRPr/>
            </a:lvl1pPr>
          </a:lstStyle>
          <a:p>
            <a:fld id="{D00DB924-A882-4621-90E0-F653FD133198}" type="slidenum">
              <a:rPr lang="en-US" altLang="zh-CN"/>
              <a:pPr/>
              <a:t>‹#›</a:t>
            </a:fld>
            <a:endParaRPr lang="en-US" altLang="zh-CN"/>
          </a:p>
        </p:txBody>
      </p:sp>
    </p:spTree>
    <p:extLst>
      <p:ext uri="{BB962C8B-B14F-4D97-AF65-F5344CB8AC3E}">
        <p14:creationId xmlns:p14="http://schemas.microsoft.com/office/powerpoint/2010/main" val="3981451295"/>
      </p:ext>
    </p:extLst>
  </p:cSld>
  <p:clrMapOvr>
    <a:masterClrMapping/>
  </p:clrMapOvr>
  <p:transition>
    <p:random/>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102784" y="260349"/>
            <a:ext cx="8955616" cy="642939"/>
          </a:xfrm>
        </p:spPr>
        <p:txBody>
          <a:bodyPr/>
          <a:lstStyle/>
          <a:p>
            <a:r>
              <a:rPr lang="zh-CN" altLang="en-US"/>
              <a:t>单击此处编辑母版标题样式</a:t>
            </a:r>
          </a:p>
        </p:txBody>
      </p:sp>
      <p:sp>
        <p:nvSpPr>
          <p:cNvPr id="3" name="内容占位符 2"/>
          <p:cNvSpPr>
            <a:spLocks noGrp="1"/>
          </p:cNvSpPr>
          <p:nvPr>
            <p:ph sz="quarter" idx="1"/>
          </p:nvPr>
        </p:nvSpPr>
        <p:spPr>
          <a:xfrm>
            <a:off x="239184" y="1196977"/>
            <a:ext cx="5384800" cy="21193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827184" y="1196977"/>
            <a:ext cx="5384800" cy="21193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239184" y="3468688"/>
            <a:ext cx="5384800" cy="2119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5827184" y="3468688"/>
            <a:ext cx="5384800" cy="2119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灯片编号占位符 6"/>
          <p:cNvSpPr>
            <a:spLocks noGrp="1"/>
          </p:cNvSpPr>
          <p:nvPr>
            <p:ph type="sldNum" sz="quarter" idx="10"/>
          </p:nvPr>
        </p:nvSpPr>
        <p:spPr>
          <a:xfrm>
            <a:off x="10896600" y="6237288"/>
            <a:ext cx="1295400" cy="457200"/>
          </a:xfrm>
        </p:spPr>
        <p:txBody>
          <a:bodyPr/>
          <a:lstStyle>
            <a:lvl1pPr>
              <a:defRPr/>
            </a:lvl1pPr>
          </a:lstStyle>
          <a:p>
            <a:fld id="{7CE550D6-A740-4699-B576-21E308412002}" type="slidenum">
              <a:rPr lang="en-US" altLang="zh-CN"/>
              <a:pPr/>
              <a:t>‹#›</a:t>
            </a:fld>
            <a:endParaRPr lang="en-US" altLang="zh-CN"/>
          </a:p>
        </p:txBody>
      </p:sp>
    </p:spTree>
    <p:extLst>
      <p:ext uri="{BB962C8B-B14F-4D97-AF65-F5344CB8AC3E}">
        <p14:creationId xmlns:p14="http://schemas.microsoft.com/office/powerpoint/2010/main" val="3537293313"/>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9" Type="http://schemas.openxmlformats.org/officeDocument/2006/relationships/slideLayout" Target="../slideLayouts/slideLayout65.xml"/><Relationship Id="rId21" Type="http://schemas.openxmlformats.org/officeDocument/2006/relationships/slideLayout" Target="../slideLayouts/slideLayout47.xml"/><Relationship Id="rId34" Type="http://schemas.openxmlformats.org/officeDocument/2006/relationships/slideLayout" Target="../slideLayouts/slideLayout60.xml"/><Relationship Id="rId42" Type="http://schemas.openxmlformats.org/officeDocument/2006/relationships/theme" Target="../theme/theme4.xml"/><Relationship Id="rId47" Type="http://schemas.openxmlformats.org/officeDocument/2006/relationships/image" Target="../media/image15.jpeg"/><Relationship Id="rId7" Type="http://schemas.openxmlformats.org/officeDocument/2006/relationships/slideLayout" Target="../slideLayouts/slideLayout3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9" Type="http://schemas.openxmlformats.org/officeDocument/2006/relationships/slideLayout" Target="../slideLayouts/slideLayout55.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32" Type="http://schemas.openxmlformats.org/officeDocument/2006/relationships/slideLayout" Target="../slideLayouts/slideLayout58.xml"/><Relationship Id="rId37" Type="http://schemas.openxmlformats.org/officeDocument/2006/relationships/slideLayout" Target="../slideLayouts/slideLayout63.xml"/><Relationship Id="rId40" Type="http://schemas.openxmlformats.org/officeDocument/2006/relationships/slideLayout" Target="../slideLayouts/slideLayout66.xml"/><Relationship Id="rId45" Type="http://schemas.openxmlformats.org/officeDocument/2006/relationships/image" Target="../media/image14.png"/><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slideLayout" Target="../slideLayouts/slideLayout54.xml"/><Relationship Id="rId36" Type="http://schemas.openxmlformats.org/officeDocument/2006/relationships/slideLayout" Target="../slideLayouts/slideLayout62.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31" Type="http://schemas.openxmlformats.org/officeDocument/2006/relationships/slideLayout" Target="../slideLayouts/slideLayout57.xml"/><Relationship Id="rId44" Type="http://schemas.microsoft.com/office/2007/relationships/hdphoto" Target="../media/hdphoto1.wdp"/><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slideLayout" Target="../slideLayouts/slideLayout53.xml"/><Relationship Id="rId30" Type="http://schemas.openxmlformats.org/officeDocument/2006/relationships/slideLayout" Target="../slideLayouts/slideLayout56.xml"/><Relationship Id="rId35" Type="http://schemas.openxmlformats.org/officeDocument/2006/relationships/slideLayout" Target="../slideLayouts/slideLayout61.xml"/><Relationship Id="rId43" Type="http://schemas.openxmlformats.org/officeDocument/2006/relationships/image" Target="../media/image13.png"/><Relationship Id="rId48" Type="http://schemas.openxmlformats.org/officeDocument/2006/relationships/image" Target="../media/image16.jpeg"/><Relationship Id="rId8" Type="http://schemas.openxmlformats.org/officeDocument/2006/relationships/slideLayout" Target="../slideLayouts/slideLayout34.xml"/><Relationship Id="rId3" Type="http://schemas.openxmlformats.org/officeDocument/2006/relationships/slideLayout" Target="../slideLayouts/slideLayout29.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33" Type="http://schemas.openxmlformats.org/officeDocument/2006/relationships/slideLayout" Target="../slideLayouts/slideLayout59.xml"/><Relationship Id="rId38" Type="http://schemas.openxmlformats.org/officeDocument/2006/relationships/slideLayout" Target="../slideLayouts/slideLayout64.xml"/><Relationship Id="rId46" Type="http://schemas.microsoft.com/office/2007/relationships/hdphoto" Target="../media/hdphoto2.wdp"/><Relationship Id="rId20" Type="http://schemas.openxmlformats.org/officeDocument/2006/relationships/slideLayout" Target="../slideLayouts/slideLayout46.xml"/><Relationship Id="rId41"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325A4A-BAED-4624-90D1-88F38BD6F015}" type="datetimeFigureOut">
              <a:rPr lang="zh-CN" altLang="en-US" smtClean="0"/>
              <a:pPr/>
              <a:t>2024/12/10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485666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6"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609600" y="467834"/>
            <a:ext cx="10972800" cy="565833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p:txBody>
      </p:sp>
    </p:spTree>
    <p:extLst>
      <p:ext uri="{BB962C8B-B14F-4D97-AF65-F5344CB8AC3E}">
        <p14:creationId xmlns:p14="http://schemas.microsoft.com/office/powerpoint/2010/main" val="5489123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mc:AlternateContent xmlns:mc="http://schemas.openxmlformats.org/markup-compatibility/2006" xmlns:p14="http://schemas.microsoft.com/office/powerpoint/2010/main">
    <mc:Choice Requires="p14">
      <p:transition spd="slow" p14:dur="2000">
        <p:split orient="vert"/>
      </p:transition>
    </mc:Choice>
    <mc:Fallback xmlns="">
      <p:transition spd="slow">
        <p:split orient="vert"/>
      </p:transition>
    </mc:Fallback>
  </mc:AlternateConten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325A4A-BAED-4624-90D1-88F38BD6F015}" type="datetimeFigureOut">
              <a:rPr lang="zh-CN" altLang="en-US" smtClean="0"/>
              <a:t>2024/12/10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BD1F3D-25D0-41EF-98EA-A8204D8B08F6}" type="slidenum">
              <a:rPr lang="zh-CN" altLang="en-US" smtClean="0"/>
              <a:t>‹#›</a:t>
            </a:fld>
            <a:endParaRPr lang="zh-CN" altLang="en-US"/>
          </a:p>
        </p:txBody>
      </p:sp>
    </p:spTree>
    <p:extLst>
      <p:ext uri="{BB962C8B-B14F-4D97-AF65-F5344CB8AC3E}">
        <p14:creationId xmlns:p14="http://schemas.microsoft.com/office/powerpoint/2010/main" val="92551958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矩形 4"/>
          <p:cNvSpPr/>
          <p:nvPr userDrawn="1"/>
        </p:nvSpPr>
        <p:spPr>
          <a:xfrm>
            <a:off x="0" y="1316766"/>
            <a:ext cx="12192000" cy="4992556"/>
          </a:xfrm>
          <a:prstGeom prst="rect">
            <a:avLst/>
          </a:prstGeom>
          <a:blipFill dpi="0" rotWithShape="1">
            <a:blip r:embed="rId43">
              <a:extLst>
                <a:ext uri="{BEBA8EAE-BF5A-486C-A8C5-ECC9F3942E4B}">
                  <a14:imgProps xmlns:a14="http://schemas.microsoft.com/office/drawing/2010/main">
                    <a14:imgLayer r:embed="rId44">
                      <a14:imgEffect>
                        <a14:artisticTexturizer/>
                      </a14:imgEffect>
                    </a14:imgLayer>
                  </a14:imgProps>
                </a:ex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矩形 7"/>
          <p:cNvSpPr/>
          <p:nvPr userDrawn="1"/>
        </p:nvSpPr>
        <p:spPr>
          <a:xfrm flipH="1">
            <a:off x="0" y="0"/>
            <a:ext cx="10704512" cy="1316765"/>
          </a:xfrm>
          <a:prstGeom prst="rect">
            <a:avLst/>
          </a:prstGeom>
          <a:blipFill dpi="0" rotWithShape="1">
            <a:blip r:embed="rId45">
              <a:extLst>
                <a:ext uri="{BEBA8EAE-BF5A-486C-A8C5-ECC9F3942E4B}">
                  <a14:imgProps xmlns:a14="http://schemas.microsoft.com/office/drawing/2010/main">
                    <a14:imgLayer r:embed="rId46">
                      <a14:imgEffect>
                        <a14:artisticTexturizer/>
                      </a14:imgEffect>
                    </a14:imgLayer>
                  </a14:imgProps>
                </a:ex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4"/>
          </p:nvPr>
        </p:nvSpPr>
        <p:spPr>
          <a:xfrm>
            <a:off x="5039883" y="6349718"/>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0DE3DC3E-95AB-4C2E-9080-A75ACEF79FBB}" type="slidenum">
              <a:rPr lang="zh-CN" altLang="en-US" smtClean="0"/>
              <a:t>‹#›</a:t>
            </a:fld>
            <a:endParaRPr lang="zh-CN" altLang="en-US" dirty="0"/>
          </a:p>
        </p:txBody>
      </p:sp>
      <p:sp>
        <p:nvSpPr>
          <p:cNvPr id="4" name="五边形 3"/>
          <p:cNvSpPr/>
          <p:nvPr userDrawn="1"/>
        </p:nvSpPr>
        <p:spPr>
          <a:xfrm flipH="1">
            <a:off x="10031085" y="0"/>
            <a:ext cx="2160916" cy="1316765"/>
          </a:xfrm>
          <a:prstGeom prst="homePlate">
            <a:avLst/>
          </a:prstGeom>
          <a:blipFill dpi="0" rotWithShape="1">
            <a:blip r:embed="rId47"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0" name="矩形 9"/>
          <p:cNvSpPr/>
          <p:nvPr userDrawn="1"/>
        </p:nvSpPr>
        <p:spPr>
          <a:xfrm>
            <a:off x="528058" y="6309320"/>
            <a:ext cx="11663943" cy="548680"/>
          </a:xfrm>
          <a:prstGeom prst="rect">
            <a:avLst/>
          </a:prstGeom>
          <a:blipFill dpi="0" rotWithShape="1">
            <a:blip r:embed="rId45">
              <a:extLst>
                <a:ext uri="{BEBA8EAE-BF5A-486C-A8C5-ECC9F3942E4B}">
                  <a14:imgProps xmlns:a14="http://schemas.microsoft.com/office/drawing/2010/main">
                    <a14:imgLayer r:embed="rId46">
                      <a14:imgEffect>
                        <a14:artisticTexturizer/>
                      </a14:imgEffect>
                    </a14:imgLayer>
                  </a14:imgProps>
                </a:ex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1" name="五边形 10"/>
          <p:cNvSpPr/>
          <p:nvPr userDrawn="1"/>
        </p:nvSpPr>
        <p:spPr>
          <a:xfrm>
            <a:off x="1" y="6309321"/>
            <a:ext cx="1056116" cy="564600"/>
          </a:xfrm>
          <a:prstGeom prst="homePlate">
            <a:avLst/>
          </a:prstGeom>
          <a:blipFill dpi="0" rotWithShape="1">
            <a:blip r:embed="rId48"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 name="矩形 8"/>
          <p:cNvSpPr/>
          <p:nvPr userDrawn="1"/>
        </p:nvSpPr>
        <p:spPr>
          <a:xfrm>
            <a:off x="12170905" y="6224504"/>
            <a:ext cx="4655840" cy="615553"/>
          </a:xfrm>
          <a:prstGeom prst="rect">
            <a:avLst/>
          </a:prstGeom>
          <a:noFill/>
          <a:ln>
            <a:noFill/>
          </a:ln>
        </p:spPr>
        <p:txBody>
          <a:bodyPr wrap="square" lIns="121920" tIns="60960" rIns="121920" bIns="60960">
            <a:spAutoFit/>
          </a:bodyPr>
          <a:lstStyle/>
          <a:p>
            <a:pPr algn="l"/>
            <a:r>
              <a:rPr lang="zh-CN" altLang="en-US" sz="3200" b="1" i="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计算机与计算思维导论</a:t>
            </a:r>
          </a:p>
        </p:txBody>
      </p:sp>
      <p:sp>
        <p:nvSpPr>
          <p:cNvPr id="7" name="矩形 6"/>
          <p:cNvSpPr/>
          <p:nvPr userDrawn="1"/>
        </p:nvSpPr>
        <p:spPr>
          <a:xfrm>
            <a:off x="12336694" y="5637246"/>
            <a:ext cx="4224469" cy="1344149"/>
          </a:xfrm>
          <a:prstGeom prst="rect">
            <a:avLst/>
          </a:prstGeom>
          <a:solidFill>
            <a:srgbClr val="C1C4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extLst>
      <p:ext uri="{BB962C8B-B14F-4D97-AF65-F5344CB8AC3E}">
        <p14:creationId xmlns:p14="http://schemas.microsoft.com/office/powerpoint/2010/main" val="146859843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 id="2147483704" r:id="rId27"/>
    <p:sldLayoutId id="2147483705" r:id="rId28"/>
    <p:sldLayoutId id="2147483706" r:id="rId29"/>
    <p:sldLayoutId id="2147483707" r:id="rId30"/>
    <p:sldLayoutId id="2147483708" r:id="rId31"/>
    <p:sldLayoutId id="2147483709" r:id="rId32"/>
    <p:sldLayoutId id="2147483710" r:id="rId33"/>
    <p:sldLayoutId id="2147483711" r:id="rId34"/>
    <p:sldLayoutId id="2147483712" r:id="rId35"/>
    <p:sldLayoutId id="2147483713" r:id="rId36"/>
    <p:sldLayoutId id="2147483714" r:id="rId37"/>
    <p:sldLayoutId id="2147483715" r:id="rId38"/>
    <p:sldLayoutId id="2147483716" r:id="rId39"/>
    <p:sldLayoutId id="2147483717" r:id="rId40"/>
    <p:sldLayoutId id="2147483718" r:id="rId4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42000" decel="48000" fill="hold" grpId="0" nodeType="withEffect">
                                  <p:stCondLst>
                                    <p:cond delay="0"/>
                                  </p:stCondLst>
                                  <p:childTnLst>
                                    <p:animMotion origin="layout" path="M 3.88889E-6 -1.5546E-6 L -0.91754 -1.5546E-6 " pathEditMode="relative" rAng="0" ptsTypes="AA">
                                      <p:cBhvr>
                                        <p:cTn id="6" dur="10000" fill="hold"/>
                                        <p:tgtEl>
                                          <p:spTgt spid="9"/>
                                        </p:tgtEl>
                                        <p:attrNameLst>
                                          <p:attrName>ppt_x</p:attrName>
                                          <p:attrName>ppt_y</p:attrName>
                                        </p:attrNameLst>
                                      </p:cBhvr>
                                      <p:rCtr x="-4588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txStyles>
    <p:titleStyle>
      <a:lvl1pPr algn="ctr" defTabSz="1219170" rtl="0" eaLnBrk="1" latinLnBrk="0" hangingPunct="1">
        <a:spcBef>
          <a:spcPct val="0"/>
        </a:spcBef>
        <a:buNone/>
        <a:defRPr sz="5867" kern="1200">
          <a:solidFill>
            <a:schemeClr val="bg1"/>
          </a:solidFill>
          <a:latin typeface="黑体" panose="02010609060101010101" pitchFamily="49" charset="-122"/>
          <a:ea typeface="黑体" panose="02010609060101010101" pitchFamily="49" charset="-122"/>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华文楷体" panose="02010600040101010101" pitchFamily="2" charset="-122"/>
          <a:ea typeface="华文楷体" panose="02010600040101010101" pitchFamily="2" charset="-122"/>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22.png"/><Relationship Id="rId7"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2.png"/><Relationship Id="rId7" Type="http://schemas.openxmlformats.org/officeDocument/2006/relationships/diagramColors" Target="../diagrams/colors1.xm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1.xml"/><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2.xml"/><Relationship Id="rId1" Type="http://schemas.openxmlformats.org/officeDocument/2006/relationships/slideLayout" Target="../slideLayouts/slideLayout17.xml"/></Relationships>
</file>

<file path=ppt/slides/_rels/slide7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3.xml"/><Relationship Id="rId1" Type="http://schemas.openxmlformats.org/officeDocument/2006/relationships/slideLayout" Target="../slideLayouts/slideLayout17.xml"/></Relationships>
</file>

<file path=ppt/slides/_rels/slide7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4.xml"/><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7.xml"/></Relationships>
</file>

<file path=ppt/slides/_rels/slide7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6.xml"/><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7.xml"/></Relationships>
</file>

<file path=ppt/slides/_rels/slide8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8.xml"/><Relationship Id="rId1" Type="http://schemas.openxmlformats.org/officeDocument/2006/relationships/slideLayout" Target="../slideLayouts/slideLayout17.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8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9.xml"/><Relationship Id="rId1" Type="http://schemas.openxmlformats.org/officeDocument/2006/relationships/slideLayout" Target="../slideLayouts/slideLayout17.xml"/><Relationship Id="rId4" Type="http://schemas.openxmlformats.org/officeDocument/2006/relationships/image" Target="../media/image70.png"/></Relationships>
</file>

<file path=ppt/slides/_rels/slide8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0.xml"/><Relationship Id="rId1" Type="http://schemas.openxmlformats.org/officeDocument/2006/relationships/slideLayout" Target="../slideLayouts/slideLayout1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1.xml"/><Relationship Id="rId1" Type="http://schemas.openxmlformats.org/officeDocument/2006/relationships/slideLayout" Target="../slideLayouts/slideLayout1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7.xml"/></Relationships>
</file>

<file path=ppt/slides/_rels/slide8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2.xml"/><Relationship Id="rId1" Type="http://schemas.openxmlformats.org/officeDocument/2006/relationships/slideLayout" Target="../slideLayouts/slideLayout17.xml"/></Relationships>
</file>

<file path=ppt/slides/_rels/slide8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3.xml"/><Relationship Id="rId1" Type="http://schemas.openxmlformats.org/officeDocument/2006/relationships/slideLayout" Target="../slideLayouts/slideLayout17.xml"/></Relationships>
</file>

<file path=ppt/slides/_rels/slide8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4.xml"/><Relationship Id="rId1" Type="http://schemas.openxmlformats.org/officeDocument/2006/relationships/slideLayout" Target="../slideLayouts/slideLayout1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7.xml"/></Relationships>
</file>

<file path=ppt/slides/_rels/slide9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6.xml"/><Relationship Id="rId1" Type="http://schemas.openxmlformats.org/officeDocument/2006/relationships/slideLayout" Target="../slideLayouts/slideLayout17.xml"/></Relationships>
</file>

<file path=ppt/slides/_rels/slide9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7.xml"/><Relationship Id="rId1" Type="http://schemas.openxmlformats.org/officeDocument/2006/relationships/slideLayout" Target="../slideLayouts/slideLayout17.xml"/></Relationships>
</file>

<file path=ppt/slides/_rels/slide9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8.xml"/><Relationship Id="rId1" Type="http://schemas.openxmlformats.org/officeDocument/2006/relationships/slideLayout" Target="../slideLayouts/slideLayout17.xml"/></Relationships>
</file>

<file path=ppt/slides/_rels/slide9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9.xml"/><Relationship Id="rId1" Type="http://schemas.openxmlformats.org/officeDocument/2006/relationships/slideLayout" Target="../slideLayouts/slideLayout17.xml"/></Relationships>
</file>

<file path=ppt/slides/_rels/slide9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0.xml"/><Relationship Id="rId1" Type="http://schemas.openxmlformats.org/officeDocument/2006/relationships/slideLayout" Target="../slideLayouts/slideLayout17.xml"/></Relationships>
</file>

<file path=ppt/slides/_rels/slide9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1.xml"/><Relationship Id="rId1" Type="http://schemas.openxmlformats.org/officeDocument/2006/relationships/slideLayout" Target="../slideLayouts/slideLayout17.xml"/></Relationships>
</file>

<file path=ppt/slides/_rels/slide9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2.xml"/><Relationship Id="rId1" Type="http://schemas.openxmlformats.org/officeDocument/2006/relationships/slideLayout" Target="../slideLayouts/slideLayout17.xml"/><Relationship Id="rId4" Type="http://schemas.openxmlformats.org/officeDocument/2006/relationships/image" Target="../media/image72.png"/></Relationships>
</file>

<file path=ppt/slides/_rels/slide9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7.xml"/></Relationships>
</file>

<file path=ppt/slides/_rels/slide9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3.xml"/><Relationship Id="rId1" Type="http://schemas.openxmlformats.org/officeDocument/2006/relationships/slideLayout" Target="../slideLayouts/slideLayout1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3999" y="155024"/>
            <a:ext cx="10521949" cy="2387600"/>
          </a:xfrm>
        </p:spPr>
        <p:txBody>
          <a:bodyPr>
            <a:normAutofit fontScale="90000"/>
          </a:bodyPr>
          <a:lstStyle/>
          <a:p>
            <a:r>
              <a:rPr lang="zh-CN" altLang="en-US" sz="9600" b="1" dirty="0">
                <a:solidFill>
                  <a:srgbClr val="843C0C"/>
                </a:solidFill>
                <a:latin typeface="华文楷体" panose="02010600040101010101" pitchFamily="2" charset="-122"/>
                <a:ea typeface="华文楷体" panose="02010600040101010101" pitchFamily="2" charset="-122"/>
              </a:rPr>
              <a:t>第三章 计算机系统和存储</a:t>
            </a:r>
          </a:p>
        </p:txBody>
      </p:sp>
      <p:pic>
        <p:nvPicPr>
          <p:cNvPr id="4" name="图片 3">
            <a:extLst>
              <a:ext uri="{FF2B5EF4-FFF2-40B4-BE49-F238E27FC236}">
                <a16:creationId xmlns:a16="http://schemas.microsoft.com/office/drawing/2014/main" id="{A7A974B1-CF7E-F81A-EDDF-A5288C7DB66D}"/>
              </a:ext>
            </a:extLst>
          </p:cNvPr>
          <p:cNvPicPr>
            <a:picLocks noChangeAspect="1"/>
          </p:cNvPicPr>
          <p:nvPr/>
        </p:nvPicPr>
        <p:blipFill rotWithShape="1">
          <a:blip r:embed="rId2"/>
          <a:srcRect r="-727" b="12682"/>
          <a:stretch/>
        </p:blipFill>
        <p:spPr>
          <a:xfrm>
            <a:off x="3711896" y="2683590"/>
            <a:ext cx="3997939" cy="4107262"/>
          </a:xfrm>
          <a:prstGeom prst="rect">
            <a:avLst/>
          </a:prstGeom>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482" y="2683590"/>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9368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2729" y="0"/>
            <a:ext cx="10515600" cy="1325563"/>
          </a:xfrm>
        </p:spPr>
        <p:txBody>
          <a:bodyPr>
            <a:normAutofit/>
          </a:bodyPr>
          <a:lstStyle/>
          <a:p>
            <a:pPr marL="571500" indent="-571500">
              <a:buFont typeface="Wingdings" panose="05000000000000000000" pitchFamily="2" charset="2"/>
              <a:buChar char="n"/>
            </a:pPr>
            <a:r>
              <a:rPr lang="zh-CN" altLang="en-US" sz="6000" b="1" dirty="0">
                <a:solidFill>
                  <a:srgbClr val="843C0C"/>
                </a:solidFill>
                <a:latin typeface="华文楷体" panose="02010600040101010101" pitchFamily="2" charset="-122"/>
                <a:ea typeface="华文楷体" panose="02010600040101010101" pitchFamily="2" charset="-122"/>
              </a:rPr>
              <a:t>提纲</a:t>
            </a:r>
          </a:p>
        </p:txBody>
      </p:sp>
      <p:sp>
        <p:nvSpPr>
          <p:cNvPr id="3" name="内容占位符 2"/>
          <p:cNvSpPr>
            <a:spLocks noGrp="1"/>
          </p:cNvSpPr>
          <p:nvPr>
            <p:ph idx="1"/>
          </p:nvPr>
        </p:nvSpPr>
        <p:spPr>
          <a:xfrm>
            <a:off x="638415" y="1375349"/>
            <a:ext cx="11553585" cy="5401968"/>
          </a:xfrm>
        </p:spPr>
        <p:txBody>
          <a:bodyPr>
            <a:normAutofit/>
          </a:bodyPr>
          <a:lstStyle/>
          <a:p>
            <a:pPr marL="342900" indent="-571500">
              <a:lnSpc>
                <a:spcPts val="6500"/>
              </a:lnSpc>
              <a:buFont typeface="Wingdings" panose="05000000000000000000" pitchFamily="2" charset="2"/>
              <a:buChar char="Ø"/>
            </a:pPr>
            <a:r>
              <a:rPr lang="zh-CN" altLang="en-US"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 </a:t>
            </a:r>
            <a:r>
              <a:rPr lang="en-US" altLang="zh-CN"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3.1 </a:t>
            </a:r>
            <a:r>
              <a:rPr lang="zh-CN" altLang="en-US"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硬件</a:t>
            </a:r>
            <a:endParaRPr lang="en-US" altLang="zh-CN"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a:p>
            <a:pPr marL="342900" indent="-571500">
              <a:lnSpc>
                <a:spcPts val="6500"/>
              </a:lnSpc>
              <a:buFont typeface="Wingdings" panose="05000000000000000000" pitchFamily="2" charset="2"/>
              <a:buChar char="Ø"/>
            </a:pPr>
            <a:r>
              <a:rPr lang="zh-CN" altLang="en-US"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 </a:t>
            </a:r>
            <a:r>
              <a:rPr lang="en-US" altLang="zh-CN"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3.2 </a:t>
            </a:r>
            <a:r>
              <a:rPr lang="zh-CN" altLang="en-US"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软件</a:t>
            </a:r>
            <a:endParaRPr lang="en-US" altLang="zh-CN"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a:p>
            <a:pPr marL="342900" indent="-571500">
              <a:lnSpc>
                <a:spcPts val="6500"/>
              </a:lnSpc>
              <a:buFont typeface="Wingdings" panose="05000000000000000000" pitchFamily="2" charset="2"/>
              <a:buChar char="Ø"/>
            </a:pPr>
            <a:r>
              <a:rPr lang="zh-CN" altLang="en-US"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 </a:t>
            </a:r>
            <a:r>
              <a:rPr lang="en-US" altLang="zh-CN"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3.3 </a:t>
            </a:r>
            <a:r>
              <a:rPr lang="zh-CN" altLang="en-US"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操作系统</a:t>
            </a:r>
            <a:endParaRPr lang="en-US" altLang="zh-CN"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a:p>
            <a:pPr marL="0" indent="0">
              <a:lnSpc>
                <a:spcPts val="6500"/>
              </a:lnSpc>
              <a:buNone/>
            </a:pPr>
            <a:endParaRPr lang="en-US" altLang="zh-CN"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p:txBody>
      </p:sp>
      <p:pic>
        <p:nvPicPr>
          <p:cNvPr id="9" name="Picture 2">
            <a:extLst>
              <a:ext uri="{FF2B5EF4-FFF2-40B4-BE49-F238E27FC236}">
                <a16:creationId xmlns:a16="http://schemas.microsoft.com/office/drawing/2014/main" id="{B7EEF413-BECD-2C23-2BE6-654A22F882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569" y="1025726"/>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圆角 4">
            <a:extLst>
              <a:ext uri="{FF2B5EF4-FFF2-40B4-BE49-F238E27FC236}">
                <a16:creationId xmlns:a16="http://schemas.microsoft.com/office/drawing/2014/main" id="{8DC5D14E-A83B-E4AA-B37C-9C376C65981D}"/>
              </a:ext>
            </a:extLst>
          </p:cNvPr>
          <p:cNvSpPr/>
          <p:nvPr/>
        </p:nvSpPr>
        <p:spPr>
          <a:xfrm>
            <a:off x="328258" y="1344720"/>
            <a:ext cx="11138572" cy="5050384"/>
          </a:xfrm>
          <a:prstGeom prst="roundRect">
            <a:avLst/>
          </a:prstGeom>
          <a:noFill/>
          <a:ln w="57150">
            <a:solidFill>
              <a:srgbClr val="843C0C"/>
            </a:solidFill>
            <a:prstDash val="dash"/>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66302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EC6F1240-D2E9-CD62-F968-B89C2CF62603}"/>
              </a:ext>
            </a:extLst>
          </p:cNvPr>
          <p:cNvSpPr txBox="1"/>
          <p:nvPr/>
        </p:nvSpPr>
        <p:spPr>
          <a:xfrm>
            <a:off x="828884" y="81073"/>
            <a:ext cx="10344149" cy="1277273"/>
          </a:xfrm>
          <a:prstGeom prst="rect">
            <a:avLst/>
          </a:prstGeom>
          <a:noFill/>
        </p:spPr>
        <p:txBody>
          <a:bodyPr wrap="square">
            <a:spAutoFit/>
          </a:bodyPr>
          <a:lstStyle/>
          <a:p>
            <a:pPr algn="ctr"/>
            <a:r>
              <a:rPr lang="en-US" altLang="zh-CN" sz="6600" b="1" dirty="0">
                <a:solidFill>
                  <a:srgbClr val="843C0C"/>
                </a:solidFill>
                <a:latin typeface="华文楷体" panose="02010600040101010101" pitchFamily="2" charset="-122"/>
                <a:ea typeface="华文楷体" panose="02010600040101010101" pitchFamily="2" charset="-122"/>
                <a:cs typeface="+mj-cs"/>
              </a:rPr>
              <a:t>3</a:t>
            </a:r>
            <a:r>
              <a:rPr kumimoji="0" lang="en-US" altLang="zh-CN" sz="6600" b="1" i="0" u="none" strike="noStrike" kern="1200" cap="none" spc="0" normalizeH="0" baseline="0" noProof="0" dirty="0">
                <a:ln>
                  <a:noFill/>
                </a:ln>
                <a:solidFill>
                  <a:srgbClr val="843C0C"/>
                </a:solidFill>
                <a:effectLst/>
                <a:uLnTx/>
                <a:uFillTx/>
                <a:latin typeface="华文楷体" panose="02010600040101010101" pitchFamily="2" charset="-122"/>
                <a:ea typeface="华文楷体" panose="02010600040101010101" pitchFamily="2" charset="-122"/>
                <a:cs typeface="+mj-cs"/>
              </a:rPr>
              <a:t>.1</a:t>
            </a:r>
            <a:r>
              <a:rPr kumimoji="0" lang="zh-CN" altLang="en-US" sz="6600" b="1" i="0" u="none" strike="noStrike" kern="1200" cap="none" spc="0" normalizeH="0" baseline="0" noProof="0" dirty="0">
                <a:ln>
                  <a:noFill/>
                </a:ln>
                <a:solidFill>
                  <a:srgbClr val="843C0C"/>
                </a:solidFill>
                <a:effectLst/>
                <a:uLnTx/>
                <a:uFillTx/>
                <a:latin typeface="华文楷体" panose="02010600040101010101" pitchFamily="2" charset="-122"/>
                <a:ea typeface="华文楷体" panose="02010600040101010101" pitchFamily="2" charset="-122"/>
                <a:cs typeface="+mj-cs"/>
              </a:rPr>
              <a:t>硬件总系统</a:t>
            </a:r>
          </a:p>
          <a:p>
            <a:pPr algn="ctr"/>
            <a:endParaRPr lang="zh-CN" altLang="en-US" sz="1100" dirty="0"/>
          </a:p>
        </p:txBody>
      </p:sp>
      <p:pic>
        <p:nvPicPr>
          <p:cNvPr id="9" name="Picture 2">
            <a:extLst>
              <a:ext uri="{FF2B5EF4-FFF2-40B4-BE49-F238E27FC236}">
                <a16:creationId xmlns:a16="http://schemas.microsoft.com/office/drawing/2014/main" id="{25B06186-C853-BB24-45AF-C4C752DAF7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对象 3">
            <a:extLst>
              <a:ext uri="{FF2B5EF4-FFF2-40B4-BE49-F238E27FC236}">
                <a16:creationId xmlns:a16="http://schemas.microsoft.com/office/drawing/2014/main" id="{7B79FD15-0CB1-2B3B-0E46-B760AD790059}"/>
              </a:ext>
            </a:extLst>
          </p:cNvPr>
          <p:cNvGraphicFramePr>
            <a:graphicFrameLocks noChangeAspect="1"/>
          </p:cNvGraphicFramePr>
          <p:nvPr>
            <p:extLst>
              <p:ext uri="{D42A27DB-BD31-4B8C-83A1-F6EECF244321}">
                <p14:modId xmlns:p14="http://schemas.microsoft.com/office/powerpoint/2010/main" val="280574958"/>
              </p:ext>
            </p:extLst>
          </p:nvPr>
        </p:nvGraphicFramePr>
        <p:xfrm>
          <a:off x="1837679" y="635071"/>
          <a:ext cx="8654288" cy="6038771"/>
        </p:xfrm>
        <a:graphic>
          <a:graphicData uri="http://schemas.openxmlformats.org/presentationml/2006/ole">
            <mc:AlternateContent xmlns:mc="http://schemas.openxmlformats.org/markup-compatibility/2006">
              <mc:Choice xmlns:v="urn:schemas-microsoft-com:vml" Requires="v">
                <p:oleObj name="Visio" r:id="rId4" imgW="2644536" imgH="1852012" progId="Visio.Drawing.11">
                  <p:embed/>
                </p:oleObj>
              </mc:Choice>
              <mc:Fallback>
                <p:oleObj name="Visio" r:id="rId4" imgW="2644536" imgH="1852012" progId="Visio.Drawing.11">
                  <p:embed/>
                  <p:pic>
                    <p:nvPicPr>
                      <p:cNvPr id="8" name="对象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7679" y="635071"/>
                        <a:ext cx="8654288" cy="6038771"/>
                      </a:xfrm>
                      <a:prstGeom prst="rect">
                        <a:avLst/>
                      </a:prstGeom>
                      <a:noFill/>
                    </p:spPr>
                  </p:pic>
                </p:oleObj>
              </mc:Fallback>
            </mc:AlternateContent>
          </a:graphicData>
        </a:graphic>
      </p:graphicFrame>
      <p:pic>
        <p:nvPicPr>
          <p:cNvPr id="11" name="图片 10">
            <a:extLst>
              <a:ext uri="{FF2B5EF4-FFF2-40B4-BE49-F238E27FC236}">
                <a16:creationId xmlns:a16="http://schemas.microsoft.com/office/drawing/2014/main" id="{7BEFE490-B7AC-0BFD-04EA-3EFEB2562E66}"/>
              </a:ext>
            </a:extLst>
          </p:cNvPr>
          <p:cNvPicPr>
            <a:picLocks noChangeAspect="1"/>
          </p:cNvPicPr>
          <p:nvPr/>
        </p:nvPicPr>
        <p:blipFill>
          <a:blip r:embed="rId6"/>
          <a:stretch>
            <a:fillRect/>
          </a:stretch>
        </p:blipFill>
        <p:spPr>
          <a:xfrm flipH="1">
            <a:off x="255940" y="2537701"/>
            <a:ext cx="1589397" cy="1905634"/>
          </a:xfrm>
          <a:prstGeom prst="rect">
            <a:avLst/>
          </a:prstGeom>
        </p:spPr>
      </p:pic>
      <p:pic>
        <p:nvPicPr>
          <p:cNvPr id="14" name="图片 13">
            <a:extLst>
              <a:ext uri="{FF2B5EF4-FFF2-40B4-BE49-F238E27FC236}">
                <a16:creationId xmlns:a16="http://schemas.microsoft.com/office/drawing/2014/main" id="{19C18384-1CA2-C438-62C5-D3E2CD119042}"/>
              </a:ext>
            </a:extLst>
          </p:cNvPr>
          <p:cNvPicPr>
            <a:picLocks noChangeAspect="1"/>
          </p:cNvPicPr>
          <p:nvPr/>
        </p:nvPicPr>
        <p:blipFill>
          <a:blip r:embed="rId7"/>
          <a:stretch>
            <a:fillRect/>
          </a:stretch>
        </p:blipFill>
        <p:spPr>
          <a:xfrm>
            <a:off x="4425972" y="5273667"/>
            <a:ext cx="2628900" cy="1400175"/>
          </a:xfrm>
          <a:prstGeom prst="rect">
            <a:avLst/>
          </a:prstGeom>
        </p:spPr>
      </p:pic>
      <p:pic>
        <p:nvPicPr>
          <p:cNvPr id="15" name="图片 14">
            <a:extLst>
              <a:ext uri="{FF2B5EF4-FFF2-40B4-BE49-F238E27FC236}">
                <a16:creationId xmlns:a16="http://schemas.microsoft.com/office/drawing/2014/main" id="{F46F1EAC-9012-3D65-F43F-C0A0A54E4398}"/>
              </a:ext>
            </a:extLst>
          </p:cNvPr>
          <p:cNvPicPr>
            <a:picLocks noChangeAspect="1"/>
          </p:cNvPicPr>
          <p:nvPr/>
        </p:nvPicPr>
        <p:blipFill>
          <a:blip r:embed="rId8"/>
          <a:srcRect l="1489" r="10320" b="5937"/>
          <a:stretch/>
        </p:blipFill>
        <p:spPr>
          <a:xfrm>
            <a:off x="10446978" y="81073"/>
            <a:ext cx="1575542" cy="1325563"/>
          </a:xfrm>
          <a:prstGeom prst="rect">
            <a:avLst/>
          </a:prstGeom>
        </p:spPr>
      </p:pic>
      <p:sp>
        <p:nvSpPr>
          <p:cNvPr id="18" name="文本框 17">
            <a:extLst>
              <a:ext uri="{FF2B5EF4-FFF2-40B4-BE49-F238E27FC236}">
                <a16:creationId xmlns:a16="http://schemas.microsoft.com/office/drawing/2014/main" id="{0CF15238-694D-2ABE-F5FC-FA7E172129A2}"/>
              </a:ext>
            </a:extLst>
          </p:cNvPr>
          <p:cNvSpPr txBox="1"/>
          <p:nvPr/>
        </p:nvSpPr>
        <p:spPr>
          <a:xfrm rot="5400000">
            <a:off x="6327784" y="3126095"/>
            <a:ext cx="2636909" cy="646331"/>
          </a:xfrm>
          <a:prstGeom prst="rect">
            <a:avLst/>
          </a:prstGeom>
          <a:noFill/>
          <a:ln w="38100">
            <a:solidFill>
              <a:srgbClr val="843C0C"/>
            </a:solidFill>
          </a:ln>
        </p:spPr>
        <p:txBody>
          <a:bodyPr wrap="square">
            <a:spAutoFit/>
          </a:bodyPr>
          <a:lstStyle/>
          <a:p>
            <a:r>
              <a:rPr lang="zh-CN" altLang="en-US" sz="3600" b="1" dirty="0">
                <a:latin typeface="黑体" panose="02010609060101010101" pitchFamily="49" charset="-122"/>
                <a:ea typeface="黑体" panose="02010609060101010101" pitchFamily="49" charset="-122"/>
              </a:rPr>
              <a:t>总线子系统</a:t>
            </a:r>
            <a:endParaRPr lang="zh-CN" altLang="en-US" sz="3600" dirty="0">
              <a:latin typeface="黑体" panose="02010609060101010101" pitchFamily="49" charset="-122"/>
              <a:ea typeface="黑体" panose="02010609060101010101" pitchFamily="49" charset="-122"/>
            </a:endParaRPr>
          </a:p>
        </p:txBody>
      </p:sp>
      <p:sp>
        <p:nvSpPr>
          <p:cNvPr id="21" name="左大括号 20">
            <a:extLst>
              <a:ext uri="{FF2B5EF4-FFF2-40B4-BE49-F238E27FC236}">
                <a16:creationId xmlns:a16="http://schemas.microsoft.com/office/drawing/2014/main" id="{E516485C-95A0-2903-EC7C-9E307E9D23EB}"/>
              </a:ext>
            </a:extLst>
          </p:cNvPr>
          <p:cNvSpPr/>
          <p:nvPr/>
        </p:nvSpPr>
        <p:spPr>
          <a:xfrm flipH="1">
            <a:off x="6832995" y="2405095"/>
            <a:ext cx="443753" cy="1905634"/>
          </a:xfrm>
          <a:prstGeom prst="leftBrace">
            <a:avLst>
              <a:gd name="adj1" fmla="val 8333"/>
              <a:gd name="adj2" fmla="val 52117"/>
            </a:avLst>
          </a:prstGeom>
          <a:ln w="38100">
            <a:solidFill>
              <a:srgbClr val="843C0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410E0E37-A1D5-A843-96E9-EC218DA533F0}"/>
              </a:ext>
            </a:extLst>
          </p:cNvPr>
          <p:cNvSpPr/>
          <p:nvPr/>
        </p:nvSpPr>
        <p:spPr>
          <a:xfrm>
            <a:off x="9597491" y="365037"/>
            <a:ext cx="530059" cy="572469"/>
          </a:xfrm>
          <a:prstGeom prst="ellipse">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rgbClr val="0000FF"/>
                </a:solidFill>
                <a:effectLst>
                  <a:outerShdw blurRad="38100" dist="38100" dir="2700000" algn="tl">
                    <a:srgbClr val="000000">
                      <a:alpha val="43137"/>
                    </a:srgbClr>
                  </a:outerShdw>
                </a:effectLst>
              </a:rPr>
              <a:t>1</a:t>
            </a:r>
            <a:endParaRPr lang="zh-CN" altLang="en-US" sz="3600" b="1" dirty="0">
              <a:solidFill>
                <a:srgbClr val="0000FF"/>
              </a:solidFill>
              <a:effectLst>
                <a:outerShdw blurRad="38100" dist="38100" dir="2700000" algn="tl">
                  <a:srgbClr val="000000">
                    <a:alpha val="43137"/>
                  </a:srgbClr>
                </a:outerShdw>
              </a:effectLst>
            </a:endParaRPr>
          </a:p>
        </p:txBody>
      </p:sp>
      <p:sp>
        <p:nvSpPr>
          <p:cNvPr id="23" name="椭圆 22">
            <a:extLst>
              <a:ext uri="{FF2B5EF4-FFF2-40B4-BE49-F238E27FC236}">
                <a16:creationId xmlns:a16="http://schemas.microsoft.com/office/drawing/2014/main" id="{18BCDA83-F5E4-1559-02E5-BF05236A8A6D}"/>
              </a:ext>
            </a:extLst>
          </p:cNvPr>
          <p:cNvSpPr/>
          <p:nvPr/>
        </p:nvSpPr>
        <p:spPr>
          <a:xfrm>
            <a:off x="9916919" y="5102884"/>
            <a:ext cx="530059" cy="572469"/>
          </a:xfrm>
          <a:prstGeom prst="ellipse">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rgbClr val="0000FF"/>
                </a:solidFill>
                <a:effectLst>
                  <a:outerShdw blurRad="38100" dist="38100" dir="2700000" algn="tl">
                    <a:srgbClr val="000000">
                      <a:alpha val="43137"/>
                    </a:srgbClr>
                  </a:outerShdw>
                </a:effectLst>
              </a:rPr>
              <a:t>2</a:t>
            </a:r>
            <a:endParaRPr lang="zh-CN" altLang="en-US" sz="3600" b="1" dirty="0">
              <a:solidFill>
                <a:srgbClr val="0000FF"/>
              </a:solidFill>
              <a:effectLst>
                <a:outerShdw blurRad="38100" dist="38100" dir="2700000" algn="tl">
                  <a:srgbClr val="000000">
                    <a:alpha val="43137"/>
                  </a:srgbClr>
                </a:outerShdw>
              </a:effectLst>
            </a:endParaRPr>
          </a:p>
        </p:txBody>
      </p:sp>
      <p:sp>
        <p:nvSpPr>
          <p:cNvPr id="24" name="椭圆 23">
            <a:extLst>
              <a:ext uri="{FF2B5EF4-FFF2-40B4-BE49-F238E27FC236}">
                <a16:creationId xmlns:a16="http://schemas.microsoft.com/office/drawing/2014/main" id="{80C8574E-8BC4-160F-67FD-9C6EA799DACC}"/>
              </a:ext>
            </a:extLst>
          </p:cNvPr>
          <p:cNvSpPr/>
          <p:nvPr/>
        </p:nvSpPr>
        <p:spPr>
          <a:xfrm>
            <a:off x="3780373" y="2141440"/>
            <a:ext cx="530059" cy="572469"/>
          </a:xfrm>
          <a:prstGeom prst="ellipse">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rgbClr val="0000FF"/>
                </a:solidFill>
                <a:effectLst>
                  <a:outerShdw blurRad="38100" dist="38100" dir="2700000" algn="tl">
                    <a:srgbClr val="000000">
                      <a:alpha val="43137"/>
                    </a:srgbClr>
                  </a:outerShdw>
                </a:effectLst>
              </a:rPr>
              <a:t>3</a:t>
            </a:r>
            <a:endParaRPr lang="zh-CN" altLang="en-US" sz="3600" b="1" dirty="0">
              <a:solidFill>
                <a:srgbClr val="0000FF"/>
              </a:solidFill>
              <a:effectLst>
                <a:outerShdw blurRad="38100" dist="38100" dir="2700000" algn="tl">
                  <a:srgbClr val="000000">
                    <a:alpha val="43137"/>
                  </a:srgbClr>
                </a:outerShdw>
              </a:effectLst>
            </a:endParaRPr>
          </a:p>
        </p:txBody>
      </p:sp>
      <p:sp>
        <p:nvSpPr>
          <p:cNvPr id="26" name="椭圆 25">
            <a:extLst>
              <a:ext uri="{FF2B5EF4-FFF2-40B4-BE49-F238E27FC236}">
                <a16:creationId xmlns:a16="http://schemas.microsoft.com/office/drawing/2014/main" id="{F45BF36F-B90F-DE2A-D3EF-A0B08893CDDF}"/>
              </a:ext>
            </a:extLst>
          </p:cNvPr>
          <p:cNvSpPr/>
          <p:nvPr/>
        </p:nvSpPr>
        <p:spPr>
          <a:xfrm>
            <a:off x="6923860" y="1887604"/>
            <a:ext cx="530059" cy="572469"/>
          </a:xfrm>
          <a:prstGeom prst="ellipse">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rgbClr val="0000FF"/>
                </a:solidFill>
                <a:effectLst>
                  <a:outerShdw blurRad="38100" dist="38100" dir="2700000" algn="tl">
                    <a:srgbClr val="000000">
                      <a:alpha val="43137"/>
                    </a:srgbClr>
                  </a:outerShdw>
                </a:effectLst>
              </a:rPr>
              <a:t>4</a:t>
            </a:r>
            <a:endParaRPr lang="zh-CN" altLang="en-US" sz="3600" b="1" dirty="0">
              <a:solidFill>
                <a:srgbClr val="0000FF"/>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03662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7FF9A-5903-9A09-FCFB-3ACD826798A1}"/>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60066F1D-049C-09FF-402F-27AA587EB9C8}"/>
              </a:ext>
            </a:extLst>
          </p:cNvPr>
          <p:cNvSpPr txBox="1"/>
          <p:nvPr/>
        </p:nvSpPr>
        <p:spPr>
          <a:xfrm>
            <a:off x="828884" y="81073"/>
            <a:ext cx="10344149" cy="1277273"/>
          </a:xfrm>
          <a:prstGeom prst="rect">
            <a:avLst/>
          </a:prstGeom>
          <a:noFill/>
        </p:spPr>
        <p:txBody>
          <a:bodyPr wrap="square">
            <a:spAutoFit/>
          </a:bodyPr>
          <a:lstStyle/>
          <a:p>
            <a:pPr algn="ctr"/>
            <a:r>
              <a:rPr lang="en-US" altLang="zh-CN" sz="6600" b="1" dirty="0">
                <a:solidFill>
                  <a:srgbClr val="843C0C"/>
                </a:solidFill>
                <a:latin typeface="华文楷体" panose="02010600040101010101" pitchFamily="2" charset="-122"/>
                <a:ea typeface="华文楷体" panose="02010600040101010101" pitchFamily="2" charset="-122"/>
                <a:cs typeface="+mj-cs"/>
              </a:rPr>
              <a:t>3</a:t>
            </a:r>
            <a:r>
              <a:rPr kumimoji="0" lang="en-US" altLang="zh-CN" sz="6600" b="1" i="0" u="none" strike="noStrike" kern="1200" cap="none" spc="0" normalizeH="0" baseline="0" noProof="0" dirty="0">
                <a:ln>
                  <a:noFill/>
                </a:ln>
                <a:solidFill>
                  <a:srgbClr val="843C0C"/>
                </a:solidFill>
                <a:effectLst/>
                <a:uLnTx/>
                <a:uFillTx/>
                <a:latin typeface="华文楷体" panose="02010600040101010101" pitchFamily="2" charset="-122"/>
                <a:ea typeface="华文楷体" panose="02010600040101010101" pitchFamily="2" charset="-122"/>
                <a:cs typeface="+mj-cs"/>
              </a:rPr>
              <a:t>.1</a:t>
            </a:r>
            <a:r>
              <a:rPr kumimoji="0" lang="zh-CN" altLang="en-US" sz="6600" b="1" i="0" u="none" strike="noStrike" kern="1200" cap="none" spc="0" normalizeH="0" baseline="0" noProof="0" dirty="0">
                <a:ln>
                  <a:noFill/>
                </a:ln>
                <a:solidFill>
                  <a:srgbClr val="843C0C"/>
                </a:solidFill>
                <a:effectLst/>
                <a:uLnTx/>
                <a:uFillTx/>
                <a:latin typeface="华文楷体" panose="02010600040101010101" pitchFamily="2" charset="-122"/>
                <a:ea typeface="华文楷体" panose="02010600040101010101" pitchFamily="2" charset="-122"/>
                <a:cs typeface="+mj-cs"/>
              </a:rPr>
              <a:t>硬件总系统</a:t>
            </a:r>
          </a:p>
          <a:p>
            <a:pPr algn="ctr"/>
            <a:endParaRPr lang="zh-CN" altLang="en-US" sz="1100" dirty="0"/>
          </a:p>
        </p:txBody>
      </p:sp>
      <p:pic>
        <p:nvPicPr>
          <p:cNvPr id="9" name="Picture 2">
            <a:extLst>
              <a:ext uri="{FF2B5EF4-FFF2-40B4-BE49-F238E27FC236}">
                <a16:creationId xmlns:a16="http://schemas.microsoft.com/office/drawing/2014/main" id="{3D8B06EC-CD0A-9BBD-6941-29C93A0076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8EA07646-167C-650E-BDC5-2315F4814F0C}"/>
              </a:ext>
            </a:extLst>
          </p:cNvPr>
          <p:cNvSpPr txBox="1"/>
          <p:nvPr/>
        </p:nvSpPr>
        <p:spPr>
          <a:xfrm>
            <a:off x="404258" y="1079532"/>
            <a:ext cx="10521950" cy="4524315"/>
          </a:xfrm>
          <a:prstGeom prst="rect">
            <a:avLst/>
          </a:prstGeom>
          <a:noFill/>
        </p:spPr>
        <p:txBody>
          <a:bodyPr wrap="square">
            <a:spAutoFit/>
          </a:bodyPr>
          <a:lstStyle/>
          <a:p>
            <a:pPr marL="685800" indent="-685800" algn="just">
              <a:buFont typeface="Wingdings" panose="05000000000000000000" pitchFamily="2" charset="2"/>
              <a:buChar char="Ø"/>
            </a:pPr>
            <a:r>
              <a:rPr lang="zh-CN" altLang="en-US" sz="4800" b="1" dirty="0">
                <a:solidFill>
                  <a:srgbClr val="0000FF"/>
                </a:solidFill>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处理器</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：功能，组成，性能指标</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lgn="just">
              <a:buFont typeface="Wingdings" panose="05000000000000000000" pitchFamily="2" charset="2"/>
              <a:buChar char="Ø"/>
            </a:pPr>
            <a:r>
              <a:rPr lang="zh-CN" altLang="en-US" sz="4800" b="1" dirty="0">
                <a:solidFill>
                  <a:srgbClr val="0000FF"/>
                </a:solidFill>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存储器系统</a:t>
            </a:r>
            <a:r>
              <a:rPr lang="zh-CN" altLang="en-US"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虚拟内存原理，硬盘组成和性能指标，硬盘分区，文件格式，云存储，数据库技术</a:t>
            </a:r>
          </a:p>
          <a:p>
            <a:pPr marL="685800" indent="-685800" algn="just">
              <a:buFont typeface="Wingdings" panose="05000000000000000000" pitchFamily="2" charset="2"/>
              <a:buChar char="Ø"/>
            </a:pPr>
            <a:r>
              <a:rPr lang="en-US" altLang="zh-CN" sz="4800" b="1" dirty="0">
                <a:solidFill>
                  <a:srgbClr val="0000FF"/>
                </a:solidFill>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I/O</a:t>
            </a:r>
            <a:r>
              <a:rPr lang="zh-CN" altLang="en-US" sz="4800" b="1" dirty="0">
                <a:solidFill>
                  <a:srgbClr val="0000FF"/>
                </a:solidFill>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系统</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lgn="just">
              <a:buFont typeface="Wingdings" panose="05000000000000000000" pitchFamily="2" charset="2"/>
              <a:buChar char="Ø"/>
            </a:pPr>
            <a:r>
              <a:rPr lang="zh-CN" altLang="en-US" sz="4800" b="1" dirty="0">
                <a:solidFill>
                  <a:srgbClr val="0000FF"/>
                </a:solidFill>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总线系统</a:t>
            </a:r>
            <a:r>
              <a:rPr lang="zh-CN" altLang="en-US" sz="4800" b="1" dirty="0">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a:t>
            </a:r>
          </a:p>
        </p:txBody>
      </p:sp>
    </p:spTree>
    <p:extLst>
      <p:ext uri="{BB962C8B-B14F-4D97-AF65-F5344CB8AC3E}">
        <p14:creationId xmlns:p14="http://schemas.microsoft.com/office/powerpoint/2010/main" val="4880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62498-5856-9537-E33B-EF843658514A}"/>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4E379AA4-D098-8A1B-94AE-72BFAAFAD9BE}"/>
              </a:ext>
            </a:extLst>
          </p:cNvPr>
          <p:cNvSpPr txBox="1"/>
          <p:nvPr/>
        </p:nvSpPr>
        <p:spPr>
          <a:xfrm>
            <a:off x="828884" y="81073"/>
            <a:ext cx="10344149" cy="1277273"/>
          </a:xfrm>
          <a:prstGeom prst="rect">
            <a:avLst/>
          </a:prstGeom>
          <a:noFill/>
        </p:spPr>
        <p:txBody>
          <a:bodyPr wrap="square">
            <a:spAutoFit/>
          </a:bodyPr>
          <a:lstStyle/>
          <a:p>
            <a:pPr algn="ctr"/>
            <a:r>
              <a:rPr lang="en-US" altLang="zh-CN" sz="6600" b="1" dirty="0">
                <a:solidFill>
                  <a:srgbClr val="843C0C"/>
                </a:solidFill>
                <a:latin typeface="华文楷体" panose="02010600040101010101" pitchFamily="2" charset="-122"/>
                <a:ea typeface="华文楷体" panose="02010600040101010101" pitchFamily="2" charset="-122"/>
                <a:cs typeface="+mj-cs"/>
              </a:rPr>
              <a:t>3</a:t>
            </a:r>
            <a:r>
              <a:rPr kumimoji="0" lang="en-US" altLang="zh-CN" sz="6600" b="1" i="0" u="none" strike="noStrike" kern="1200" cap="none" spc="0" normalizeH="0" baseline="0" noProof="0" dirty="0">
                <a:ln>
                  <a:noFill/>
                </a:ln>
                <a:solidFill>
                  <a:srgbClr val="843C0C"/>
                </a:solidFill>
                <a:effectLst/>
                <a:uLnTx/>
                <a:uFillTx/>
                <a:latin typeface="华文楷体" panose="02010600040101010101" pitchFamily="2" charset="-122"/>
                <a:ea typeface="华文楷体" panose="02010600040101010101" pitchFamily="2" charset="-122"/>
                <a:cs typeface="+mj-cs"/>
              </a:rPr>
              <a:t>.1</a:t>
            </a:r>
            <a:r>
              <a:rPr kumimoji="0" lang="zh-CN" altLang="en-US" sz="6600" b="1" i="0" u="none" strike="noStrike" kern="1200" cap="none" spc="0" normalizeH="0" baseline="0" noProof="0" dirty="0">
                <a:ln>
                  <a:noFill/>
                </a:ln>
                <a:solidFill>
                  <a:srgbClr val="843C0C"/>
                </a:solidFill>
                <a:effectLst/>
                <a:uLnTx/>
                <a:uFillTx/>
                <a:latin typeface="华文楷体" panose="02010600040101010101" pitchFamily="2" charset="-122"/>
                <a:ea typeface="华文楷体" panose="02010600040101010101" pitchFamily="2" charset="-122"/>
                <a:cs typeface="+mj-cs"/>
              </a:rPr>
              <a:t>硬件总系统</a:t>
            </a:r>
          </a:p>
          <a:p>
            <a:pPr algn="ctr"/>
            <a:endParaRPr lang="zh-CN" altLang="en-US" sz="1100" dirty="0"/>
          </a:p>
        </p:txBody>
      </p:sp>
      <p:pic>
        <p:nvPicPr>
          <p:cNvPr id="9" name="Picture 2">
            <a:extLst>
              <a:ext uri="{FF2B5EF4-FFF2-40B4-BE49-F238E27FC236}">
                <a16:creationId xmlns:a16="http://schemas.microsoft.com/office/drawing/2014/main" id="{DC718A7F-1441-2038-9B2F-6A812AAE27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56888E14-E61D-0A9B-9A03-1067193BCE8A}"/>
              </a:ext>
            </a:extLst>
          </p:cNvPr>
          <p:cNvSpPr txBox="1"/>
          <p:nvPr/>
        </p:nvSpPr>
        <p:spPr>
          <a:xfrm>
            <a:off x="404258" y="1079532"/>
            <a:ext cx="10521950" cy="3046988"/>
          </a:xfrm>
          <a:prstGeom prst="rect">
            <a:avLst/>
          </a:prstGeom>
          <a:noFill/>
        </p:spPr>
        <p:txBody>
          <a:bodyPr wrap="square">
            <a:spAutoFit/>
          </a:bodyPr>
          <a:lstStyle/>
          <a:p>
            <a:pPr marL="685800" indent="-685800" algn="just">
              <a:buFont typeface="Wingdings" panose="05000000000000000000" pitchFamily="2" charset="2"/>
              <a:buChar char="Ø"/>
            </a:pPr>
            <a:r>
              <a:rPr lang="zh-CN" altLang="en-US" sz="4800" b="1" dirty="0">
                <a:solidFill>
                  <a:srgbClr val="0000FF"/>
                </a:solidFill>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处理器</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1</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）功能</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2</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）组成</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3</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）性能指标</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250297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9E9CE-0CF6-61B4-EF63-04FCF5DF2663}"/>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236E2431-7350-3BA5-72BD-E5FC00BCFBD6}"/>
              </a:ext>
            </a:extLst>
          </p:cNvPr>
          <p:cNvSpPr txBox="1"/>
          <p:nvPr/>
        </p:nvSpPr>
        <p:spPr>
          <a:xfrm>
            <a:off x="352386" y="0"/>
            <a:ext cx="6109252"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处理器功能</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F68839F2-CBA2-432A-47B2-CD74C69DA5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图片 14">
            <a:extLst>
              <a:ext uri="{FF2B5EF4-FFF2-40B4-BE49-F238E27FC236}">
                <a16:creationId xmlns:a16="http://schemas.microsoft.com/office/drawing/2014/main" id="{AE5A1ABB-D2F0-480C-3595-4B160A0770B7}"/>
              </a:ext>
            </a:extLst>
          </p:cNvPr>
          <p:cNvPicPr>
            <a:picLocks noChangeAspect="1"/>
          </p:cNvPicPr>
          <p:nvPr/>
        </p:nvPicPr>
        <p:blipFill>
          <a:blip r:embed="rId4"/>
          <a:srcRect l="1489" r="10320" b="5937"/>
          <a:stretch/>
        </p:blipFill>
        <p:spPr>
          <a:xfrm>
            <a:off x="10446978" y="81073"/>
            <a:ext cx="1575542" cy="1325563"/>
          </a:xfrm>
          <a:prstGeom prst="rect">
            <a:avLst/>
          </a:prstGeom>
        </p:spPr>
      </p:pic>
      <p:grpSp>
        <p:nvGrpSpPr>
          <p:cNvPr id="5" name="组合 4">
            <a:extLst>
              <a:ext uri="{FF2B5EF4-FFF2-40B4-BE49-F238E27FC236}">
                <a16:creationId xmlns:a16="http://schemas.microsoft.com/office/drawing/2014/main" id="{F77BA362-CFB8-B718-7FDF-55BBBE991FEC}"/>
              </a:ext>
            </a:extLst>
          </p:cNvPr>
          <p:cNvGrpSpPr/>
          <p:nvPr/>
        </p:nvGrpSpPr>
        <p:grpSpPr>
          <a:xfrm>
            <a:off x="637359" y="1287127"/>
            <a:ext cx="11258472" cy="1569660"/>
            <a:chOff x="651084" y="1875362"/>
            <a:chExt cx="9120541" cy="1569660"/>
          </a:xfrm>
        </p:grpSpPr>
        <p:sp>
          <p:nvSpPr>
            <p:cNvPr id="22" name="椭圆 21">
              <a:extLst>
                <a:ext uri="{FF2B5EF4-FFF2-40B4-BE49-F238E27FC236}">
                  <a16:creationId xmlns:a16="http://schemas.microsoft.com/office/drawing/2014/main" id="{9A7E4547-380B-3DF4-DA55-64A5EF2E05FA}"/>
                </a:ext>
              </a:extLst>
            </p:cNvPr>
            <p:cNvSpPr/>
            <p:nvPr/>
          </p:nvSpPr>
          <p:spPr>
            <a:xfrm>
              <a:off x="651084" y="2066764"/>
              <a:ext cx="484989" cy="572469"/>
            </a:xfrm>
            <a:prstGeom prst="ellipse">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rgbClr val="0000FF"/>
                  </a:solidFill>
                  <a:effectLst>
                    <a:outerShdw blurRad="38100" dist="38100" dir="2700000" algn="tl">
                      <a:srgbClr val="000000">
                        <a:alpha val="43137"/>
                      </a:srgbClr>
                    </a:outerShdw>
                  </a:effectLst>
                </a:rPr>
                <a:t>1</a:t>
              </a:r>
              <a:endParaRPr lang="zh-CN" altLang="en-US" sz="3600" b="1" dirty="0">
                <a:solidFill>
                  <a:srgbClr val="0000FF"/>
                </a:solidFill>
                <a:effectLst>
                  <a:outerShdw blurRad="38100" dist="38100" dir="2700000" algn="tl">
                    <a:srgbClr val="000000">
                      <a:alpha val="43137"/>
                    </a:srgbClr>
                  </a:outerShdw>
                </a:effectLst>
              </a:endParaRPr>
            </a:p>
          </p:txBody>
        </p:sp>
        <p:sp>
          <p:nvSpPr>
            <p:cNvPr id="3" name="文本框 2">
              <a:extLst>
                <a:ext uri="{FF2B5EF4-FFF2-40B4-BE49-F238E27FC236}">
                  <a16:creationId xmlns:a16="http://schemas.microsoft.com/office/drawing/2014/main" id="{5FD4AD83-DEC7-4A1A-47D3-6463DAD6DC49}"/>
                </a:ext>
              </a:extLst>
            </p:cNvPr>
            <p:cNvSpPr txBox="1"/>
            <p:nvPr/>
          </p:nvSpPr>
          <p:spPr>
            <a:xfrm>
              <a:off x="1362097" y="1875362"/>
              <a:ext cx="8409528" cy="1569660"/>
            </a:xfrm>
            <a:prstGeom prst="rect">
              <a:avLst/>
            </a:prstGeom>
            <a:noFill/>
          </p:spPr>
          <p:txBody>
            <a:bodyPr wrap="square">
              <a:spAutoFit/>
            </a:bodyPr>
            <a:lstStyle/>
            <a:p>
              <a:r>
                <a:rPr lang="zh-CN" altLang="en-US" sz="4800" b="1" dirty="0">
                  <a:solidFill>
                    <a:srgbClr val="843C0C"/>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指令控制</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：严格控制程序执行顺序，</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CPU</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首要任务</a:t>
              </a:r>
            </a:p>
          </p:txBody>
        </p:sp>
      </p:grpSp>
      <p:grpSp>
        <p:nvGrpSpPr>
          <p:cNvPr id="8" name="组合 7">
            <a:extLst>
              <a:ext uri="{FF2B5EF4-FFF2-40B4-BE49-F238E27FC236}">
                <a16:creationId xmlns:a16="http://schemas.microsoft.com/office/drawing/2014/main" id="{00077DC8-6C56-F0E7-77D2-BFD6D798280F}"/>
              </a:ext>
            </a:extLst>
          </p:cNvPr>
          <p:cNvGrpSpPr/>
          <p:nvPr/>
        </p:nvGrpSpPr>
        <p:grpSpPr>
          <a:xfrm>
            <a:off x="651083" y="2923913"/>
            <a:ext cx="10780677" cy="830997"/>
            <a:chOff x="651084" y="1875362"/>
            <a:chExt cx="9120541" cy="830997"/>
          </a:xfrm>
        </p:grpSpPr>
        <p:sp>
          <p:nvSpPr>
            <p:cNvPr id="10" name="椭圆 9">
              <a:extLst>
                <a:ext uri="{FF2B5EF4-FFF2-40B4-BE49-F238E27FC236}">
                  <a16:creationId xmlns:a16="http://schemas.microsoft.com/office/drawing/2014/main" id="{E60BE945-916E-896A-7E9B-B8DDC87B4355}"/>
                </a:ext>
              </a:extLst>
            </p:cNvPr>
            <p:cNvSpPr/>
            <p:nvPr/>
          </p:nvSpPr>
          <p:spPr>
            <a:xfrm>
              <a:off x="651084" y="2066764"/>
              <a:ext cx="484989" cy="572469"/>
            </a:xfrm>
            <a:prstGeom prst="ellipse">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rgbClr val="0000FF"/>
                  </a:solidFill>
                  <a:effectLst>
                    <a:outerShdw blurRad="38100" dist="38100" dir="2700000" algn="tl">
                      <a:srgbClr val="000000">
                        <a:alpha val="43137"/>
                      </a:srgbClr>
                    </a:outerShdw>
                  </a:effectLst>
                </a:rPr>
                <a:t>2</a:t>
              </a:r>
              <a:endParaRPr lang="zh-CN" altLang="en-US" sz="3600" b="1" dirty="0">
                <a:solidFill>
                  <a:srgbClr val="0000FF"/>
                </a:solidFill>
                <a:effectLst>
                  <a:outerShdw blurRad="38100" dist="38100" dir="2700000" algn="tl">
                    <a:srgbClr val="000000">
                      <a:alpha val="43137"/>
                    </a:srgbClr>
                  </a:outerShdw>
                </a:effectLst>
              </a:endParaRPr>
            </a:p>
          </p:txBody>
        </p:sp>
        <p:sp>
          <p:nvSpPr>
            <p:cNvPr id="13" name="文本框 12">
              <a:extLst>
                <a:ext uri="{FF2B5EF4-FFF2-40B4-BE49-F238E27FC236}">
                  <a16:creationId xmlns:a16="http://schemas.microsoft.com/office/drawing/2014/main" id="{5070B570-63CF-321D-F357-F3D303D7F062}"/>
                </a:ext>
              </a:extLst>
            </p:cNvPr>
            <p:cNvSpPr txBox="1"/>
            <p:nvPr/>
          </p:nvSpPr>
          <p:spPr>
            <a:xfrm>
              <a:off x="1362097" y="1875362"/>
              <a:ext cx="8409528" cy="830997"/>
            </a:xfrm>
            <a:prstGeom prst="rect">
              <a:avLst/>
            </a:prstGeom>
            <a:noFill/>
          </p:spPr>
          <p:txBody>
            <a:bodyPr wrap="square">
              <a:spAutoFit/>
            </a:bodyPr>
            <a:lstStyle/>
            <a:p>
              <a:r>
                <a:rPr lang="zh-CN" altLang="en-US" sz="4800" b="1" dirty="0">
                  <a:solidFill>
                    <a:srgbClr val="843C0C"/>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操作控制</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：控制其他控件协作</a:t>
              </a:r>
            </a:p>
          </p:txBody>
        </p:sp>
      </p:grpSp>
      <p:grpSp>
        <p:nvGrpSpPr>
          <p:cNvPr id="16" name="组合 15">
            <a:extLst>
              <a:ext uri="{FF2B5EF4-FFF2-40B4-BE49-F238E27FC236}">
                <a16:creationId xmlns:a16="http://schemas.microsoft.com/office/drawing/2014/main" id="{097C585D-DBB3-256B-A8EB-66AFD553C0C3}"/>
              </a:ext>
            </a:extLst>
          </p:cNvPr>
          <p:cNvGrpSpPr/>
          <p:nvPr/>
        </p:nvGrpSpPr>
        <p:grpSpPr>
          <a:xfrm>
            <a:off x="651083" y="3847593"/>
            <a:ext cx="11258472" cy="830997"/>
            <a:chOff x="651084" y="1875362"/>
            <a:chExt cx="9524759" cy="830997"/>
          </a:xfrm>
        </p:grpSpPr>
        <p:sp>
          <p:nvSpPr>
            <p:cNvPr id="17" name="椭圆 16">
              <a:extLst>
                <a:ext uri="{FF2B5EF4-FFF2-40B4-BE49-F238E27FC236}">
                  <a16:creationId xmlns:a16="http://schemas.microsoft.com/office/drawing/2014/main" id="{B6D6B1C7-3323-DF28-AA17-A38159A041DF}"/>
                </a:ext>
              </a:extLst>
            </p:cNvPr>
            <p:cNvSpPr/>
            <p:nvPr/>
          </p:nvSpPr>
          <p:spPr>
            <a:xfrm>
              <a:off x="651084" y="2066764"/>
              <a:ext cx="484989" cy="572469"/>
            </a:xfrm>
            <a:prstGeom prst="ellipse">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rgbClr val="0000FF"/>
                  </a:solidFill>
                  <a:effectLst>
                    <a:outerShdw blurRad="38100" dist="38100" dir="2700000" algn="tl">
                      <a:srgbClr val="000000">
                        <a:alpha val="43137"/>
                      </a:srgbClr>
                    </a:outerShdw>
                  </a:effectLst>
                </a:rPr>
                <a:t>3</a:t>
              </a:r>
              <a:endParaRPr lang="zh-CN" altLang="en-US" sz="3600" b="1" dirty="0">
                <a:solidFill>
                  <a:srgbClr val="0000FF"/>
                </a:solidFill>
                <a:effectLst>
                  <a:outerShdw blurRad="38100" dist="38100" dir="2700000" algn="tl">
                    <a:srgbClr val="000000">
                      <a:alpha val="43137"/>
                    </a:srgbClr>
                  </a:outerShdw>
                </a:effectLst>
              </a:endParaRPr>
            </a:p>
          </p:txBody>
        </p:sp>
        <p:sp>
          <p:nvSpPr>
            <p:cNvPr id="19" name="文本框 18">
              <a:extLst>
                <a:ext uri="{FF2B5EF4-FFF2-40B4-BE49-F238E27FC236}">
                  <a16:creationId xmlns:a16="http://schemas.microsoft.com/office/drawing/2014/main" id="{D5A987FE-0FF4-4839-9AA1-0A91849291A8}"/>
                </a:ext>
              </a:extLst>
            </p:cNvPr>
            <p:cNvSpPr txBox="1"/>
            <p:nvPr/>
          </p:nvSpPr>
          <p:spPr>
            <a:xfrm>
              <a:off x="1362097" y="1875362"/>
              <a:ext cx="8813746" cy="830997"/>
            </a:xfrm>
            <a:prstGeom prst="rect">
              <a:avLst/>
            </a:prstGeom>
            <a:noFill/>
          </p:spPr>
          <p:txBody>
            <a:bodyPr wrap="square">
              <a:spAutoFit/>
            </a:bodyPr>
            <a:lstStyle/>
            <a:p>
              <a:r>
                <a:rPr lang="zh-CN" altLang="en-US" sz="4800" b="1" dirty="0">
                  <a:solidFill>
                    <a:srgbClr val="843C0C"/>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时序控制</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：对操作信号施加时间控制</a:t>
              </a:r>
            </a:p>
          </p:txBody>
        </p:sp>
      </p:grpSp>
      <p:grpSp>
        <p:nvGrpSpPr>
          <p:cNvPr id="20" name="组合 19">
            <a:extLst>
              <a:ext uri="{FF2B5EF4-FFF2-40B4-BE49-F238E27FC236}">
                <a16:creationId xmlns:a16="http://schemas.microsoft.com/office/drawing/2014/main" id="{D97ECE9B-ED33-CDBF-91BB-A46D9770392D}"/>
              </a:ext>
            </a:extLst>
          </p:cNvPr>
          <p:cNvGrpSpPr/>
          <p:nvPr/>
        </p:nvGrpSpPr>
        <p:grpSpPr>
          <a:xfrm>
            <a:off x="651083" y="4745716"/>
            <a:ext cx="11062096" cy="1569660"/>
            <a:chOff x="651084" y="1875362"/>
            <a:chExt cx="9358624" cy="1569660"/>
          </a:xfrm>
        </p:grpSpPr>
        <p:sp>
          <p:nvSpPr>
            <p:cNvPr id="25" name="椭圆 24">
              <a:extLst>
                <a:ext uri="{FF2B5EF4-FFF2-40B4-BE49-F238E27FC236}">
                  <a16:creationId xmlns:a16="http://schemas.microsoft.com/office/drawing/2014/main" id="{4C49B4A9-66E3-0CB5-3DB4-7CFA9A8875B6}"/>
                </a:ext>
              </a:extLst>
            </p:cNvPr>
            <p:cNvSpPr/>
            <p:nvPr/>
          </p:nvSpPr>
          <p:spPr>
            <a:xfrm>
              <a:off x="651084" y="2066764"/>
              <a:ext cx="484989" cy="572469"/>
            </a:xfrm>
            <a:prstGeom prst="ellipse">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rgbClr val="0000FF"/>
                  </a:solidFill>
                  <a:effectLst>
                    <a:outerShdw blurRad="38100" dist="38100" dir="2700000" algn="tl">
                      <a:srgbClr val="000000">
                        <a:alpha val="43137"/>
                      </a:srgbClr>
                    </a:outerShdw>
                  </a:effectLst>
                </a:rPr>
                <a:t>4</a:t>
              </a:r>
              <a:endParaRPr lang="zh-CN" altLang="en-US" sz="3600" b="1" dirty="0">
                <a:solidFill>
                  <a:srgbClr val="0000FF"/>
                </a:solidFill>
                <a:effectLst>
                  <a:outerShdw blurRad="38100" dist="38100" dir="2700000" algn="tl">
                    <a:srgbClr val="000000">
                      <a:alpha val="43137"/>
                    </a:srgbClr>
                  </a:outerShdw>
                </a:effectLst>
              </a:endParaRPr>
            </a:p>
          </p:txBody>
        </p:sp>
        <p:sp>
          <p:nvSpPr>
            <p:cNvPr id="27" name="文本框 26">
              <a:extLst>
                <a:ext uri="{FF2B5EF4-FFF2-40B4-BE49-F238E27FC236}">
                  <a16:creationId xmlns:a16="http://schemas.microsoft.com/office/drawing/2014/main" id="{32FC3103-DEB3-AB58-5137-9CA4A3DD6F25}"/>
                </a:ext>
              </a:extLst>
            </p:cNvPr>
            <p:cNvSpPr txBox="1"/>
            <p:nvPr/>
          </p:nvSpPr>
          <p:spPr>
            <a:xfrm>
              <a:off x="1362097" y="1875362"/>
              <a:ext cx="8647611" cy="1569660"/>
            </a:xfrm>
            <a:prstGeom prst="rect">
              <a:avLst/>
            </a:prstGeom>
            <a:noFill/>
          </p:spPr>
          <p:txBody>
            <a:bodyPr wrap="square">
              <a:spAutoFit/>
            </a:bodyPr>
            <a:lstStyle/>
            <a:p>
              <a:pPr algn="just"/>
              <a:r>
                <a:rPr lang="zh-CN" altLang="en-US" sz="4800" b="1" dirty="0">
                  <a:solidFill>
                    <a:srgbClr val="843C0C"/>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数据控制</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：算术运算，逻辑运算，</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CPU</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根本任务</a:t>
              </a:r>
            </a:p>
          </p:txBody>
        </p:sp>
      </p:grpSp>
    </p:spTree>
    <p:extLst>
      <p:ext uri="{BB962C8B-B14F-4D97-AF65-F5344CB8AC3E}">
        <p14:creationId xmlns:p14="http://schemas.microsoft.com/office/powerpoint/2010/main" val="632439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69D6-A306-35F1-101E-8D1AF4DDFFAB}"/>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C960BD98-C502-E781-2D84-43A79DA8DABA}"/>
              </a:ext>
            </a:extLst>
          </p:cNvPr>
          <p:cNvSpPr txBox="1"/>
          <p:nvPr/>
        </p:nvSpPr>
        <p:spPr>
          <a:xfrm>
            <a:off x="169480" y="97011"/>
            <a:ext cx="6109252"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处理器组成</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73961C73-E786-71D6-DDB9-3CBA2FEF8B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直接连接符 5">
            <a:extLst>
              <a:ext uri="{FF2B5EF4-FFF2-40B4-BE49-F238E27FC236}">
                <a16:creationId xmlns:a16="http://schemas.microsoft.com/office/drawing/2014/main" id="{1045E7C4-727D-4B1F-5CC4-35BF424BF07B}"/>
              </a:ext>
            </a:extLst>
          </p:cNvPr>
          <p:cNvCxnSpPr/>
          <p:nvPr/>
        </p:nvCxnSpPr>
        <p:spPr>
          <a:xfrm>
            <a:off x="1605371" y="2495121"/>
            <a:ext cx="2323070" cy="0"/>
          </a:xfrm>
          <a:prstGeom prst="line">
            <a:avLst/>
          </a:prstGeom>
          <a:ln w="76200">
            <a:solidFill>
              <a:srgbClr val="843C0C"/>
            </a:solidFill>
            <a:prstDash val="sysDash"/>
          </a:ln>
          <a:effectLst>
            <a:glow rad="228600">
              <a:schemeClr val="accent4">
                <a:satMod val="175000"/>
                <a:alpha val="40000"/>
              </a:schemeClr>
            </a:glow>
          </a:effectLst>
        </p:spPr>
        <p:style>
          <a:lnRef idx="1">
            <a:schemeClr val="accent2"/>
          </a:lnRef>
          <a:fillRef idx="0">
            <a:schemeClr val="accent2"/>
          </a:fillRef>
          <a:effectRef idx="0">
            <a:schemeClr val="accent2"/>
          </a:effectRef>
          <a:fontRef idx="minor">
            <a:schemeClr val="tx1"/>
          </a:fontRef>
        </p:style>
      </p:cxnSp>
      <p:sp>
        <p:nvSpPr>
          <p:cNvPr id="14" name="左大括号 13">
            <a:extLst>
              <a:ext uri="{FF2B5EF4-FFF2-40B4-BE49-F238E27FC236}">
                <a16:creationId xmlns:a16="http://schemas.microsoft.com/office/drawing/2014/main" id="{B07422D0-8A5C-2621-FCE2-84CB58C4E1DC}"/>
              </a:ext>
            </a:extLst>
          </p:cNvPr>
          <p:cNvSpPr/>
          <p:nvPr/>
        </p:nvSpPr>
        <p:spPr>
          <a:xfrm>
            <a:off x="4004943" y="4076110"/>
            <a:ext cx="518489" cy="1757582"/>
          </a:xfrm>
          <a:prstGeom prst="leftBrace">
            <a:avLst>
              <a:gd name="adj1" fmla="val 8333"/>
              <a:gd name="adj2" fmla="val 52010"/>
            </a:avLst>
          </a:prstGeom>
          <a:ln w="76200">
            <a:solidFill>
              <a:srgbClr val="843C0C"/>
            </a:solidFill>
            <a:prstDash val="sysDash"/>
          </a:ln>
          <a:effectLst>
            <a:glow rad="228600">
              <a:schemeClr val="accent4">
                <a:satMod val="175000"/>
                <a:alpha val="40000"/>
              </a:schemeClr>
            </a:glow>
          </a:effectLst>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8" name="椭圆 17">
            <a:extLst>
              <a:ext uri="{FF2B5EF4-FFF2-40B4-BE49-F238E27FC236}">
                <a16:creationId xmlns:a16="http://schemas.microsoft.com/office/drawing/2014/main" id="{1ADC843F-8DDC-7686-0ECB-FC5A720E0006}"/>
              </a:ext>
            </a:extLst>
          </p:cNvPr>
          <p:cNvSpPr/>
          <p:nvPr/>
        </p:nvSpPr>
        <p:spPr>
          <a:xfrm>
            <a:off x="787995" y="1706881"/>
            <a:ext cx="530059" cy="572469"/>
          </a:xfrm>
          <a:prstGeom prst="ellipse">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rgbClr val="0000FF"/>
                </a:solidFill>
                <a:effectLst>
                  <a:outerShdw blurRad="38100" dist="38100" dir="2700000" algn="tl">
                    <a:srgbClr val="000000">
                      <a:alpha val="43137"/>
                    </a:srgbClr>
                  </a:outerShdw>
                </a:effectLst>
              </a:rPr>
              <a:t>1</a:t>
            </a:r>
            <a:endParaRPr lang="zh-CN" altLang="en-US" sz="3600" b="1" dirty="0">
              <a:solidFill>
                <a:srgbClr val="0000FF"/>
              </a:solidFill>
              <a:effectLst>
                <a:outerShdw blurRad="38100" dist="38100" dir="2700000" algn="tl">
                  <a:srgbClr val="000000">
                    <a:alpha val="43137"/>
                  </a:srgbClr>
                </a:outerShdw>
              </a:effectLst>
            </a:endParaRPr>
          </a:p>
        </p:txBody>
      </p:sp>
      <p:sp>
        <p:nvSpPr>
          <p:cNvPr id="29" name="文本框 28">
            <a:extLst>
              <a:ext uri="{FF2B5EF4-FFF2-40B4-BE49-F238E27FC236}">
                <a16:creationId xmlns:a16="http://schemas.microsoft.com/office/drawing/2014/main" id="{169ABEA9-61E7-851F-3467-8B287916C2E4}"/>
              </a:ext>
            </a:extLst>
          </p:cNvPr>
          <p:cNvSpPr txBox="1"/>
          <p:nvPr/>
        </p:nvSpPr>
        <p:spPr>
          <a:xfrm>
            <a:off x="5137687" y="94178"/>
            <a:ext cx="1548741" cy="923330"/>
          </a:xfrm>
          <a:prstGeom prst="rect">
            <a:avLst/>
          </a:prstGeom>
          <a:noFill/>
        </p:spPr>
        <p:txBody>
          <a:bodyPr wrap="square">
            <a:spAutoFit/>
          </a:bodyPr>
          <a:lstStyle/>
          <a:p>
            <a:r>
              <a:rPr lang="en-US" altLang="zh-CN" sz="5400" b="1" spc="600" dirty="0">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CPU</a:t>
            </a:r>
            <a:endParaRPr lang="zh-CN" altLang="en-US" sz="5400" spc="600" dirty="0">
              <a:highlight>
                <a:srgbClr val="FFFF00"/>
              </a:highlight>
            </a:endParaRPr>
          </a:p>
        </p:txBody>
      </p:sp>
      <p:sp>
        <p:nvSpPr>
          <p:cNvPr id="2" name="文本框 1">
            <a:extLst>
              <a:ext uri="{FF2B5EF4-FFF2-40B4-BE49-F238E27FC236}">
                <a16:creationId xmlns:a16="http://schemas.microsoft.com/office/drawing/2014/main" id="{295FAC15-CF08-B14F-2568-464FEC21C490}"/>
              </a:ext>
            </a:extLst>
          </p:cNvPr>
          <p:cNvSpPr txBox="1"/>
          <p:nvPr/>
        </p:nvSpPr>
        <p:spPr>
          <a:xfrm>
            <a:off x="1592007" y="1466431"/>
            <a:ext cx="2967479" cy="923330"/>
          </a:xfrm>
          <a:prstGeom prst="rect">
            <a:avLst/>
          </a:prstGeom>
          <a:noFill/>
        </p:spPr>
        <p:txBody>
          <a:bodyPr wrap="none" rtlCol="0">
            <a:spAutoFit/>
          </a:bodyPr>
          <a:lstStyle/>
          <a:p>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控制器：</a:t>
            </a:r>
          </a:p>
        </p:txBody>
      </p:sp>
      <p:grpSp>
        <p:nvGrpSpPr>
          <p:cNvPr id="4" name="组合 3">
            <a:extLst>
              <a:ext uri="{FF2B5EF4-FFF2-40B4-BE49-F238E27FC236}">
                <a16:creationId xmlns:a16="http://schemas.microsoft.com/office/drawing/2014/main" id="{79AD4AFB-6140-CDC3-EE3E-E82472169E2E}"/>
              </a:ext>
            </a:extLst>
          </p:cNvPr>
          <p:cNvGrpSpPr/>
          <p:nvPr/>
        </p:nvGrpSpPr>
        <p:grpSpPr>
          <a:xfrm>
            <a:off x="637719" y="3715735"/>
            <a:ext cx="6296525" cy="1289947"/>
            <a:chOff x="787995" y="2889576"/>
            <a:chExt cx="6296525" cy="1289947"/>
          </a:xfrm>
        </p:grpSpPr>
        <p:cxnSp>
          <p:nvCxnSpPr>
            <p:cNvPr id="11" name="直接连接符 10">
              <a:extLst>
                <a:ext uri="{FF2B5EF4-FFF2-40B4-BE49-F238E27FC236}">
                  <a16:creationId xmlns:a16="http://schemas.microsoft.com/office/drawing/2014/main" id="{797B29C3-B98E-F60D-B96D-81CDB1CD1D97}"/>
                </a:ext>
              </a:extLst>
            </p:cNvPr>
            <p:cNvCxnSpPr/>
            <p:nvPr/>
          </p:nvCxnSpPr>
          <p:spPr>
            <a:xfrm>
              <a:off x="1605371" y="4179523"/>
              <a:ext cx="2323070" cy="0"/>
            </a:xfrm>
            <a:prstGeom prst="line">
              <a:avLst/>
            </a:prstGeom>
            <a:ln w="76200">
              <a:solidFill>
                <a:srgbClr val="843C0C"/>
              </a:solidFill>
              <a:prstDash val="sysDash"/>
            </a:ln>
            <a:effectLst>
              <a:glow rad="228600">
                <a:schemeClr val="accent4">
                  <a:satMod val="175000"/>
                  <a:alpha val="40000"/>
                </a:schemeClr>
              </a:glow>
            </a:effectLst>
          </p:spPr>
          <p:style>
            <a:lnRef idx="1">
              <a:schemeClr val="accent2"/>
            </a:lnRef>
            <a:fillRef idx="0">
              <a:schemeClr val="accent2"/>
            </a:fillRef>
            <a:effectRef idx="0">
              <a:schemeClr val="accent2"/>
            </a:effectRef>
            <a:fontRef idx="minor">
              <a:schemeClr val="tx1"/>
            </a:fontRef>
          </p:style>
        </p:cxnSp>
        <p:sp>
          <p:nvSpPr>
            <p:cNvPr id="21" name="椭圆 20">
              <a:extLst>
                <a:ext uri="{FF2B5EF4-FFF2-40B4-BE49-F238E27FC236}">
                  <a16:creationId xmlns:a16="http://schemas.microsoft.com/office/drawing/2014/main" id="{7936309A-2DF8-0057-7567-75FD34AEAD32}"/>
                </a:ext>
              </a:extLst>
            </p:cNvPr>
            <p:cNvSpPr/>
            <p:nvPr/>
          </p:nvSpPr>
          <p:spPr>
            <a:xfrm>
              <a:off x="787995" y="3351241"/>
              <a:ext cx="530059" cy="572469"/>
            </a:xfrm>
            <a:prstGeom prst="ellipse">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rgbClr val="0000FF"/>
                  </a:solidFill>
                  <a:effectLst>
                    <a:outerShdw blurRad="38100" dist="38100" dir="2700000" algn="tl">
                      <a:srgbClr val="000000">
                        <a:alpha val="43137"/>
                      </a:srgbClr>
                    </a:outerShdw>
                  </a:effectLst>
                </a:rPr>
                <a:t>2</a:t>
              </a:r>
              <a:endParaRPr lang="zh-CN" altLang="en-US" sz="3600" b="1" dirty="0">
                <a:solidFill>
                  <a:srgbClr val="0000FF"/>
                </a:solidFill>
                <a:effectLst>
                  <a:outerShdw blurRad="38100" dist="38100" dir="2700000" algn="tl">
                    <a:srgbClr val="000000">
                      <a:alpha val="43137"/>
                    </a:srgbClr>
                  </a:outerShdw>
                </a:effectLst>
              </a:endParaRPr>
            </a:p>
          </p:txBody>
        </p:sp>
        <p:sp>
          <p:nvSpPr>
            <p:cNvPr id="3" name="文本框 2">
              <a:extLst>
                <a:ext uri="{FF2B5EF4-FFF2-40B4-BE49-F238E27FC236}">
                  <a16:creationId xmlns:a16="http://schemas.microsoft.com/office/drawing/2014/main" id="{5ADDF362-6E3F-9237-D3A7-6A238899036C}"/>
                </a:ext>
              </a:extLst>
            </p:cNvPr>
            <p:cNvSpPr txBox="1"/>
            <p:nvPr/>
          </p:nvSpPr>
          <p:spPr>
            <a:xfrm>
              <a:off x="4812744" y="2889576"/>
              <a:ext cx="2271776" cy="923330"/>
            </a:xfrm>
            <a:prstGeom prst="rect">
              <a:avLst/>
            </a:prstGeom>
            <a:noFill/>
          </p:spPr>
          <p:txBody>
            <a:bodyPr wrap="none" rtlCol="0">
              <a:spAutoFit/>
            </a:bodyPr>
            <a:lstStyle/>
            <a:p>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加法器</a:t>
              </a:r>
            </a:p>
          </p:txBody>
        </p:sp>
      </p:grpSp>
      <p:sp>
        <p:nvSpPr>
          <p:cNvPr id="5" name="文本框 4">
            <a:extLst>
              <a:ext uri="{FF2B5EF4-FFF2-40B4-BE49-F238E27FC236}">
                <a16:creationId xmlns:a16="http://schemas.microsoft.com/office/drawing/2014/main" id="{FB00EE97-2EDF-8561-0A7C-74FDE3CF6F61}"/>
              </a:ext>
            </a:extLst>
          </p:cNvPr>
          <p:cNvSpPr txBox="1"/>
          <p:nvPr/>
        </p:nvSpPr>
        <p:spPr>
          <a:xfrm>
            <a:off x="1594131" y="4076110"/>
            <a:ext cx="2271776" cy="923330"/>
          </a:xfrm>
          <a:prstGeom prst="rect">
            <a:avLst/>
          </a:prstGeom>
          <a:noFill/>
        </p:spPr>
        <p:txBody>
          <a:bodyPr wrap="none" rtlCol="0">
            <a:spAutoFit/>
          </a:bodyPr>
          <a:lstStyle/>
          <a:p>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运算器</a:t>
            </a:r>
          </a:p>
        </p:txBody>
      </p:sp>
      <p:sp>
        <p:nvSpPr>
          <p:cNvPr id="7" name="文本框 6">
            <a:extLst>
              <a:ext uri="{FF2B5EF4-FFF2-40B4-BE49-F238E27FC236}">
                <a16:creationId xmlns:a16="http://schemas.microsoft.com/office/drawing/2014/main" id="{405FE2B1-1316-E5D0-B88D-34512DE789A5}"/>
              </a:ext>
            </a:extLst>
          </p:cNvPr>
          <p:cNvSpPr txBox="1"/>
          <p:nvPr/>
        </p:nvSpPr>
        <p:spPr>
          <a:xfrm>
            <a:off x="4645135" y="5451896"/>
            <a:ext cx="2271776" cy="923330"/>
          </a:xfrm>
          <a:prstGeom prst="rect">
            <a:avLst/>
          </a:prstGeom>
          <a:noFill/>
        </p:spPr>
        <p:txBody>
          <a:bodyPr wrap="none" rtlCol="0">
            <a:spAutoFit/>
          </a:bodyPr>
          <a:lstStyle/>
          <a:p>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寄存器</a:t>
            </a:r>
          </a:p>
        </p:txBody>
      </p:sp>
      <p:sp>
        <p:nvSpPr>
          <p:cNvPr id="10" name="文本框 9">
            <a:extLst>
              <a:ext uri="{FF2B5EF4-FFF2-40B4-BE49-F238E27FC236}">
                <a16:creationId xmlns:a16="http://schemas.microsoft.com/office/drawing/2014/main" id="{96FDA156-7470-058F-EB64-84986DED302D}"/>
              </a:ext>
            </a:extLst>
          </p:cNvPr>
          <p:cNvSpPr txBox="1"/>
          <p:nvPr/>
        </p:nvSpPr>
        <p:spPr>
          <a:xfrm>
            <a:off x="6916911" y="4394893"/>
            <a:ext cx="5449330" cy="923330"/>
          </a:xfrm>
          <a:prstGeom prst="rect">
            <a:avLst/>
          </a:prstGeom>
          <a:noFill/>
        </p:spPr>
        <p:txBody>
          <a:bodyPr wrap="square" rtlCol="0">
            <a:spAutoFit/>
          </a:bodyPr>
          <a:lstStyle/>
          <a:p>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算术和逻辑运算</a:t>
            </a:r>
          </a:p>
        </p:txBody>
      </p:sp>
      <p:sp>
        <p:nvSpPr>
          <p:cNvPr id="13" name="文本框 12">
            <a:extLst>
              <a:ext uri="{FF2B5EF4-FFF2-40B4-BE49-F238E27FC236}">
                <a16:creationId xmlns:a16="http://schemas.microsoft.com/office/drawing/2014/main" id="{F4DC05D7-E3DA-7FC6-E165-513BBE4C4856}"/>
              </a:ext>
            </a:extLst>
          </p:cNvPr>
          <p:cNvSpPr txBox="1"/>
          <p:nvPr/>
        </p:nvSpPr>
        <p:spPr>
          <a:xfrm>
            <a:off x="4264187" y="1413468"/>
            <a:ext cx="7905019" cy="1754326"/>
          </a:xfrm>
          <a:prstGeom prst="rect">
            <a:avLst/>
          </a:prstGeom>
          <a:noFill/>
        </p:spPr>
        <p:txBody>
          <a:bodyPr wrap="square" rtlCol="0">
            <a:spAutoFit/>
          </a:bodyPr>
          <a:lstStyle/>
          <a:p>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控制指挥部件，计算机控制中心</a:t>
            </a:r>
          </a:p>
        </p:txBody>
      </p:sp>
      <p:cxnSp>
        <p:nvCxnSpPr>
          <p:cNvPr id="16" name="直接箭头连接符 15">
            <a:extLst>
              <a:ext uri="{FF2B5EF4-FFF2-40B4-BE49-F238E27FC236}">
                <a16:creationId xmlns:a16="http://schemas.microsoft.com/office/drawing/2014/main" id="{AE7E6359-DC74-C6CA-E8C3-0B2FE5465B5A}"/>
              </a:ext>
            </a:extLst>
          </p:cNvPr>
          <p:cNvCxnSpPr>
            <a:cxnSpLocks/>
          </p:cNvCxnSpPr>
          <p:nvPr/>
        </p:nvCxnSpPr>
        <p:spPr>
          <a:xfrm>
            <a:off x="5137687" y="4496065"/>
            <a:ext cx="0" cy="955831"/>
          </a:xfrm>
          <a:prstGeom prst="straightConnector1">
            <a:avLst/>
          </a:prstGeom>
          <a:ln w="57150">
            <a:solidFill>
              <a:srgbClr val="FF0000"/>
            </a:solidFill>
            <a:tailEnd type="triangle"/>
          </a:ln>
          <a:effectLst>
            <a:glow rad="1397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5CD3E60C-42F6-13C0-6DC5-254152CF0CA7}"/>
              </a:ext>
            </a:extLst>
          </p:cNvPr>
          <p:cNvCxnSpPr>
            <a:cxnSpLocks/>
          </p:cNvCxnSpPr>
          <p:nvPr/>
        </p:nvCxnSpPr>
        <p:spPr>
          <a:xfrm flipV="1">
            <a:off x="6280127" y="4496065"/>
            <a:ext cx="0" cy="932730"/>
          </a:xfrm>
          <a:prstGeom prst="straightConnector1">
            <a:avLst/>
          </a:prstGeom>
          <a:ln w="57150">
            <a:solidFill>
              <a:srgbClr val="FF0000"/>
            </a:solidFill>
            <a:tailEnd type="triangle"/>
          </a:ln>
          <a:effectLst>
            <a:glow rad="1397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7566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90C74-D0E0-EEE5-FD2D-3F70C2DF8B51}"/>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527A3751-5D9D-BBA7-C348-7CA5923CB233}"/>
              </a:ext>
            </a:extLst>
          </p:cNvPr>
          <p:cNvSpPr txBox="1"/>
          <p:nvPr/>
        </p:nvSpPr>
        <p:spPr>
          <a:xfrm>
            <a:off x="169480" y="97011"/>
            <a:ext cx="6109252"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处理器组成</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37A0E048-483B-3F2D-21FB-3FCE9D7015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直接连接符 5">
            <a:extLst>
              <a:ext uri="{FF2B5EF4-FFF2-40B4-BE49-F238E27FC236}">
                <a16:creationId xmlns:a16="http://schemas.microsoft.com/office/drawing/2014/main" id="{FB87E214-9EC1-FF31-F7B1-E5E6BA9293E7}"/>
              </a:ext>
            </a:extLst>
          </p:cNvPr>
          <p:cNvCxnSpPr/>
          <p:nvPr/>
        </p:nvCxnSpPr>
        <p:spPr>
          <a:xfrm>
            <a:off x="1605371" y="2495121"/>
            <a:ext cx="2323070" cy="0"/>
          </a:xfrm>
          <a:prstGeom prst="line">
            <a:avLst/>
          </a:prstGeom>
          <a:ln w="76200">
            <a:solidFill>
              <a:srgbClr val="843C0C"/>
            </a:solidFill>
            <a:prstDash val="sysDash"/>
          </a:ln>
          <a:effectLst>
            <a:glow rad="228600">
              <a:schemeClr val="accent4">
                <a:satMod val="175000"/>
                <a:alpha val="40000"/>
              </a:schemeClr>
            </a:glow>
          </a:effectLst>
        </p:spPr>
        <p:style>
          <a:lnRef idx="1">
            <a:schemeClr val="accent2"/>
          </a:lnRef>
          <a:fillRef idx="0">
            <a:schemeClr val="accent2"/>
          </a:fillRef>
          <a:effectRef idx="0">
            <a:schemeClr val="accent2"/>
          </a:effectRef>
          <a:fontRef idx="minor">
            <a:schemeClr val="tx1"/>
          </a:fontRef>
        </p:style>
      </p:cxnSp>
      <p:sp>
        <p:nvSpPr>
          <p:cNvPr id="18" name="椭圆 17">
            <a:extLst>
              <a:ext uri="{FF2B5EF4-FFF2-40B4-BE49-F238E27FC236}">
                <a16:creationId xmlns:a16="http://schemas.microsoft.com/office/drawing/2014/main" id="{A8EE9476-4522-2B4F-5AD3-C2E07CE79A93}"/>
              </a:ext>
            </a:extLst>
          </p:cNvPr>
          <p:cNvSpPr/>
          <p:nvPr/>
        </p:nvSpPr>
        <p:spPr>
          <a:xfrm>
            <a:off x="787995" y="1706881"/>
            <a:ext cx="530059" cy="572469"/>
          </a:xfrm>
          <a:prstGeom prst="ellipse">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rgbClr val="0000FF"/>
                </a:solidFill>
                <a:effectLst>
                  <a:outerShdw blurRad="38100" dist="38100" dir="2700000" algn="tl">
                    <a:srgbClr val="000000">
                      <a:alpha val="43137"/>
                    </a:srgbClr>
                  </a:outerShdw>
                </a:effectLst>
              </a:rPr>
              <a:t>1</a:t>
            </a:r>
            <a:endParaRPr lang="zh-CN" altLang="en-US" sz="3600" b="1" dirty="0">
              <a:solidFill>
                <a:srgbClr val="0000FF"/>
              </a:solidFill>
              <a:effectLst>
                <a:outerShdw blurRad="38100" dist="38100" dir="2700000" algn="tl">
                  <a:srgbClr val="000000">
                    <a:alpha val="43137"/>
                  </a:srgbClr>
                </a:outerShdw>
              </a:effectLst>
            </a:endParaRPr>
          </a:p>
        </p:txBody>
      </p:sp>
      <p:sp>
        <p:nvSpPr>
          <p:cNvPr id="29" name="文本框 28">
            <a:extLst>
              <a:ext uri="{FF2B5EF4-FFF2-40B4-BE49-F238E27FC236}">
                <a16:creationId xmlns:a16="http://schemas.microsoft.com/office/drawing/2014/main" id="{16DED176-3CA1-B702-6E4A-D329B7CB8838}"/>
              </a:ext>
            </a:extLst>
          </p:cNvPr>
          <p:cNvSpPr txBox="1"/>
          <p:nvPr/>
        </p:nvSpPr>
        <p:spPr>
          <a:xfrm>
            <a:off x="5137687" y="94178"/>
            <a:ext cx="1548741" cy="923330"/>
          </a:xfrm>
          <a:prstGeom prst="rect">
            <a:avLst/>
          </a:prstGeom>
          <a:noFill/>
        </p:spPr>
        <p:txBody>
          <a:bodyPr wrap="square">
            <a:spAutoFit/>
          </a:bodyPr>
          <a:lstStyle/>
          <a:p>
            <a:r>
              <a:rPr lang="en-US" altLang="zh-CN" sz="5400" b="1" spc="600" dirty="0">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CPU</a:t>
            </a:r>
            <a:endParaRPr lang="zh-CN" altLang="en-US" sz="5400" spc="600" dirty="0">
              <a:highlight>
                <a:srgbClr val="FFFF00"/>
              </a:highlight>
            </a:endParaRPr>
          </a:p>
        </p:txBody>
      </p:sp>
      <p:sp>
        <p:nvSpPr>
          <p:cNvPr id="2" name="文本框 1">
            <a:extLst>
              <a:ext uri="{FF2B5EF4-FFF2-40B4-BE49-F238E27FC236}">
                <a16:creationId xmlns:a16="http://schemas.microsoft.com/office/drawing/2014/main" id="{66EDB7A1-D705-A214-29C0-3A21573FB67A}"/>
              </a:ext>
            </a:extLst>
          </p:cNvPr>
          <p:cNvSpPr txBox="1"/>
          <p:nvPr/>
        </p:nvSpPr>
        <p:spPr>
          <a:xfrm>
            <a:off x="1592007" y="1466431"/>
            <a:ext cx="2967479" cy="923330"/>
          </a:xfrm>
          <a:prstGeom prst="rect">
            <a:avLst/>
          </a:prstGeom>
          <a:noFill/>
        </p:spPr>
        <p:txBody>
          <a:bodyPr wrap="none" rtlCol="0">
            <a:spAutoFit/>
          </a:bodyPr>
          <a:lstStyle/>
          <a:p>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控制器：</a:t>
            </a:r>
          </a:p>
        </p:txBody>
      </p:sp>
      <p:grpSp>
        <p:nvGrpSpPr>
          <p:cNvPr id="4" name="组合 3">
            <a:extLst>
              <a:ext uri="{FF2B5EF4-FFF2-40B4-BE49-F238E27FC236}">
                <a16:creationId xmlns:a16="http://schemas.microsoft.com/office/drawing/2014/main" id="{A3717539-2460-FBBC-902B-473918FA3D08}"/>
              </a:ext>
            </a:extLst>
          </p:cNvPr>
          <p:cNvGrpSpPr/>
          <p:nvPr/>
        </p:nvGrpSpPr>
        <p:grpSpPr>
          <a:xfrm>
            <a:off x="637719" y="4177400"/>
            <a:ext cx="3140446" cy="828282"/>
            <a:chOff x="787995" y="3351241"/>
            <a:chExt cx="3140446" cy="828282"/>
          </a:xfrm>
        </p:grpSpPr>
        <p:cxnSp>
          <p:nvCxnSpPr>
            <p:cNvPr id="11" name="直接连接符 10">
              <a:extLst>
                <a:ext uri="{FF2B5EF4-FFF2-40B4-BE49-F238E27FC236}">
                  <a16:creationId xmlns:a16="http://schemas.microsoft.com/office/drawing/2014/main" id="{217467FC-AEB6-E8A6-6A83-E7DD42F2C780}"/>
                </a:ext>
              </a:extLst>
            </p:cNvPr>
            <p:cNvCxnSpPr/>
            <p:nvPr/>
          </p:nvCxnSpPr>
          <p:spPr>
            <a:xfrm>
              <a:off x="1605371" y="4179523"/>
              <a:ext cx="2323070" cy="0"/>
            </a:xfrm>
            <a:prstGeom prst="line">
              <a:avLst/>
            </a:prstGeom>
            <a:ln w="76200">
              <a:solidFill>
                <a:srgbClr val="843C0C"/>
              </a:solidFill>
              <a:prstDash val="sysDash"/>
            </a:ln>
            <a:effectLst>
              <a:glow rad="228600">
                <a:schemeClr val="accent4">
                  <a:satMod val="175000"/>
                  <a:alpha val="40000"/>
                </a:schemeClr>
              </a:glow>
            </a:effectLst>
          </p:spPr>
          <p:style>
            <a:lnRef idx="1">
              <a:schemeClr val="accent2"/>
            </a:lnRef>
            <a:fillRef idx="0">
              <a:schemeClr val="accent2"/>
            </a:fillRef>
            <a:effectRef idx="0">
              <a:schemeClr val="accent2"/>
            </a:effectRef>
            <a:fontRef idx="minor">
              <a:schemeClr val="tx1"/>
            </a:fontRef>
          </p:style>
        </p:cxnSp>
        <p:sp>
          <p:nvSpPr>
            <p:cNvPr id="21" name="椭圆 20">
              <a:extLst>
                <a:ext uri="{FF2B5EF4-FFF2-40B4-BE49-F238E27FC236}">
                  <a16:creationId xmlns:a16="http://schemas.microsoft.com/office/drawing/2014/main" id="{4565A7AC-C91C-BF67-BF59-BB5BA663D80B}"/>
                </a:ext>
              </a:extLst>
            </p:cNvPr>
            <p:cNvSpPr/>
            <p:nvPr/>
          </p:nvSpPr>
          <p:spPr>
            <a:xfrm>
              <a:off x="787995" y="3351241"/>
              <a:ext cx="530059" cy="572469"/>
            </a:xfrm>
            <a:prstGeom prst="ellipse">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rgbClr val="0000FF"/>
                  </a:solidFill>
                  <a:effectLst>
                    <a:outerShdw blurRad="38100" dist="38100" dir="2700000" algn="tl">
                      <a:srgbClr val="000000">
                        <a:alpha val="43137"/>
                      </a:srgbClr>
                    </a:outerShdw>
                  </a:effectLst>
                </a:rPr>
                <a:t>2</a:t>
              </a:r>
              <a:endParaRPr lang="zh-CN" altLang="en-US" sz="3600" b="1" dirty="0">
                <a:solidFill>
                  <a:srgbClr val="0000FF"/>
                </a:solidFill>
                <a:effectLst>
                  <a:outerShdw blurRad="38100" dist="38100" dir="2700000" algn="tl">
                    <a:srgbClr val="000000">
                      <a:alpha val="43137"/>
                    </a:srgbClr>
                  </a:outerShdw>
                </a:effectLst>
              </a:endParaRPr>
            </a:p>
          </p:txBody>
        </p:sp>
      </p:grpSp>
      <p:sp>
        <p:nvSpPr>
          <p:cNvPr id="5" name="文本框 4">
            <a:extLst>
              <a:ext uri="{FF2B5EF4-FFF2-40B4-BE49-F238E27FC236}">
                <a16:creationId xmlns:a16="http://schemas.microsoft.com/office/drawing/2014/main" id="{795F1AD7-CABD-743E-9E8B-DCE85A5EB61C}"/>
              </a:ext>
            </a:extLst>
          </p:cNvPr>
          <p:cNvSpPr txBox="1"/>
          <p:nvPr/>
        </p:nvSpPr>
        <p:spPr>
          <a:xfrm>
            <a:off x="1594131" y="4076110"/>
            <a:ext cx="2967479" cy="923330"/>
          </a:xfrm>
          <a:prstGeom prst="rect">
            <a:avLst/>
          </a:prstGeom>
          <a:noFill/>
        </p:spPr>
        <p:txBody>
          <a:bodyPr wrap="none" rtlCol="0">
            <a:spAutoFit/>
          </a:bodyPr>
          <a:lstStyle/>
          <a:p>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运算器：</a:t>
            </a:r>
          </a:p>
        </p:txBody>
      </p:sp>
      <p:sp>
        <p:nvSpPr>
          <p:cNvPr id="10" name="文本框 9">
            <a:extLst>
              <a:ext uri="{FF2B5EF4-FFF2-40B4-BE49-F238E27FC236}">
                <a16:creationId xmlns:a16="http://schemas.microsoft.com/office/drawing/2014/main" id="{00654946-B982-B8C4-07EA-71B971A5A9AC}"/>
              </a:ext>
            </a:extLst>
          </p:cNvPr>
          <p:cNvSpPr txBox="1"/>
          <p:nvPr/>
        </p:nvSpPr>
        <p:spPr>
          <a:xfrm>
            <a:off x="3961763" y="4041472"/>
            <a:ext cx="8481491" cy="2585323"/>
          </a:xfrm>
          <a:prstGeom prst="rect">
            <a:avLst/>
          </a:prstGeom>
          <a:noFill/>
        </p:spPr>
        <p:txBody>
          <a:bodyPr wrap="square" rtlCol="0">
            <a:spAutoFit/>
          </a:bodyPr>
          <a:lstStyle/>
          <a:p>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算术逻辑单元，通用寄存器，累加寄存器，数据缓冲寄存器，程序状态字寄存器</a:t>
            </a:r>
          </a:p>
        </p:txBody>
      </p:sp>
      <p:sp>
        <p:nvSpPr>
          <p:cNvPr id="13" name="文本框 12">
            <a:extLst>
              <a:ext uri="{FF2B5EF4-FFF2-40B4-BE49-F238E27FC236}">
                <a16:creationId xmlns:a16="http://schemas.microsoft.com/office/drawing/2014/main" id="{9C31836A-1A6C-792C-2CED-B0B3A76F4CAA}"/>
              </a:ext>
            </a:extLst>
          </p:cNvPr>
          <p:cNvSpPr txBox="1"/>
          <p:nvPr/>
        </p:nvSpPr>
        <p:spPr>
          <a:xfrm>
            <a:off x="4027737" y="1202684"/>
            <a:ext cx="8164263" cy="2585323"/>
          </a:xfrm>
          <a:prstGeom prst="rect">
            <a:avLst/>
          </a:prstGeom>
          <a:noFill/>
        </p:spPr>
        <p:txBody>
          <a:bodyPr wrap="square" rtlCol="0">
            <a:spAutoFit/>
          </a:bodyPr>
          <a:lstStyle/>
          <a:p>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程序计数器，指令寄存器，指令译码器，控制逻辑部件，时序产生器</a:t>
            </a:r>
          </a:p>
        </p:txBody>
      </p:sp>
    </p:spTree>
    <p:extLst>
      <p:ext uri="{BB962C8B-B14F-4D97-AF65-F5344CB8AC3E}">
        <p14:creationId xmlns:p14="http://schemas.microsoft.com/office/powerpoint/2010/main" val="2603563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8C25C-0034-5DB4-32C0-3575B0E75853}"/>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E6153067-3708-6035-A3F2-36A5A888C63B}"/>
              </a:ext>
            </a:extLst>
          </p:cNvPr>
          <p:cNvSpPr txBox="1"/>
          <p:nvPr/>
        </p:nvSpPr>
        <p:spPr>
          <a:xfrm>
            <a:off x="169480" y="97011"/>
            <a:ext cx="6109252"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处理器性能指标</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F9037EE6-436C-424F-3954-5B1BCA9D0A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文本框 12">
            <a:extLst>
              <a:ext uri="{FF2B5EF4-FFF2-40B4-BE49-F238E27FC236}">
                <a16:creationId xmlns:a16="http://schemas.microsoft.com/office/drawing/2014/main" id="{8EC4FD5B-A12C-A8FF-C6A2-3D01EA4D0C21}"/>
              </a:ext>
            </a:extLst>
          </p:cNvPr>
          <p:cNvSpPr txBox="1"/>
          <p:nvPr/>
        </p:nvSpPr>
        <p:spPr>
          <a:xfrm>
            <a:off x="169480" y="1248260"/>
            <a:ext cx="11874716" cy="923330"/>
          </a:xfrm>
          <a:prstGeom prst="rect">
            <a:avLst/>
          </a:prstGeom>
          <a:noFill/>
        </p:spPr>
        <p:txBody>
          <a:bodyPr wrap="square" rtlCol="0">
            <a:spAutoFit/>
          </a:bodyPr>
          <a:lstStyle/>
          <a:p>
            <a:pPr marL="685800" indent="-685800">
              <a:buFont typeface="Wingdings" panose="05000000000000000000" pitchFamily="2" charset="2"/>
              <a:buChar char="Ø"/>
            </a:pPr>
            <a:r>
              <a:rPr lang="en-US" altLang="zh-CN"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主频 </a:t>
            </a:r>
            <a:r>
              <a:rPr lang="en-US" altLang="zh-CN"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字长 </a:t>
            </a:r>
            <a:r>
              <a:rPr lang="en-US" altLang="zh-CN"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3</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缓存大小 </a:t>
            </a:r>
            <a:r>
              <a:rPr lang="en-US" altLang="zh-CN"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4</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指令集，</a:t>
            </a:r>
          </a:p>
        </p:txBody>
      </p:sp>
      <p:pic>
        <p:nvPicPr>
          <p:cNvPr id="2" name="图片 1">
            <a:extLst>
              <a:ext uri="{FF2B5EF4-FFF2-40B4-BE49-F238E27FC236}">
                <a16:creationId xmlns:a16="http://schemas.microsoft.com/office/drawing/2014/main" id="{5D3738DC-2824-64C7-A77C-277EE40276C1}"/>
              </a:ext>
            </a:extLst>
          </p:cNvPr>
          <p:cNvPicPr>
            <a:picLocks noChangeAspect="1"/>
          </p:cNvPicPr>
          <p:nvPr/>
        </p:nvPicPr>
        <p:blipFill>
          <a:blip r:embed="rId4"/>
          <a:stretch>
            <a:fillRect/>
          </a:stretch>
        </p:blipFill>
        <p:spPr>
          <a:xfrm>
            <a:off x="169480" y="3021316"/>
            <a:ext cx="11726753" cy="3497846"/>
          </a:xfrm>
          <a:prstGeom prst="rect">
            <a:avLst/>
          </a:prstGeom>
          <a:ln>
            <a:solidFill>
              <a:schemeClr val="tx1"/>
            </a:solidFill>
            <a:prstDash val="solid"/>
          </a:ln>
          <a:effectLst>
            <a:glow rad="228600">
              <a:schemeClr val="accent4">
                <a:satMod val="175000"/>
                <a:alpha val="40000"/>
              </a:schemeClr>
            </a:glow>
          </a:effectLst>
        </p:spPr>
      </p:pic>
      <p:pic>
        <p:nvPicPr>
          <p:cNvPr id="3" name="图片 2">
            <a:extLst>
              <a:ext uri="{FF2B5EF4-FFF2-40B4-BE49-F238E27FC236}">
                <a16:creationId xmlns:a16="http://schemas.microsoft.com/office/drawing/2014/main" id="{2888EE93-8E12-9015-40B3-05F9918A70AE}"/>
              </a:ext>
            </a:extLst>
          </p:cNvPr>
          <p:cNvPicPr>
            <a:picLocks noChangeAspect="1"/>
          </p:cNvPicPr>
          <p:nvPr/>
        </p:nvPicPr>
        <p:blipFill>
          <a:blip r:embed="rId5"/>
          <a:stretch>
            <a:fillRect/>
          </a:stretch>
        </p:blipFill>
        <p:spPr>
          <a:xfrm>
            <a:off x="169480" y="2230781"/>
            <a:ext cx="4409947" cy="726914"/>
          </a:xfrm>
          <a:prstGeom prst="rect">
            <a:avLst/>
          </a:prstGeom>
          <a:effectLst>
            <a:glow rad="228600">
              <a:schemeClr val="accent2">
                <a:satMod val="175000"/>
                <a:alpha val="40000"/>
              </a:schemeClr>
            </a:glow>
          </a:effectLst>
        </p:spPr>
      </p:pic>
      <p:pic>
        <p:nvPicPr>
          <p:cNvPr id="4" name="图片 3">
            <a:extLst>
              <a:ext uri="{FF2B5EF4-FFF2-40B4-BE49-F238E27FC236}">
                <a16:creationId xmlns:a16="http://schemas.microsoft.com/office/drawing/2014/main" id="{46C8BCFD-F1FE-6E1A-30CE-AD7455AD0E3F}"/>
              </a:ext>
            </a:extLst>
          </p:cNvPr>
          <p:cNvPicPr>
            <a:picLocks noChangeAspect="1"/>
          </p:cNvPicPr>
          <p:nvPr/>
        </p:nvPicPr>
        <p:blipFill>
          <a:blip r:embed="rId6"/>
          <a:stretch>
            <a:fillRect/>
          </a:stretch>
        </p:blipFill>
        <p:spPr>
          <a:xfrm>
            <a:off x="10760497" y="3713627"/>
            <a:ext cx="412536" cy="587551"/>
          </a:xfrm>
          <a:prstGeom prst="rect">
            <a:avLst/>
          </a:prstGeom>
        </p:spPr>
      </p:pic>
      <p:cxnSp>
        <p:nvCxnSpPr>
          <p:cNvPr id="6" name="直接连接符 5">
            <a:extLst>
              <a:ext uri="{FF2B5EF4-FFF2-40B4-BE49-F238E27FC236}">
                <a16:creationId xmlns:a16="http://schemas.microsoft.com/office/drawing/2014/main" id="{118F1D84-50C9-7D56-16DD-3C98452AE0AE}"/>
              </a:ext>
            </a:extLst>
          </p:cNvPr>
          <p:cNvCxnSpPr/>
          <p:nvPr/>
        </p:nvCxnSpPr>
        <p:spPr>
          <a:xfrm>
            <a:off x="10144897" y="3650005"/>
            <a:ext cx="1594022" cy="0"/>
          </a:xfrm>
          <a:prstGeom prst="line">
            <a:avLst/>
          </a:prstGeom>
          <a:ln w="57150">
            <a:solidFill>
              <a:srgbClr val="843C0C"/>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6AB26F4F-98BC-E803-B0A4-50DC4393D48C}"/>
              </a:ext>
            </a:extLst>
          </p:cNvPr>
          <p:cNvCxnSpPr/>
          <p:nvPr/>
        </p:nvCxnSpPr>
        <p:spPr>
          <a:xfrm>
            <a:off x="6278732" y="6503329"/>
            <a:ext cx="1594022" cy="0"/>
          </a:xfrm>
          <a:prstGeom prst="line">
            <a:avLst/>
          </a:prstGeom>
          <a:ln w="57150">
            <a:solidFill>
              <a:srgbClr val="843C0C"/>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9E4D74D3-1BFC-B818-8309-D126546DA6A4}"/>
              </a:ext>
            </a:extLst>
          </p:cNvPr>
          <p:cNvPicPr>
            <a:picLocks noChangeAspect="1"/>
          </p:cNvPicPr>
          <p:nvPr/>
        </p:nvPicPr>
        <p:blipFill>
          <a:blip r:embed="rId7"/>
          <a:stretch>
            <a:fillRect/>
          </a:stretch>
        </p:blipFill>
        <p:spPr>
          <a:xfrm>
            <a:off x="7872754" y="6332170"/>
            <a:ext cx="388657" cy="525830"/>
          </a:xfrm>
          <a:prstGeom prst="rect">
            <a:avLst/>
          </a:prstGeom>
        </p:spPr>
      </p:pic>
    </p:spTree>
    <p:extLst>
      <p:ext uri="{BB962C8B-B14F-4D97-AF65-F5344CB8AC3E}">
        <p14:creationId xmlns:p14="http://schemas.microsoft.com/office/powerpoint/2010/main" val="4186938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F508E761-A130-C868-7D96-3E8D3DD68ABC}"/>
              </a:ext>
            </a:extLst>
          </p:cNvPr>
          <p:cNvPicPr>
            <a:picLocks noChangeAspect="1"/>
          </p:cNvPicPr>
          <p:nvPr/>
        </p:nvPicPr>
        <p:blipFill>
          <a:blip r:embed="rId2"/>
          <a:srcRect l="6502" t="3353" r="9535" b="4897"/>
          <a:stretch/>
        </p:blipFill>
        <p:spPr>
          <a:xfrm>
            <a:off x="-1" y="58104"/>
            <a:ext cx="5078626" cy="5711320"/>
          </a:xfrm>
          <a:prstGeom prst="rect">
            <a:avLst/>
          </a:prstGeom>
          <a:ln>
            <a:solidFill>
              <a:schemeClr val="tx1"/>
            </a:solidFill>
            <a:prstDash val="solid"/>
          </a:ln>
          <a:effectLst>
            <a:glow rad="228600">
              <a:schemeClr val="accent4">
                <a:satMod val="175000"/>
                <a:alpha val="40000"/>
              </a:schemeClr>
            </a:glow>
          </a:effectLst>
        </p:spPr>
      </p:pic>
      <p:pic>
        <p:nvPicPr>
          <p:cNvPr id="6" name="图片 5">
            <a:extLst>
              <a:ext uri="{FF2B5EF4-FFF2-40B4-BE49-F238E27FC236}">
                <a16:creationId xmlns:a16="http://schemas.microsoft.com/office/drawing/2014/main" id="{B6BC9EF9-FFE9-C7CE-35E1-EF172C519ACD}"/>
              </a:ext>
            </a:extLst>
          </p:cNvPr>
          <p:cNvPicPr>
            <a:picLocks noChangeAspect="1"/>
          </p:cNvPicPr>
          <p:nvPr/>
        </p:nvPicPr>
        <p:blipFill>
          <a:blip r:embed="rId3"/>
          <a:stretch>
            <a:fillRect/>
          </a:stretch>
        </p:blipFill>
        <p:spPr>
          <a:xfrm>
            <a:off x="5615183" y="4258483"/>
            <a:ext cx="2897531" cy="727180"/>
          </a:xfrm>
          <a:prstGeom prst="rect">
            <a:avLst/>
          </a:prstGeom>
        </p:spPr>
      </p:pic>
      <p:sp>
        <p:nvSpPr>
          <p:cNvPr id="7" name="右大括号 6">
            <a:extLst>
              <a:ext uri="{FF2B5EF4-FFF2-40B4-BE49-F238E27FC236}">
                <a16:creationId xmlns:a16="http://schemas.microsoft.com/office/drawing/2014/main" id="{BC6DCF65-EA8D-D246-AE72-B087D41BA5E2}"/>
              </a:ext>
            </a:extLst>
          </p:cNvPr>
          <p:cNvSpPr/>
          <p:nvPr/>
        </p:nvSpPr>
        <p:spPr>
          <a:xfrm>
            <a:off x="4726457" y="3876342"/>
            <a:ext cx="704335" cy="1791730"/>
          </a:xfrm>
          <a:prstGeom prst="rightBrace">
            <a:avLst/>
          </a:prstGeom>
          <a:ln w="57150">
            <a:solidFill>
              <a:srgbClr val="843C0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ACE6A524-1D82-4816-7CCF-809132166DC8}"/>
              </a:ext>
            </a:extLst>
          </p:cNvPr>
          <p:cNvPicPr>
            <a:picLocks noChangeAspect="1"/>
          </p:cNvPicPr>
          <p:nvPr/>
        </p:nvPicPr>
        <p:blipFill>
          <a:blip r:embed="rId4"/>
          <a:stretch>
            <a:fillRect/>
          </a:stretch>
        </p:blipFill>
        <p:spPr>
          <a:xfrm>
            <a:off x="7629330" y="74705"/>
            <a:ext cx="3405253" cy="3850258"/>
          </a:xfrm>
          <a:prstGeom prst="rect">
            <a:avLst/>
          </a:prstGeom>
          <a:ln>
            <a:solidFill>
              <a:schemeClr val="tx1"/>
            </a:solidFill>
          </a:ln>
          <a:effectLst>
            <a:glow rad="139700">
              <a:schemeClr val="accent5">
                <a:satMod val="175000"/>
                <a:alpha val="40000"/>
              </a:schemeClr>
            </a:glow>
          </a:effectLst>
        </p:spPr>
      </p:pic>
      <p:sp>
        <p:nvSpPr>
          <p:cNvPr id="9" name="箭头: 右 8">
            <a:extLst>
              <a:ext uri="{FF2B5EF4-FFF2-40B4-BE49-F238E27FC236}">
                <a16:creationId xmlns:a16="http://schemas.microsoft.com/office/drawing/2014/main" id="{AD018CBA-528F-B04B-96EA-F4604BFF0D2B}"/>
              </a:ext>
            </a:extLst>
          </p:cNvPr>
          <p:cNvSpPr/>
          <p:nvPr/>
        </p:nvSpPr>
        <p:spPr>
          <a:xfrm rot="10800000">
            <a:off x="5544612" y="1752700"/>
            <a:ext cx="1359243" cy="494270"/>
          </a:xfrm>
          <a:prstGeom prst="rightArrow">
            <a:avLst/>
          </a:prstGeom>
          <a:solidFill>
            <a:srgbClr val="843C0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85818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50820FE2-1A36-FFD2-6139-3556AEF02D69}"/>
              </a:ext>
            </a:extLst>
          </p:cNvPr>
          <p:cNvPicPr>
            <a:picLocks noChangeAspect="1"/>
          </p:cNvPicPr>
          <p:nvPr/>
        </p:nvPicPr>
        <p:blipFill>
          <a:blip r:embed="rId3"/>
          <a:srcRect r="41169"/>
          <a:stretch/>
        </p:blipFill>
        <p:spPr>
          <a:xfrm>
            <a:off x="247136" y="0"/>
            <a:ext cx="5968314" cy="6933409"/>
          </a:xfrm>
          <a:prstGeom prst="rect">
            <a:avLst/>
          </a:prstGeom>
        </p:spPr>
      </p:pic>
      <p:pic>
        <p:nvPicPr>
          <p:cNvPr id="6" name="图片 5">
            <a:extLst>
              <a:ext uri="{FF2B5EF4-FFF2-40B4-BE49-F238E27FC236}">
                <a16:creationId xmlns:a16="http://schemas.microsoft.com/office/drawing/2014/main" id="{34EBDE35-DC27-81FD-730E-90F613532B96}"/>
              </a:ext>
            </a:extLst>
          </p:cNvPr>
          <p:cNvPicPr>
            <a:picLocks noChangeAspect="1"/>
          </p:cNvPicPr>
          <p:nvPr/>
        </p:nvPicPr>
        <p:blipFill>
          <a:blip r:embed="rId4"/>
          <a:stretch>
            <a:fillRect/>
          </a:stretch>
        </p:blipFill>
        <p:spPr>
          <a:xfrm>
            <a:off x="6215450" y="123568"/>
            <a:ext cx="5204513" cy="5634682"/>
          </a:xfrm>
          <a:prstGeom prst="rect">
            <a:avLst/>
          </a:prstGeom>
        </p:spPr>
      </p:pic>
    </p:spTree>
    <p:extLst>
      <p:ext uri="{BB962C8B-B14F-4D97-AF65-F5344CB8AC3E}">
        <p14:creationId xmlns:p14="http://schemas.microsoft.com/office/powerpoint/2010/main" val="3048318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19EE6-2630-53F1-F535-ABB84E9927DC}"/>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6D95776C-9F0A-F493-149F-898C398B7329}"/>
              </a:ext>
            </a:extLst>
          </p:cNvPr>
          <p:cNvSpPr txBox="1"/>
          <p:nvPr/>
        </p:nvSpPr>
        <p:spPr>
          <a:xfrm>
            <a:off x="169480" y="97011"/>
            <a:ext cx="6109252"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处理器性能指标</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6E2BA4F0-3951-4CD7-E784-595FD73B55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文本框 12">
            <a:extLst>
              <a:ext uri="{FF2B5EF4-FFF2-40B4-BE49-F238E27FC236}">
                <a16:creationId xmlns:a16="http://schemas.microsoft.com/office/drawing/2014/main" id="{C197FE8E-D5FE-B13F-7CBA-ADD0135B9E83}"/>
              </a:ext>
            </a:extLst>
          </p:cNvPr>
          <p:cNvSpPr txBox="1"/>
          <p:nvPr/>
        </p:nvSpPr>
        <p:spPr>
          <a:xfrm>
            <a:off x="169480" y="1248260"/>
            <a:ext cx="11874716" cy="923330"/>
          </a:xfrm>
          <a:prstGeom prst="rect">
            <a:avLst/>
          </a:prstGeom>
          <a:noFill/>
        </p:spPr>
        <p:txBody>
          <a:bodyPr wrap="square" rtlCol="0">
            <a:spAutoFit/>
          </a:bodyPr>
          <a:lstStyle/>
          <a:p>
            <a:pPr marL="685800" indent="-685800">
              <a:buFont typeface="Wingdings" panose="05000000000000000000" pitchFamily="2" charset="2"/>
              <a:buChar char="Ø"/>
            </a:pPr>
            <a:r>
              <a:rPr lang="en-US" altLang="zh-CN"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主频</a:t>
            </a:r>
            <a:r>
              <a:rPr lang="en-US" altLang="zh-CN"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字长</a:t>
            </a:r>
            <a:r>
              <a:rPr lang="en-US" altLang="zh-CN"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3</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缓存大小</a:t>
            </a:r>
            <a:r>
              <a:rPr lang="en-US" altLang="zh-CN"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4</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指令集，</a:t>
            </a:r>
          </a:p>
        </p:txBody>
      </p:sp>
      <p:sp>
        <p:nvSpPr>
          <p:cNvPr id="8" name="文本框 7">
            <a:extLst>
              <a:ext uri="{FF2B5EF4-FFF2-40B4-BE49-F238E27FC236}">
                <a16:creationId xmlns:a16="http://schemas.microsoft.com/office/drawing/2014/main" id="{0783A891-E4ED-CA76-E499-6DDF9237855C}"/>
              </a:ext>
            </a:extLst>
          </p:cNvPr>
          <p:cNvSpPr txBox="1"/>
          <p:nvPr/>
        </p:nvSpPr>
        <p:spPr>
          <a:xfrm>
            <a:off x="169480" y="2557743"/>
            <a:ext cx="11874716" cy="3416320"/>
          </a:xfrm>
          <a:prstGeom prst="rect">
            <a:avLst/>
          </a:prstGeom>
          <a:noFill/>
        </p:spPr>
        <p:txBody>
          <a:bodyPr wrap="square" rtlCol="0">
            <a:spAutoFit/>
          </a:bodyPr>
          <a:lstStyle/>
          <a:p>
            <a:pPr marL="685800" indent="-685800">
              <a:buFont typeface="Wingdings" panose="05000000000000000000" pitchFamily="2" charset="2"/>
              <a:buChar char="l"/>
            </a:pPr>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主频</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：处理器时钟频率，即运算工作频率，简称主频。主频越高，单位时间内完成的指令数越多。主频单位为兆赫（</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MHz</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）、吉赫（</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GHz</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p>
        </p:txBody>
      </p:sp>
    </p:spTree>
    <p:extLst>
      <p:ext uri="{BB962C8B-B14F-4D97-AF65-F5344CB8AC3E}">
        <p14:creationId xmlns:p14="http://schemas.microsoft.com/office/powerpoint/2010/main" val="2003149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099F1-9A32-05F3-BA84-9AEAB2501780}"/>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EBB54530-3590-5B7A-7DFD-01BC4CDEFDD3}"/>
              </a:ext>
            </a:extLst>
          </p:cNvPr>
          <p:cNvSpPr txBox="1"/>
          <p:nvPr/>
        </p:nvSpPr>
        <p:spPr>
          <a:xfrm>
            <a:off x="169480" y="97011"/>
            <a:ext cx="6109252"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处理器性能指标</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81F19836-1902-5138-70FD-CACEB145BB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a:extLst>
              <a:ext uri="{FF2B5EF4-FFF2-40B4-BE49-F238E27FC236}">
                <a16:creationId xmlns:a16="http://schemas.microsoft.com/office/drawing/2014/main" id="{83DB9ABF-D7B5-53BD-5AEE-8807ADAB7F69}"/>
              </a:ext>
            </a:extLst>
          </p:cNvPr>
          <p:cNvSpPr txBox="1"/>
          <p:nvPr/>
        </p:nvSpPr>
        <p:spPr>
          <a:xfrm>
            <a:off x="147804" y="1189069"/>
            <a:ext cx="11874716" cy="5078313"/>
          </a:xfrm>
          <a:prstGeom prst="rect">
            <a:avLst/>
          </a:prstGeom>
          <a:noFill/>
        </p:spPr>
        <p:txBody>
          <a:bodyPr wrap="square" rtlCol="0">
            <a:spAutoFit/>
          </a:bodyPr>
          <a:lstStyle/>
          <a:p>
            <a:pPr marL="685800" indent="-685800">
              <a:buFont typeface="Wingdings" panose="05000000000000000000" pitchFamily="2" charset="2"/>
              <a:buChar char="l"/>
            </a:pPr>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字长</a:t>
            </a:r>
          </a:p>
          <a:p>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处理器一次能完成的二进制运算位数，如</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8</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位，</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16</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位，</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64</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位。这直接关系计算机的计算精度，功能和速度。字长越长，处理能力越强</a:t>
            </a:r>
          </a:p>
          <a:p>
            <a:endPar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316923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A79F6-B54C-2D3E-0107-4B1A96273439}"/>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8745ADF2-DC7D-288F-7777-BAF81FE38E69}"/>
              </a:ext>
            </a:extLst>
          </p:cNvPr>
          <p:cNvSpPr txBox="1"/>
          <p:nvPr/>
        </p:nvSpPr>
        <p:spPr>
          <a:xfrm>
            <a:off x="169480" y="97011"/>
            <a:ext cx="6109252"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处理器性能指标</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D8A4B1E8-004D-0B14-E2E1-850B913FF5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a:extLst>
              <a:ext uri="{FF2B5EF4-FFF2-40B4-BE49-F238E27FC236}">
                <a16:creationId xmlns:a16="http://schemas.microsoft.com/office/drawing/2014/main" id="{1AA9F2C8-804F-F117-5BD4-DFE08B258333}"/>
              </a:ext>
            </a:extLst>
          </p:cNvPr>
          <p:cNvSpPr txBox="1"/>
          <p:nvPr/>
        </p:nvSpPr>
        <p:spPr>
          <a:xfrm>
            <a:off x="147804" y="1189069"/>
            <a:ext cx="11874716" cy="5078313"/>
          </a:xfrm>
          <a:prstGeom prst="rect">
            <a:avLst/>
          </a:prstGeom>
          <a:noFill/>
        </p:spPr>
        <p:txBody>
          <a:bodyPr wrap="square" rtlCol="0">
            <a:spAutoFit/>
          </a:bodyPr>
          <a:lstStyle/>
          <a:p>
            <a:pPr marL="685800" indent="-685800">
              <a:buFont typeface="Wingdings" panose="05000000000000000000" pitchFamily="2" charset="2"/>
              <a:buChar char="l"/>
            </a:pPr>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缓存</a:t>
            </a:r>
            <a:r>
              <a:rPr lang="en-US" altLang="zh-CN"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Cache</a:t>
            </a:r>
            <a:endPar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一级缓存：封装于</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CPU</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内的高速缓存，解决</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CPU</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与主存间速度不匹配技术。</a:t>
            </a:r>
          </a:p>
          <a:p>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很多</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CPU </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上还有二级缓存、三级缓存，其作用与一级缓存类似。</a:t>
            </a:r>
          </a:p>
          <a:p>
            <a:endPar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143755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8AACC-246A-B14C-6F0D-A3EBB6FB1C94}"/>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FCD3B482-F7BA-E57D-62FC-47CDE2B60256}"/>
              </a:ext>
            </a:extLst>
          </p:cNvPr>
          <p:cNvSpPr txBox="1"/>
          <p:nvPr/>
        </p:nvSpPr>
        <p:spPr>
          <a:xfrm>
            <a:off x="169480" y="97011"/>
            <a:ext cx="6109252"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处理器性能指标</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F27FED64-ADC8-E438-ABF3-C535B95E59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a:extLst>
              <a:ext uri="{FF2B5EF4-FFF2-40B4-BE49-F238E27FC236}">
                <a16:creationId xmlns:a16="http://schemas.microsoft.com/office/drawing/2014/main" id="{D1C77B29-CF3E-8A66-E33B-83DE6795D455}"/>
              </a:ext>
            </a:extLst>
          </p:cNvPr>
          <p:cNvSpPr txBox="1"/>
          <p:nvPr/>
        </p:nvSpPr>
        <p:spPr>
          <a:xfrm>
            <a:off x="147804" y="1189069"/>
            <a:ext cx="11874716" cy="4247317"/>
          </a:xfrm>
          <a:prstGeom prst="rect">
            <a:avLst/>
          </a:prstGeom>
          <a:noFill/>
        </p:spPr>
        <p:txBody>
          <a:bodyPr wrap="square" rtlCol="0">
            <a:spAutoFit/>
          </a:bodyPr>
          <a:lstStyle/>
          <a:p>
            <a:pPr marL="685800" indent="-685800">
              <a:buFont typeface="Wingdings" panose="05000000000000000000" pitchFamily="2" charset="2"/>
              <a:buChar char="l"/>
            </a:pPr>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指令集</a:t>
            </a:r>
            <a:r>
              <a:rPr lang="en-US" altLang="zh-CN"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a:t>
            </a:r>
            <a:endPar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复杂指令集（</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CISC</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）含大量指令，可直接执行复杂操作，减少程序员编写代码量。</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x86</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架构是</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CISC</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典型代表，其包含</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80</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多个指令</a:t>
            </a:r>
          </a:p>
        </p:txBody>
      </p:sp>
      <p:sp>
        <p:nvSpPr>
          <p:cNvPr id="3" name="文本框 2">
            <a:extLst>
              <a:ext uri="{FF2B5EF4-FFF2-40B4-BE49-F238E27FC236}">
                <a16:creationId xmlns:a16="http://schemas.microsoft.com/office/drawing/2014/main" id="{C3ED58EF-ED8F-000F-508A-C3BDFF144449}"/>
              </a:ext>
            </a:extLst>
          </p:cNvPr>
          <p:cNvSpPr txBox="1"/>
          <p:nvPr/>
        </p:nvSpPr>
        <p:spPr>
          <a:xfrm>
            <a:off x="5668236" y="4622593"/>
            <a:ext cx="7275466" cy="923330"/>
          </a:xfrm>
          <a:prstGeom prst="rect">
            <a:avLst/>
          </a:prstGeom>
          <a:noFill/>
        </p:spPr>
        <p:txBody>
          <a:bodyPr wrap="square">
            <a:spAutoFit/>
          </a:bodyPr>
          <a:lstStyle/>
          <a:p>
            <a:r>
              <a:rPr lang="en-US" altLang="zh-CN" sz="5400" b="1" i="0" dirty="0">
                <a:solidFill>
                  <a:srgbClr val="0000FF"/>
                </a:solidFill>
                <a:effectLst>
                  <a:outerShdw blurRad="38100" dist="38100" dir="2700000" algn="tl">
                    <a:srgbClr val="000000">
                      <a:alpha val="43137"/>
                    </a:srgbClr>
                  </a:outerShdw>
                </a:effectLst>
                <a:highlight>
                  <a:srgbClr val="FFFF00"/>
                </a:highlight>
                <a:latin typeface="华文楷体" panose="02010600040101010101" pitchFamily="2" charset="-122"/>
                <a:ea typeface="华文楷体" panose="02010600040101010101" pitchFamily="2" charset="-122"/>
              </a:rPr>
              <a:t>MOV</a:t>
            </a:r>
            <a:r>
              <a:rPr lang="en-US" altLang="zh-CN" sz="5400" b="1" i="0" dirty="0">
                <a:solidFill>
                  <a:srgbClr val="0000FF"/>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 DL, 32</a:t>
            </a:r>
            <a:endParaRPr lang="zh-CN" altLang="en-US" sz="5400" b="1" dirty="0">
              <a:solidFill>
                <a:srgbClr val="0000FF"/>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939440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F92C1-AF16-921A-5902-A0E1F600F37F}"/>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3D4BF58F-B991-4AE9-CF03-C0641F111AD3}"/>
              </a:ext>
            </a:extLst>
          </p:cNvPr>
          <p:cNvSpPr txBox="1"/>
          <p:nvPr/>
        </p:nvSpPr>
        <p:spPr>
          <a:xfrm>
            <a:off x="828884" y="81073"/>
            <a:ext cx="10344149" cy="1277273"/>
          </a:xfrm>
          <a:prstGeom prst="rect">
            <a:avLst/>
          </a:prstGeom>
          <a:noFill/>
        </p:spPr>
        <p:txBody>
          <a:bodyPr wrap="square">
            <a:spAutoFit/>
          </a:bodyPr>
          <a:lstStyle/>
          <a:p>
            <a:pPr algn="ctr"/>
            <a:r>
              <a:rPr lang="en-US" altLang="zh-CN" sz="6600" b="1" dirty="0">
                <a:solidFill>
                  <a:srgbClr val="843C0C"/>
                </a:solidFill>
                <a:latin typeface="华文楷体" panose="02010600040101010101" pitchFamily="2" charset="-122"/>
                <a:ea typeface="华文楷体" panose="02010600040101010101" pitchFamily="2" charset="-122"/>
                <a:cs typeface="+mj-cs"/>
              </a:rPr>
              <a:t>3</a:t>
            </a:r>
            <a:r>
              <a:rPr kumimoji="0" lang="en-US" altLang="zh-CN" sz="6600" b="1" i="0" u="none" strike="noStrike" kern="1200" cap="none" spc="0" normalizeH="0" baseline="0" noProof="0" dirty="0">
                <a:ln>
                  <a:noFill/>
                </a:ln>
                <a:solidFill>
                  <a:srgbClr val="843C0C"/>
                </a:solidFill>
                <a:effectLst/>
                <a:uLnTx/>
                <a:uFillTx/>
                <a:latin typeface="华文楷体" panose="02010600040101010101" pitchFamily="2" charset="-122"/>
                <a:ea typeface="华文楷体" panose="02010600040101010101" pitchFamily="2" charset="-122"/>
                <a:cs typeface="+mj-cs"/>
              </a:rPr>
              <a:t>.1</a:t>
            </a:r>
            <a:r>
              <a:rPr kumimoji="0" lang="zh-CN" altLang="en-US" sz="6600" b="1" i="0" u="none" strike="noStrike" kern="1200" cap="none" spc="0" normalizeH="0" baseline="0" noProof="0" dirty="0">
                <a:ln>
                  <a:noFill/>
                </a:ln>
                <a:solidFill>
                  <a:srgbClr val="843C0C"/>
                </a:solidFill>
                <a:effectLst/>
                <a:uLnTx/>
                <a:uFillTx/>
                <a:latin typeface="华文楷体" panose="02010600040101010101" pitchFamily="2" charset="-122"/>
                <a:ea typeface="华文楷体" panose="02010600040101010101" pitchFamily="2" charset="-122"/>
                <a:cs typeface="+mj-cs"/>
              </a:rPr>
              <a:t>硬件总系统</a:t>
            </a:r>
          </a:p>
          <a:p>
            <a:pPr algn="ctr"/>
            <a:endParaRPr lang="zh-CN" altLang="en-US" sz="1100" dirty="0"/>
          </a:p>
        </p:txBody>
      </p:sp>
      <p:pic>
        <p:nvPicPr>
          <p:cNvPr id="9" name="Picture 2">
            <a:extLst>
              <a:ext uri="{FF2B5EF4-FFF2-40B4-BE49-F238E27FC236}">
                <a16:creationId xmlns:a16="http://schemas.microsoft.com/office/drawing/2014/main" id="{5AFECA19-D0A6-96A5-FE9B-A778EE2995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95FD27A3-8A6E-7499-8E4F-6250654FE5E5}"/>
              </a:ext>
            </a:extLst>
          </p:cNvPr>
          <p:cNvSpPr txBox="1"/>
          <p:nvPr/>
        </p:nvSpPr>
        <p:spPr>
          <a:xfrm>
            <a:off x="367188" y="856357"/>
            <a:ext cx="10521950" cy="6001643"/>
          </a:xfrm>
          <a:prstGeom prst="rect">
            <a:avLst/>
          </a:prstGeom>
          <a:noFill/>
        </p:spPr>
        <p:txBody>
          <a:bodyPr wrap="square">
            <a:spAutoFit/>
          </a:bodyPr>
          <a:lstStyle/>
          <a:p>
            <a:pPr marL="685800" indent="-685800" algn="just">
              <a:buFont typeface="Wingdings" panose="05000000000000000000" pitchFamily="2" charset="2"/>
              <a:buChar char="Ø"/>
            </a:pPr>
            <a:r>
              <a:rPr lang="zh-CN" altLang="en-US" sz="4800" b="1" dirty="0">
                <a:solidFill>
                  <a:srgbClr val="0000FF"/>
                </a:solidFill>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存储器系统</a:t>
            </a:r>
            <a:r>
              <a:rPr lang="zh-CN" altLang="en-US"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endParaRPr lang="en-US" altLang="zh-CN"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1</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）组成和分类</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2</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）虚拟内存原理</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3</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）外存：硬盘组成和性能指标，硬盘分区</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4</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）文件格式</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5</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）云存储</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6</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）数据库系统</a:t>
            </a:r>
          </a:p>
        </p:txBody>
      </p:sp>
    </p:spTree>
    <p:extLst>
      <p:ext uri="{BB962C8B-B14F-4D97-AF65-F5344CB8AC3E}">
        <p14:creationId xmlns:p14="http://schemas.microsoft.com/office/powerpoint/2010/main" val="3726360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2BEF8-5104-559F-C01E-BB188B760F74}"/>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5588F61D-2982-9724-0A6E-00970892E58C}"/>
              </a:ext>
            </a:extLst>
          </p:cNvPr>
          <p:cNvSpPr txBox="1"/>
          <p:nvPr/>
        </p:nvSpPr>
        <p:spPr>
          <a:xfrm>
            <a:off x="169480" y="97011"/>
            <a:ext cx="6109252"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存储器系统</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79ED0D20-CC58-0CF7-A96D-DDF8BC7D0D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a:extLst>
              <a:ext uri="{FF2B5EF4-FFF2-40B4-BE49-F238E27FC236}">
                <a16:creationId xmlns:a16="http://schemas.microsoft.com/office/drawing/2014/main" id="{E6AE0B45-0B0F-85FF-DEBE-C2DD8C8117BB}"/>
              </a:ext>
            </a:extLst>
          </p:cNvPr>
          <p:cNvSpPr txBox="1"/>
          <p:nvPr/>
        </p:nvSpPr>
        <p:spPr>
          <a:xfrm>
            <a:off x="-152273" y="1082352"/>
            <a:ext cx="11874716" cy="5909310"/>
          </a:xfrm>
          <a:prstGeom prst="rect">
            <a:avLst/>
          </a:prstGeom>
          <a:noFill/>
        </p:spPr>
        <p:txBody>
          <a:bodyPr wrap="square" rtlCol="0">
            <a:spAutoFit/>
          </a:bodyPr>
          <a:lstStyle/>
          <a:p>
            <a:pPr marL="685800" indent="-685800">
              <a:buFont typeface="Wingdings" panose="05000000000000000000" pitchFamily="2" charset="2"/>
              <a:buChar char="Ø"/>
            </a:pPr>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存储器</a:t>
            </a:r>
            <a:r>
              <a:rPr lang="en-US" altLang="zh-CN"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Memory</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：存放程序和数据。包括中间结果和最终运行结果。</a:t>
            </a:r>
            <a:endPar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buFont typeface="Wingdings" panose="05000000000000000000" pitchFamily="2" charset="2"/>
              <a:buChar char="Ø"/>
            </a:pPr>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最小存储单元</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：为</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8</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位，即</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个字节</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B</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en-US" altLang="zh-CN" sz="5400" b="1" dirty="0">
                <a:solidFill>
                  <a:srgbClr val="FF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1024</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MB=1GB  </a:t>
            </a:r>
            <a:r>
              <a:rPr lang="en-US" altLang="zh-CN" sz="5400" b="1" dirty="0">
                <a:solidFill>
                  <a:srgbClr val="FF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1024</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KB=1MB</a:t>
            </a:r>
          </a:p>
          <a:p>
            <a:pPr marL="685800" indent="-685800">
              <a:buFont typeface="Wingdings" panose="05000000000000000000" pitchFamily="2" charset="2"/>
              <a:buChar char="Ø"/>
            </a:pPr>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存储介质</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：半导体材料和磁性材料</a:t>
            </a:r>
          </a:p>
          <a:p>
            <a:endPar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endPar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535647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3E200BC9-0898-6244-697B-16DB9E616CFA}"/>
              </a:ext>
            </a:extLst>
          </p:cNvPr>
          <p:cNvSpPr txBox="1"/>
          <p:nvPr/>
        </p:nvSpPr>
        <p:spPr>
          <a:xfrm>
            <a:off x="170426" y="3039095"/>
            <a:ext cx="2363229" cy="923330"/>
          </a:xfrm>
          <a:prstGeom prst="rect">
            <a:avLst/>
          </a:prstGeom>
          <a:noFill/>
        </p:spPr>
        <p:txBody>
          <a:bodyPr wrap="square">
            <a:spAutoFit/>
          </a:bodyPr>
          <a:lstStyle/>
          <a:p>
            <a:r>
              <a:rPr kumimoji="0" lang="zh-CN" altLang="en-US" sz="5400" b="1" i="0" u="none" strike="noStrike" kern="1200" cap="none" spc="0" normalizeH="0" baseline="0" noProof="0" dirty="0">
                <a:ln>
                  <a:noFill/>
                </a:ln>
                <a:solidFill>
                  <a:srgbClr val="0000FF"/>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存储器</a:t>
            </a:r>
            <a:endParaRPr lang="zh-CN" altLang="en-US" dirty="0"/>
          </a:p>
        </p:txBody>
      </p:sp>
      <p:sp>
        <p:nvSpPr>
          <p:cNvPr id="8" name="左大括号 7">
            <a:extLst>
              <a:ext uri="{FF2B5EF4-FFF2-40B4-BE49-F238E27FC236}">
                <a16:creationId xmlns:a16="http://schemas.microsoft.com/office/drawing/2014/main" id="{593F4345-A667-C5B1-2370-6C6F9245894D}"/>
              </a:ext>
            </a:extLst>
          </p:cNvPr>
          <p:cNvSpPr/>
          <p:nvPr/>
        </p:nvSpPr>
        <p:spPr>
          <a:xfrm>
            <a:off x="2327193" y="818974"/>
            <a:ext cx="605481" cy="5421188"/>
          </a:xfrm>
          <a:prstGeom prst="leftBrace">
            <a:avLst/>
          </a:prstGeom>
          <a:ln w="76200">
            <a:solidFill>
              <a:srgbClr val="843C0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72E84E08-769F-63E8-01A9-13072F240B0B}"/>
              </a:ext>
            </a:extLst>
          </p:cNvPr>
          <p:cNvSpPr txBox="1"/>
          <p:nvPr/>
        </p:nvSpPr>
        <p:spPr>
          <a:xfrm>
            <a:off x="2793659" y="420129"/>
            <a:ext cx="1580633" cy="923330"/>
          </a:xfrm>
          <a:prstGeom prst="rect">
            <a:avLst/>
          </a:prstGeom>
          <a:noFill/>
        </p:spPr>
        <p:txBody>
          <a:bodyPr wrap="square">
            <a:spAutoFit/>
          </a:bodyPr>
          <a:lstStyle/>
          <a:p>
            <a:r>
              <a:rPr kumimoji="0" lang="zh-CN" altLang="en-US" sz="5400" b="1" i="0" u="none" strike="noStrike" kern="1200" cap="none" spc="0" normalizeH="0" baseline="0" noProof="0" dirty="0">
                <a:ln>
                  <a:noFill/>
                </a:ln>
                <a:solidFill>
                  <a:srgbClr val="0000FF"/>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内存</a:t>
            </a:r>
            <a:endParaRPr lang="zh-CN" altLang="en-US" dirty="0"/>
          </a:p>
        </p:txBody>
      </p:sp>
      <p:sp>
        <p:nvSpPr>
          <p:cNvPr id="10" name="左大括号 9">
            <a:extLst>
              <a:ext uri="{FF2B5EF4-FFF2-40B4-BE49-F238E27FC236}">
                <a16:creationId xmlns:a16="http://schemas.microsoft.com/office/drawing/2014/main" id="{FF90FB4E-537F-F103-EA75-98436BDF249C}"/>
              </a:ext>
            </a:extLst>
          </p:cNvPr>
          <p:cNvSpPr/>
          <p:nvPr/>
        </p:nvSpPr>
        <p:spPr>
          <a:xfrm>
            <a:off x="4210566" y="220580"/>
            <a:ext cx="605481" cy="1355816"/>
          </a:xfrm>
          <a:prstGeom prst="leftBrace">
            <a:avLst/>
          </a:prstGeom>
          <a:ln w="76200">
            <a:solidFill>
              <a:srgbClr val="843C0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5D34C424-5EF8-4582-8BE1-3E78CDC9EF88}"/>
              </a:ext>
            </a:extLst>
          </p:cNvPr>
          <p:cNvSpPr txBox="1"/>
          <p:nvPr/>
        </p:nvSpPr>
        <p:spPr>
          <a:xfrm>
            <a:off x="4816047" y="-192787"/>
            <a:ext cx="7375953" cy="1508105"/>
          </a:xfrm>
          <a:prstGeom prst="rect">
            <a:avLst/>
          </a:prstGeom>
          <a:noFill/>
        </p:spPr>
        <p:txBody>
          <a:bodyPr wrap="square">
            <a:spAutoFit/>
          </a:bodyPr>
          <a:lstStyle/>
          <a:p>
            <a:pPr algn="just"/>
            <a:r>
              <a:rPr kumimoji="0" lang="en-US" altLang="zh-CN" sz="4800" b="1" i="0" u="none" strike="noStrike" kern="1200" cap="none" spc="0" normalizeH="0" baseline="0" noProof="0" dirty="0">
                <a:ln>
                  <a:noFill/>
                </a:ln>
                <a:solidFill>
                  <a:srgbClr val="0000FF"/>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RAM: </a:t>
            </a:r>
            <a:r>
              <a:rPr kumimoji="0" lang="zh-CN" altLang="en-US" sz="44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随机</a:t>
            </a:r>
            <a:r>
              <a:rPr kumimoji="0" lang="zh-CN" altLang="en-US" sz="44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存储器，程序执行所需空间，断电丢失数据</a:t>
            </a:r>
            <a:endParaRPr lang="zh-CN" altLang="en-US" sz="1600" dirty="0"/>
          </a:p>
        </p:txBody>
      </p:sp>
      <p:sp>
        <p:nvSpPr>
          <p:cNvPr id="13" name="文本框 12">
            <a:extLst>
              <a:ext uri="{FF2B5EF4-FFF2-40B4-BE49-F238E27FC236}">
                <a16:creationId xmlns:a16="http://schemas.microsoft.com/office/drawing/2014/main" id="{1141FA24-5D62-CE48-FBCE-00F7469FF68A}"/>
              </a:ext>
            </a:extLst>
          </p:cNvPr>
          <p:cNvSpPr txBox="1"/>
          <p:nvPr/>
        </p:nvSpPr>
        <p:spPr>
          <a:xfrm>
            <a:off x="4840758" y="1161544"/>
            <a:ext cx="7298723" cy="2123658"/>
          </a:xfrm>
          <a:prstGeom prst="rect">
            <a:avLst/>
          </a:prstGeom>
          <a:noFill/>
        </p:spPr>
        <p:txBody>
          <a:bodyPr wrap="square">
            <a:spAutoFit/>
          </a:bodyPr>
          <a:lstStyle/>
          <a:p>
            <a:pPr algn="just"/>
            <a:r>
              <a:rPr kumimoji="0" lang="en-US" altLang="zh-CN" sz="4400" b="1" i="0" u="none" strike="noStrike" kern="1200" cap="none" spc="0" normalizeH="0" baseline="0" noProof="0" dirty="0">
                <a:ln>
                  <a:noFill/>
                </a:ln>
                <a:solidFill>
                  <a:srgbClr val="0000FF"/>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ROM</a:t>
            </a:r>
            <a:r>
              <a:rPr lang="zh-CN" altLang="en-US" sz="4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en-US" sz="4400" b="1" dirty="0">
                <a:solidFill>
                  <a:srgbClr val="FF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只读</a:t>
            </a:r>
            <a:r>
              <a:rPr lang="zh-CN" altLang="en-US"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存储器，放电脑启动程序和初始设置，断电不丢失数据</a:t>
            </a:r>
          </a:p>
        </p:txBody>
      </p:sp>
      <p:sp>
        <p:nvSpPr>
          <p:cNvPr id="14" name="文本框 13">
            <a:extLst>
              <a:ext uri="{FF2B5EF4-FFF2-40B4-BE49-F238E27FC236}">
                <a16:creationId xmlns:a16="http://schemas.microsoft.com/office/drawing/2014/main" id="{CB5E7B70-7745-75FC-DBFF-237EB010DCAF}"/>
              </a:ext>
            </a:extLst>
          </p:cNvPr>
          <p:cNvSpPr txBox="1"/>
          <p:nvPr/>
        </p:nvSpPr>
        <p:spPr>
          <a:xfrm>
            <a:off x="2618093" y="3160615"/>
            <a:ext cx="1580633" cy="923330"/>
          </a:xfrm>
          <a:prstGeom prst="rect">
            <a:avLst/>
          </a:prstGeom>
          <a:noFill/>
        </p:spPr>
        <p:txBody>
          <a:bodyPr wrap="square">
            <a:spAutoFit/>
          </a:bodyPr>
          <a:lstStyle/>
          <a:p>
            <a:r>
              <a:rPr kumimoji="0" lang="zh-CN" altLang="en-US" sz="5400" b="1" i="0" u="none" strike="noStrike" kern="1200" cap="none" spc="0" normalizeH="0" baseline="0" noProof="0" dirty="0">
                <a:ln>
                  <a:noFill/>
                </a:ln>
                <a:solidFill>
                  <a:srgbClr val="0000FF"/>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辅存</a:t>
            </a:r>
            <a:endParaRPr lang="zh-CN" altLang="en-US" dirty="0"/>
          </a:p>
        </p:txBody>
      </p:sp>
      <p:sp>
        <p:nvSpPr>
          <p:cNvPr id="16" name="文本框 15">
            <a:extLst>
              <a:ext uri="{FF2B5EF4-FFF2-40B4-BE49-F238E27FC236}">
                <a16:creationId xmlns:a16="http://schemas.microsoft.com/office/drawing/2014/main" id="{29F6C512-CEBC-1098-D879-8F4F460A12D2}"/>
              </a:ext>
            </a:extLst>
          </p:cNvPr>
          <p:cNvSpPr txBox="1"/>
          <p:nvPr/>
        </p:nvSpPr>
        <p:spPr>
          <a:xfrm>
            <a:off x="4053016" y="3206781"/>
            <a:ext cx="5622324" cy="830997"/>
          </a:xfrm>
          <a:prstGeom prst="rect">
            <a:avLst/>
          </a:prstGeom>
          <a:noFill/>
        </p:spPr>
        <p:txBody>
          <a:bodyPr wrap="square">
            <a:spAutoFit/>
          </a:bodyPr>
          <a:lstStyle/>
          <a:p>
            <a:r>
              <a:rPr kumimoji="0" lang="zh-CN" altLang="en-US" sz="4800" b="1" i="0" u="none" strike="noStrike" kern="1200" cap="none" spc="0" normalizeH="0" baseline="0" noProof="0" dirty="0">
                <a:ln>
                  <a:noFill/>
                </a:ln>
                <a:solidFill>
                  <a:srgbClr val="0000FF"/>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a:t>
            </a:r>
            <a:r>
              <a:rPr kumimoji="0" lang="zh-CN" altLang="en-US"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磁盘</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光盘，</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U</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盘</a:t>
            </a:r>
            <a:endParaRPr lang="zh-CN" altLang="en-US" dirty="0"/>
          </a:p>
        </p:txBody>
      </p:sp>
      <p:sp>
        <p:nvSpPr>
          <p:cNvPr id="17" name="文本框 16">
            <a:extLst>
              <a:ext uri="{FF2B5EF4-FFF2-40B4-BE49-F238E27FC236}">
                <a16:creationId xmlns:a16="http://schemas.microsoft.com/office/drawing/2014/main" id="{1666721B-1886-75DE-6D8C-38CA3452BC0B}"/>
              </a:ext>
            </a:extLst>
          </p:cNvPr>
          <p:cNvSpPr txBox="1"/>
          <p:nvPr/>
        </p:nvSpPr>
        <p:spPr>
          <a:xfrm>
            <a:off x="2775384" y="5502256"/>
            <a:ext cx="8988248" cy="923330"/>
          </a:xfrm>
          <a:prstGeom prst="rect">
            <a:avLst/>
          </a:prstGeom>
          <a:noFill/>
        </p:spPr>
        <p:txBody>
          <a:bodyPr wrap="square">
            <a:spAutoFit/>
          </a:bodyPr>
          <a:lstStyle/>
          <a:p>
            <a:r>
              <a:rPr kumimoji="0" lang="zh-CN" altLang="en-US" sz="5400" b="1" i="0" u="none" strike="noStrike" kern="1200" cap="none" spc="0" normalizeH="0" baseline="0" noProof="0" dirty="0">
                <a:ln>
                  <a:noFill/>
                </a:ln>
                <a:solidFill>
                  <a:srgbClr val="0000FF"/>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寄存器（</a:t>
            </a:r>
            <a:r>
              <a:rPr kumimoji="0" lang="en-US" altLang="zh-CN" sz="5400" b="1" i="0" u="none" strike="noStrike" kern="1200" cap="none" spc="0" normalizeH="0" baseline="0" noProof="0" dirty="0">
                <a:ln>
                  <a:noFill/>
                </a:ln>
                <a:solidFill>
                  <a:srgbClr val="0000FF"/>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CPU</a:t>
            </a:r>
            <a:r>
              <a:rPr kumimoji="0" lang="zh-CN" altLang="en-US" sz="5400" b="1" i="0" u="none" strike="noStrike" kern="1200" cap="none" spc="0" normalizeH="0" baseline="0" noProof="0" dirty="0">
                <a:ln>
                  <a:noFill/>
                </a:ln>
                <a:solidFill>
                  <a:srgbClr val="0000FF"/>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），缓存</a:t>
            </a:r>
            <a:r>
              <a:rPr kumimoji="0" lang="en-US" altLang="zh-CN" sz="5400" b="1" i="0" u="none" strike="noStrike" kern="1200" cap="none" spc="0" normalizeH="0" baseline="0" noProof="0" dirty="0">
                <a:ln>
                  <a:noFill/>
                </a:ln>
                <a:solidFill>
                  <a:srgbClr val="0000FF"/>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Cache</a:t>
            </a:r>
            <a:endParaRPr lang="zh-CN" altLang="en-US" dirty="0"/>
          </a:p>
        </p:txBody>
      </p:sp>
    </p:spTree>
    <p:extLst>
      <p:ext uri="{BB962C8B-B14F-4D97-AF65-F5344CB8AC3E}">
        <p14:creationId xmlns:p14="http://schemas.microsoft.com/office/powerpoint/2010/main" val="1411835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EBB086E-8844-9323-9C0C-F81745F95933}"/>
              </a:ext>
            </a:extLst>
          </p:cNvPr>
          <p:cNvSpPr txBox="1"/>
          <p:nvPr/>
        </p:nvSpPr>
        <p:spPr>
          <a:xfrm>
            <a:off x="95340" y="845763"/>
            <a:ext cx="12192000" cy="5370701"/>
          </a:xfrm>
          <a:prstGeom prst="rect">
            <a:avLst/>
          </a:prstGeom>
          <a:noFill/>
        </p:spPr>
        <p:txBody>
          <a:bodyPr wrap="square">
            <a:spAutoFit/>
          </a:bodyPr>
          <a:lstStyle/>
          <a:p>
            <a:pPr algn="just">
              <a:spcAft>
                <a:spcPts val="1200"/>
              </a:spcAft>
            </a:pP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按</a:t>
            </a:r>
            <a:r>
              <a:rPr lang="zh-CN" altLang="en-US"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存储介质</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分：</a:t>
            </a:r>
          </a:p>
          <a:p>
            <a:pPr algn="just">
              <a:spcBef>
                <a:spcPts val="600"/>
              </a:spcBef>
              <a:spcAft>
                <a:spcPts val="1800"/>
              </a:spcAft>
              <a:buFont typeface="Arial" panose="020B0604020202020204" pitchFamily="34" charset="0"/>
              <a:buChar char="•"/>
            </a:pPr>
            <a:r>
              <a:rPr lang="zh-CN" altLang="en-US" sz="4800" b="1" dirty="0">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半导体存储器</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RAM</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en-US" altLang="zh-CN" sz="4800" b="1" dirty="0" err="1">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ROM,Cache</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等，可随机访问，读写速度快</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10G</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每秒，断电数据丢失</a:t>
            </a:r>
          </a:p>
          <a:p>
            <a:pPr algn="just">
              <a:spcBef>
                <a:spcPts val="600"/>
              </a:spcBef>
              <a:spcAft>
                <a:spcPts val="1800"/>
              </a:spcAft>
              <a:buFont typeface="Arial" panose="020B0604020202020204" pitchFamily="34" charset="0"/>
              <a:buChar char="•"/>
            </a:pPr>
            <a:r>
              <a:rPr lang="zh-CN" altLang="en-US" sz="4800" b="1" dirty="0">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磁表面存储器</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：外存如机械硬盘和固态硬盘，断电不丢失，读写速度低</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100M</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每秒</a:t>
            </a:r>
          </a:p>
          <a:p>
            <a:pPr algn="just">
              <a:spcBef>
                <a:spcPts val="600"/>
              </a:spcBef>
              <a:spcAft>
                <a:spcPts val="1800"/>
              </a:spcAft>
              <a:buFont typeface="Arial" panose="020B0604020202020204" pitchFamily="34" charset="0"/>
              <a:buChar char="•"/>
            </a:pPr>
            <a:r>
              <a:rPr lang="zh-CN" altLang="en-US" sz="4800" b="1" dirty="0">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光存储器</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：光盘等</a:t>
            </a:r>
          </a:p>
        </p:txBody>
      </p:sp>
      <p:sp>
        <p:nvSpPr>
          <p:cNvPr id="5" name="文本框 4">
            <a:extLst>
              <a:ext uri="{FF2B5EF4-FFF2-40B4-BE49-F238E27FC236}">
                <a16:creationId xmlns:a16="http://schemas.microsoft.com/office/drawing/2014/main" id="{FD02C338-994B-75EF-6731-AEE0F5BE3492}"/>
              </a:ext>
            </a:extLst>
          </p:cNvPr>
          <p:cNvSpPr txBox="1"/>
          <p:nvPr/>
        </p:nvSpPr>
        <p:spPr>
          <a:xfrm>
            <a:off x="95340" y="0"/>
            <a:ext cx="6109252"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存储器系统</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spTree>
    <p:extLst>
      <p:ext uri="{BB962C8B-B14F-4D97-AF65-F5344CB8AC3E}">
        <p14:creationId xmlns:p14="http://schemas.microsoft.com/office/powerpoint/2010/main" val="1021850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4AA91-7D02-FE55-D65A-C6CB45B1E005}"/>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D86E0D87-A397-3AFA-9E66-17E07618F29B}"/>
              </a:ext>
            </a:extLst>
          </p:cNvPr>
          <p:cNvSpPr txBox="1"/>
          <p:nvPr/>
        </p:nvSpPr>
        <p:spPr>
          <a:xfrm>
            <a:off x="169480" y="97011"/>
            <a:ext cx="6109252"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存储器系统</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0DFB1817-89EC-EBBA-51C3-3D7F390849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图片 1">
            <a:extLst>
              <a:ext uri="{FF2B5EF4-FFF2-40B4-BE49-F238E27FC236}">
                <a16:creationId xmlns:a16="http://schemas.microsoft.com/office/drawing/2014/main" id="{ED652299-38E2-98B0-18EF-544E6B5496C4}"/>
              </a:ext>
            </a:extLst>
          </p:cNvPr>
          <p:cNvPicPr>
            <a:picLocks noChangeAspect="1"/>
          </p:cNvPicPr>
          <p:nvPr/>
        </p:nvPicPr>
        <p:blipFill>
          <a:blip r:embed="rId4"/>
          <a:stretch>
            <a:fillRect/>
          </a:stretch>
        </p:blipFill>
        <p:spPr>
          <a:xfrm>
            <a:off x="169480" y="931654"/>
            <a:ext cx="11963690" cy="4031421"/>
          </a:xfrm>
          <a:prstGeom prst="rect">
            <a:avLst/>
          </a:prstGeom>
        </p:spPr>
      </p:pic>
      <p:sp>
        <p:nvSpPr>
          <p:cNvPr id="4" name="文本框 3">
            <a:extLst>
              <a:ext uri="{FF2B5EF4-FFF2-40B4-BE49-F238E27FC236}">
                <a16:creationId xmlns:a16="http://schemas.microsoft.com/office/drawing/2014/main" id="{6B9B8EC1-5F52-B320-5844-E6ECA6391EDF}"/>
              </a:ext>
            </a:extLst>
          </p:cNvPr>
          <p:cNvSpPr txBox="1"/>
          <p:nvPr/>
        </p:nvSpPr>
        <p:spPr>
          <a:xfrm>
            <a:off x="3440491" y="3368663"/>
            <a:ext cx="1220230" cy="646331"/>
          </a:xfrm>
          <a:prstGeom prst="rect">
            <a:avLst/>
          </a:prstGeom>
          <a:noFill/>
        </p:spPr>
        <p:txBody>
          <a:bodyPr wrap="square">
            <a:spAutoFit/>
          </a:bodyPr>
          <a:lstStyle/>
          <a:p>
            <a:r>
              <a:rPr lang="zh-CN" altLang="en-US" sz="3600" b="1" dirty="0">
                <a:solidFill>
                  <a:srgbClr val="FF0000"/>
                </a:solidFill>
                <a:effectLst>
                  <a:glow rad="127000">
                    <a:srgbClr val="FFFF00"/>
                  </a:glow>
                  <a:outerShdw blurRad="38100" dist="38100" dir="2700000" algn="tl">
                    <a:srgbClr val="000000">
                      <a:alpha val="43137"/>
                    </a:srgbClr>
                  </a:outerShdw>
                </a:effectLst>
                <a:latin typeface="幼圆" panose="02010509060101010101" pitchFamily="49" charset="-122"/>
                <a:ea typeface="幼圆" panose="02010509060101010101" pitchFamily="49" charset="-122"/>
              </a:rPr>
              <a:t>外存</a:t>
            </a:r>
            <a:endParaRPr lang="zh-CN" altLang="en-US" sz="3600" dirty="0">
              <a:solidFill>
                <a:srgbClr val="FF0000"/>
              </a:solidFill>
              <a:effectLst>
                <a:glow rad="127000">
                  <a:srgbClr val="FFFF00"/>
                </a:glow>
              </a:effectLst>
              <a:latin typeface="幼圆" panose="02010509060101010101" pitchFamily="49" charset="-122"/>
              <a:ea typeface="幼圆" panose="02010509060101010101" pitchFamily="49" charset="-122"/>
            </a:endParaRPr>
          </a:p>
        </p:txBody>
      </p:sp>
      <p:sp>
        <p:nvSpPr>
          <p:cNvPr id="5" name="文本框 4">
            <a:extLst>
              <a:ext uri="{FF2B5EF4-FFF2-40B4-BE49-F238E27FC236}">
                <a16:creationId xmlns:a16="http://schemas.microsoft.com/office/drawing/2014/main" id="{5E416E1C-95D3-6B27-CD95-1F107A2DE641}"/>
              </a:ext>
            </a:extLst>
          </p:cNvPr>
          <p:cNvSpPr txBox="1"/>
          <p:nvPr/>
        </p:nvSpPr>
        <p:spPr>
          <a:xfrm>
            <a:off x="3430278" y="4076318"/>
            <a:ext cx="1220230" cy="646331"/>
          </a:xfrm>
          <a:prstGeom prst="rect">
            <a:avLst/>
          </a:prstGeom>
          <a:noFill/>
        </p:spPr>
        <p:txBody>
          <a:bodyPr wrap="square">
            <a:spAutoFit/>
          </a:bodyPr>
          <a:lstStyle/>
          <a:p>
            <a:r>
              <a:rPr lang="en-US" altLang="zh-CN" sz="3600" b="1" dirty="0">
                <a:solidFill>
                  <a:srgbClr val="FF0000"/>
                </a:solidFill>
                <a:effectLst>
                  <a:glow rad="127000">
                    <a:srgbClr val="FFFF00"/>
                  </a:glow>
                  <a:outerShdw blurRad="38100" dist="38100" dir="2700000" algn="tl">
                    <a:srgbClr val="000000">
                      <a:alpha val="43137"/>
                    </a:srgbClr>
                  </a:outerShdw>
                </a:effectLst>
                <a:latin typeface="幼圆" panose="02010509060101010101" pitchFamily="49" charset="-122"/>
                <a:ea typeface="幼圆" panose="02010509060101010101" pitchFamily="49" charset="-122"/>
              </a:rPr>
              <a:t>U</a:t>
            </a:r>
            <a:r>
              <a:rPr lang="zh-CN" altLang="en-US" sz="3600" b="1" dirty="0">
                <a:solidFill>
                  <a:srgbClr val="FF0000"/>
                </a:solidFill>
                <a:effectLst>
                  <a:glow rad="127000">
                    <a:srgbClr val="FFFF00"/>
                  </a:glow>
                  <a:outerShdw blurRad="38100" dist="38100" dir="2700000" algn="tl">
                    <a:srgbClr val="000000">
                      <a:alpha val="43137"/>
                    </a:srgbClr>
                  </a:outerShdw>
                </a:effectLst>
                <a:latin typeface="幼圆" panose="02010509060101010101" pitchFamily="49" charset="-122"/>
                <a:ea typeface="幼圆" panose="02010509060101010101" pitchFamily="49" charset="-122"/>
              </a:rPr>
              <a:t>盘</a:t>
            </a:r>
            <a:endParaRPr lang="zh-CN" altLang="en-US" sz="3600" dirty="0">
              <a:solidFill>
                <a:srgbClr val="FF0000"/>
              </a:solidFill>
              <a:effectLst>
                <a:glow rad="127000">
                  <a:srgbClr val="FFFF00"/>
                </a:glow>
              </a:effectLst>
              <a:latin typeface="幼圆" panose="02010509060101010101" pitchFamily="49" charset="-122"/>
              <a:ea typeface="幼圆" panose="02010509060101010101" pitchFamily="49" charset="-122"/>
            </a:endParaRPr>
          </a:p>
        </p:txBody>
      </p:sp>
      <p:sp>
        <p:nvSpPr>
          <p:cNvPr id="6" name="文本框 5">
            <a:extLst>
              <a:ext uri="{FF2B5EF4-FFF2-40B4-BE49-F238E27FC236}">
                <a16:creationId xmlns:a16="http://schemas.microsoft.com/office/drawing/2014/main" id="{2230D221-7A2F-0D8A-8A08-1BA3645E0DD4}"/>
              </a:ext>
            </a:extLst>
          </p:cNvPr>
          <p:cNvSpPr txBox="1"/>
          <p:nvPr/>
        </p:nvSpPr>
        <p:spPr>
          <a:xfrm>
            <a:off x="58830" y="3373395"/>
            <a:ext cx="1900567" cy="646331"/>
          </a:xfrm>
          <a:prstGeom prst="rect">
            <a:avLst/>
          </a:prstGeom>
          <a:noFill/>
        </p:spPr>
        <p:txBody>
          <a:bodyPr wrap="square">
            <a:spAutoFit/>
          </a:bodyPr>
          <a:lstStyle/>
          <a:p>
            <a:r>
              <a:rPr lang="en-US" altLang="zh-CN" sz="3600" b="1" dirty="0">
                <a:solidFill>
                  <a:srgbClr val="FF0000"/>
                </a:solidFill>
                <a:effectLst>
                  <a:glow rad="127000">
                    <a:srgbClr val="FFFF00"/>
                  </a:glow>
                  <a:outerShdw blurRad="38100" dist="38100" dir="2700000" algn="tl">
                    <a:srgbClr val="000000">
                      <a:alpha val="43137"/>
                    </a:srgbClr>
                  </a:outerShdw>
                </a:effectLst>
                <a:latin typeface="幼圆" panose="02010509060101010101" pitchFamily="49" charset="-122"/>
                <a:ea typeface="幼圆" panose="02010509060101010101" pitchFamily="49" charset="-122"/>
              </a:rPr>
              <a:t>I/O</a:t>
            </a:r>
            <a:r>
              <a:rPr lang="zh-CN" altLang="en-US" sz="3600" b="1" dirty="0">
                <a:solidFill>
                  <a:srgbClr val="FF0000"/>
                </a:solidFill>
                <a:effectLst>
                  <a:glow rad="127000">
                    <a:srgbClr val="FFFF00"/>
                  </a:glow>
                  <a:outerShdw blurRad="38100" dist="38100" dir="2700000" algn="tl">
                    <a:srgbClr val="000000">
                      <a:alpha val="43137"/>
                    </a:srgbClr>
                  </a:outerShdw>
                </a:effectLst>
                <a:latin typeface="幼圆" panose="02010509060101010101" pitchFamily="49" charset="-122"/>
                <a:ea typeface="幼圆" panose="02010509060101010101" pitchFamily="49" charset="-122"/>
              </a:rPr>
              <a:t>设备</a:t>
            </a:r>
            <a:endParaRPr lang="zh-CN" altLang="en-US" sz="3600" dirty="0">
              <a:solidFill>
                <a:srgbClr val="FF0000"/>
              </a:solidFill>
              <a:effectLst>
                <a:glow rad="127000">
                  <a:srgbClr val="FFFF00"/>
                </a:glow>
              </a:effectLst>
              <a:latin typeface="幼圆" panose="02010509060101010101" pitchFamily="49" charset="-122"/>
              <a:ea typeface="幼圆" panose="02010509060101010101" pitchFamily="49" charset="-122"/>
            </a:endParaRPr>
          </a:p>
        </p:txBody>
      </p:sp>
      <p:sp>
        <p:nvSpPr>
          <p:cNvPr id="7" name="文本框 6">
            <a:extLst>
              <a:ext uri="{FF2B5EF4-FFF2-40B4-BE49-F238E27FC236}">
                <a16:creationId xmlns:a16="http://schemas.microsoft.com/office/drawing/2014/main" id="{BC0DB744-6D5B-50CF-8C42-D24099EF5266}"/>
              </a:ext>
            </a:extLst>
          </p:cNvPr>
          <p:cNvSpPr txBox="1"/>
          <p:nvPr/>
        </p:nvSpPr>
        <p:spPr>
          <a:xfrm>
            <a:off x="3440491" y="2107270"/>
            <a:ext cx="1220230" cy="646331"/>
          </a:xfrm>
          <a:prstGeom prst="rect">
            <a:avLst/>
          </a:prstGeom>
          <a:noFill/>
        </p:spPr>
        <p:txBody>
          <a:bodyPr wrap="square">
            <a:spAutoFit/>
          </a:bodyPr>
          <a:lstStyle/>
          <a:p>
            <a:r>
              <a:rPr lang="zh-CN" altLang="en-US" sz="3600" b="1" dirty="0">
                <a:solidFill>
                  <a:srgbClr val="FF0000"/>
                </a:solidFill>
                <a:effectLst>
                  <a:glow rad="127000">
                    <a:srgbClr val="FFFF00"/>
                  </a:glow>
                  <a:outerShdw blurRad="38100" dist="38100" dir="2700000" algn="tl">
                    <a:srgbClr val="000000">
                      <a:alpha val="43137"/>
                    </a:srgbClr>
                  </a:outerShdw>
                </a:effectLst>
                <a:latin typeface="幼圆" panose="02010509060101010101" pitchFamily="49" charset="-122"/>
                <a:ea typeface="幼圆" panose="02010509060101010101" pitchFamily="49" charset="-122"/>
              </a:rPr>
              <a:t>内存</a:t>
            </a:r>
            <a:endParaRPr lang="zh-CN" altLang="en-US" sz="3600" dirty="0">
              <a:solidFill>
                <a:srgbClr val="FF0000"/>
              </a:solidFill>
              <a:effectLst>
                <a:glow rad="127000">
                  <a:srgbClr val="FFFF00"/>
                </a:glow>
              </a:effectLst>
              <a:latin typeface="幼圆" panose="02010509060101010101" pitchFamily="49" charset="-122"/>
              <a:ea typeface="幼圆" panose="02010509060101010101" pitchFamily="49" charset="-122"/>
            </a:endParaRPr>
          </a:p>
        </p:txBody>
      </p:sp>
      <p:sp>
        <p:nvSpPr>
          <p:cNvPr id="10" name="文本框 9">
            <a:extLst>
              <a:ext uri="{FF2B5EF4-FFF2-40B4-BE49-F238E27FC236}">
                <a16:creationId xmlns:a16="http://schemas.microsoft.com/office/drawing/2014/main" id="{039A2562-46E0-7D12-EDA8-F42B91F0EBBE}"/>
              </a:ext>
            </a:extLst>
          </p:cNvPr>
          <p:cNvSpPr txBox="1"/>
          <p:nvPr/>
        </p:nvSpPr>
        <p:spPr>
          <a:xfrm>
            <a:off x="2327741" y="5012906"/>
            <a:ext cx="2478033" cy="830997"/>
          </a:xfrm>
          <a:prstGeom prst="rect">
            <a:avLst/>
          </a:prstGeom>
          <a:noFill/>
        </p:spPr>
        <p:txBody>
          <a:bodyPr wrap="square">
            <a:spAutoFit/>
          </a:bodyPr>
          <a:lstStyle/>
          <a:p>
            <a:r>
              <a:rPr lang="en-US" altLang="zh-CN" sz="4800" b="1" dirty="0">
                <a:solidFill>
                  <a:srgbClr val="FF0000"/>
                </a:solidFill>
                <a:effectLst>
                  <a:glow rad="127000">
                    <a:srgbClr val="FFFF00"/>
                  </a:glow>
                  <a:outerShdw blurRad="38100" dist="38100" dir="2700000" algn="tl">
                    <a:srgbClr val="000000">
                      <a:alpha val="43137"/>
                    </a:srgbClr>
                  </a:outerShdw>
                </a:effectLst>
                <a:latin typeface="幼圆" panose="02010509060101010101" pitchFamily="49" charset="-122"/>
                <a:ea typeface="幼圆" panose="02010509060101010101" pitchFamily="49" charset="-122"/>
              </a:rPr>
              <a:t>I/O</a:t>
            </a:r>
            <a:r>
              <a:rPr lang="zh-CN" altLang="en-US" sz="4800" b="1" dirty="0">
                <a:solidFill>
                  <a:srgbClr val="FF0000"/>
                </a:solidFill>
                <a:effectLst>
                  <a:glow rad="127000">
                    <a:srgbClr val="FFFF00"/>
                  </a:glow>
                  <a:outerShdw blurRad="38100" dist="38100" dir="2700000" algn="tl">
                    <a:srgbClr val="000000">
                      <a:alpha val="43137"/>
                    </a:srgbClr>
                  </a:outerShdw>
                </a:effectLst>
                <a:latin typeface="幼圆" panose="02010509060101010101" pitchFamily="49" charset="-122"/>
                <a:ea typeface="幼圆" panose="02010509060101010101" pitchFamily="49" charset="-122"/>
              </a:rPr>
              <a:t>设备</a:t>
            </a:r>
            <a:endParaRPr lang="zh-CN" altLang="en-US" sz="4800" dirty="0">
              <a:solidFill>
                <a:srgbClr val="FF0000"/>
              </a:solidFill>
              <a:effectLst>
                <a:glow rad="127000">
                  <a:srgbClr val="FFFF00"/>
                </a:glow>
              </a:effectLst>
              <a:latin typeface="幼圆" panose="02010509060101010101" pitchFamily="49" charset="-122"/>
              <a:ea typeface="幼圆" panose="02010509060101010101" pitchFamily="49" charset="-122"/>
            </a:endParaRPr>
          </a:p>
        </p:txBody>
      </p:sp>
      <p:sp>
        <p:nvSpPr>
          <p:cNvPr id="11" name="文本框 10">
            <a:extLst>
              <a:ext uri="{FF2B5EF4-FFF2-40B4-BE49-F238E27FC236}">
                <a16:creationId xmlns:a16="http://schemas.microsoft.com/office/drawing/2014/main" id="{49E904C6-08D5-7B4A-6F5D-5817DCB7635D}"/>
              </a:ext>
            </a:extLst>
          </p:cNvPr>
          <p:cNvSpPr txBox="1"/>
          <p:nvPr/>
        </p:nvSpPr>
        <p:spPr>
          <a:xfrm>
            <a:off x="5627476" y="5017341"/>
            <a:ext cx="1442092" cy="830997"/>
          </a:xfrm>
          <a:prstGeom prst="rect">
            <a:avLst/>
          </a:prstGeom>
          <a:noFill/>
        </p:spPr>
        <p:txBody>
          <a:bodyPr wrap="square">
            <a:spAutoFit/>
          </a:bodyPr>
          <a:lstStyle/>
          <a:p>
            <a:r>
              <a:rPr lang="zh-CN" altLang="en-US" sz="4800" dirty="0">
                <a:solidFill>
                  <a:srgbClr val="FF0000"/>
                </a:solidFill>
                <a:effectLst>
                  <a:glow rad="127000">
                    <a:srgbClr val="FFFF00"/>
                  </a:glow>
                </a:effectLst>
                <a:latin typeface="幼圆" panose="02010509060101010101" pitchFamily="49" charset="-122"/>
                <a:ea typeface="幼圆" panose="02010509060101010101" pitchFamily="49" charset="-122"/>
              </a:rPr>
              <a:t>内存</a:t>
            </a:r>
          </a:p>
        </p:txBody>
      </p:sp>
      <p:sp>
        <p:nvSpPr>
          <p:cNvPr id="13" name="文本框 12">
            <a:extLst>
              <a:ext uri="{FF2B5EF4-FFF2-40B4-BE49-F238E27FC236}">
                <a16:creationId xmlns:a16="http://schemas.microsoft.com/office/drawing/2014/main" id="{26BA98BC-3024-6456-2600-15A8C73DF7C3}"/>
              </a:ext>
            </a:extLst>
          </p:cNvPr>
          <p:cNvSpPr txBox="1"/>
          <p:nvPr/>
        </p:nvSpPr>
        <p:spPr>
          <a:xfrm>
            <a:off x="8242008" y="5012906"/>
            <a:ext cx="3225062" cy="830997"/>
          </a:xfrm>
          <a:prstGeom prst="rect">
            <a:avLst/>
          </a:prstGeom>
          <a:noFill/>
        </p:spPr>
        <p:txBody>
          <a:bodyPr wrap="square">
            <a:spAutoFit/>
          </a:bodyPr>
          <a:lstStyle/>
          <a:p>
            <a:r>
              <a:rPr lang="en-US" altLang="zh-CN" sz="4800" dirty="0">
                <a:solidFill>
                  <a:srgbClr val="FF0000"/>
                </a:solidFill>
                <a:effectLst>
                  <a:glow rad="127000">
                    <a:srgbClr val="FFFF00"/>
                  </a:glow>
                </a:effectLst>
                <a:latin typeface="幼圆" panose="02010509060101010101" pitchFamily="49" charset="-122"/>
                <a:ea typeface="幼圆" panose="02010509060101010101" pitchFamily="49" charset="-122"/>
              </a:rPr>
              <a:t>CPU</a:t>
            </a:r>
            <a:r>
              <a:rPr lang="zh-CN" altLang="en-US" sz="4800" dirty="0">
                <a:solidFill>
                  <a:srgbClr val="FF0000"/>
                </a:solidFill>
                <a:effectLst>
                  <a:glow rad="127000">
                    <a:srgbClr val="FFFF00"/>
                  </a:glow>
                </a:effectLst>
                <a:latin typeface="幼圆" panose="02010509060101010101" pitchFamily="49" charset="-122"/>
                <a:ea typeface="幼圆" panose="02010509060101010101" pitchFamily="49" charset="-122"/>
              </a:rPr>
              <a:t>寄存器</a:t>
            </a:r>
          </a:p>
        </p:txBody>
      </p:sp>
      <p:pic>
        <p:nvPicPr>
          <p:cNvPr id="14" name="图片 13">
            <a:extLst>
              <a:ext uri="{FF2B5EF4-FFF2-40B4-BE49-F238E27FC236}">
                <a16:creationId xmlns:a16="http://schemas.microsoft.com/office/drawing/2014/main" id="{99D44651-06B3-6A71-0B2D-BBAE45E5FC34}"/>
              </a:ext>
            </a:extLst>
          </p:cNvPr>
          <p:cNvPicPr>
            <a:picLocks noChangeAspect="1"/>
          </p:cNvPicPr>
          <p:nvPr/>
        </p:nvPicPr>
        <p:blipFill>
          <a:blip r:embed="rId5"/>
          <a:stretch>
            <a:fillRect/>
          </a:stretch>
        </p:blipFill>
        <p:spPr>
          <a:xfrm>
            <a:off x="4650508" y="5070281"/>
            <a:ext cx="760730" cy="922097"/>
          </a:xfrm>
          <a:prstGeom prst="rect">
            <a:avLst/>
          </a:prstGeom>
        </p:spPr>
      </p:pic>
      <p:pic>
        <p:nvPicPr>
          <p:cNvPr id="15" name="图片 14">
            <a:extLst>
              <a:ext uri="{FF2B5EF4-FFF2-40B4-BE49-F238E27FC236}">
                <a16:creationId xmlns:a16="http://schemas.microsoft.com/office/drawing/2014/main" id="{41543C12-477B-E382-0AC3-A9034A430BB8}"/>
              </a:ext>
            </a:extLst>
          </p:cNvPr>
          <p:cNvPicPr>
            <a:picLocks noChangeAspect="1"/>
          </p:cNvPicPr>
          <p:nvPr/>
        </p:nvPicPr>
        <p:blipFill>
          <a:blip r:embed="rId5"/>
          <a:stretch>
            <a:fillRect/>
          </a:stretch>
        </p:blipFill>
        <p:spPr>
          <a:xfrm>
            <a:off x="7232725" y="5033121"/>
            <a:ext cx="760730" cy="922097"/>
          </a:xfrm>
          <a:prstGeom prst="rect">
            <a:avLst/>
          </a:prstGeom>
        </p:spPr>
      </p:pic>
      <p:sp>
        <p:nvSpPr>
          <p:cNvPr id="17" name="文本框 16">
            <a:extLst>
              <a:ext uri="{FF2B5EF4-FFF2-40B4-BE49-F238E27FC236}">
                <a16:creationId xmlns:a16="http://schemas.microsoft.com/office/drawing/2014/main" id="{2945DBD2-C6DE-F6A1-DD4F-2FA2A2B6D202}"/>
              </a:ext>
            </a:extLst>
          </p:cNvPr>
          <p:cNvSpPr txBox="1"/>
          <p:nvPr/>
        </p:nvSpPr>
        <p:spPr>
          <a:xfrm>
            <a:off x="1155301" y="5082006"/>
            <a:ext cx="1402548" cy="769441"/>
          </a:xfrm>
          <a:prstGeom prst="rect">
            <a:avLst/>
          </a:prstGeom>
          <a:noFill/>
        </p:spPr>
        <p:txBody>
          <a:bodyPr wrap="square">
            <a:spAutoFit/>
          </a:bodyPr>
          <a:lstStyle/>
          <a:p>
            <a:r>
              <a:rPr lang="zh-CN" altLang="en-US"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速度</a:t>
            </a:r>
            <a:endParaRPr lang="zh-CN" altLang="en-US" sz="4400" dirty="0"/>
          </a:p>
        </p:txBody>
      </p:sp>
      <p:sp>
        <p:nvSpPr>
          <p:cNvPr id="18" name="文本框 17">
            <a:extLst>
              <a:ext uri="{FF2B5EF4-FFF2-40B4-BE49-F238E27FC236}">
                <a16:creationId xmlns:a16="http://schemas.microsoft.com/office/drawing/2014/main" id="{473EDD81-4D0E-EB22-31C9-A06A28ABE9DF}"/>
              </a:ext>
            </a:extLst>
          </p:cNvPr>
          <p:cNvSpPr txBox="1"/>
          <p:nvPr/>
        </p:nvSpPr>
        <p:spPr>
          <a:xfrm>
            <a:off x="2327741" y="5832178"/>
            <a:ext cx="2478033" cy="830997"/>
          </a:xfrm>
          <a:prstGeom prst="rect">
            <a:avLst/>
          </a:prstGeom>
          <a:noFill/>
        </p:spPr>
        <p:txBody>
          <a:bodyPr wrap="square">
            <a:spAutoFit/>
          </a:bodyPr>
          <a:lstStyle/>
          <a:p>
            <a:r>
              <a:rPr lang="en-US" altLang="zh-CN" sz="4800" b="1" dirty="0">
                <a:solidFill>
                  <a:srgbClr val="FF0000"/>
                </a:solidFill>
                <a:effectLst>
                  <a:glow rad="127000">
                    <a:srgbClr val="FFFF00"/>
                  </a:glow>
                  <a:outerShdw blurRad="38100" dist="38100" dir="2700000" algn="tl">
                    <a:srgbClr val="000000">
                      <a:alpha val="43137"/>
                    </a:srgbClr>
                  </a:outerShdw>
                </a:effectLst>
                <a:latin typeface="幼圆" panose="02010509060101010101" pitchFamily="49" charset="-122"/>
                <a:ea typeface="幼圆" panose="02010509060101010101" pitchFamily="49" charset="-122"/>
              </a:rPr>
              <a:t>I/O</a:t>
            </a:r>
            <a:r>
              <a:rPr lang="zh-CN" altLang="en-US" sz="4800" b="1" dirty="0">
                <a:solidFill>
                  <a:srgbClr val="FF0000"/>
                </a:solidFill>
                <a:effectLst>
                  <a:glow rad="127000">
                    <a:srgbClr val="FFFF00"/>
                  </a:glow>
                  <a:outerShdw blurRad="38100" dist="38100" dir="2700000" algn="tl">
                    <a:srgbClr val="000000">
                      <a:alpha val="43137"/>
                    </a:srgbClr>
                  </a:outerShdw>
                </a:effectLst>
                <a:latin typeface="幼圆" panose="02010509060101010101" pitchFamily="49" charset="-122"/>
                <a:ea typeface="幼圆" panose="02010509060101010101" pitchFamily="49" charset="-122"/>
              </a:rPr>
              <a:t>设备</a:t>
            </a:r>
            <a:endParaRPr lang="zh-CN" altLang="en-US" sz="4800" dirty="0">
              <a:solidFill>
                <a:srgbClr val="FF0000"/>
              </a:solidFill>
              <a:effectLst>
                <a:glow rad="127000">
                  <a:srgbClr val="FFFF00"/>
                </a:glow>
              </a:effectLst>
              <a:latin typeface="幼圆" panose="02010509060101010101" pitchFamily="49" charset="-122"/>
              <a:ea typeface="幼圆" panose="02010509060101010101" pitchFamily="49" charset="-122"/>
            </a:endParaRPr>
          </a:p>
        </p:txBody>
      </p:sp>
      <p:sp>
        <p:nvSpPr>
          <p:cNvPr id="19" name="文本框 18">
            <a:extLst>
              <a:ext uri="{FF2B5EF4-FFF2-40B4-BE49-F238E27FC236}">
                <a16:creationId xmlns:a16="http://schemas.microsoft.com/office/drawing/2014/main" id="{0F94374E-92BC-7BF7-F605-14A627437ED7}"/>
              </a:ext>
            </a:extLst>
          </p:cNvPr>
          <p:cNvSpPr txBox="1"/>
          <p:nvPr/>
        </p:nvSpPr>
        <p:spPr>
          <a:xfrm>
            <a:off x="5627476" y="5836613"/>
            <a:ext cx="1442092" cy="830997"/>
          </a:xfrm>
          <a:prstGeom prst="rect">
            <a:avLst/>
          </a:prstGeom>
          <a:noFill/>
        </p:spPr>
        <p:txBody>
          <a:bodyPr wrap="square">
            <a:spAutoFit/>
          </a:bodyPr>
          <a:lstStyle/>
          <a:p>
            <a:r>
              <a:rPr lang="zh-CN" altLang="en-US" sz="4800" dirty="0">
                <a:solidFill>
                  <a:srgbClr val="FF0000"/>
                </a:solidFill>
                <a:effectLst>
                  <a:glow rad="127000">
                    <a:srgbClr val="FFFF00"/>
                  </a:glow>
                </a:effectLst>
                <a:latin typeface="幼圆" panose="02010509060101010101" pitchFamily="49" charset="-122"/>
                <a:ea typeface="幼圆" panose="02010509060101010101" pitchFamily="49" charset="-122"/>
              </a:rPr>
              <a:t>内存</a:t>
            </a:r>
          </a:p>
        </p:txBody>
      </p:sp>
      <p:pic>
        <p:nvPicPr>
          <p:cNvPr id="21" name="图片 20">
            <a:extLst>
              <a:ext uri="{FF2B5EF4-FFF2-40B4-BE49-F238E27FC236}">
                <a16:creationId xmlns:a16="http://schemas.microsoft.com/office/drawing/2014/main" id="{8731323E-B6E6-8FF8-8926-C4A2B19A7391}"/>
              </a:ext>
            </a:extLst>
          </p:cNvPr>
          <p:cNvPicPr>
            <a:picLocks noChangeAspect="1"/>
          </p:cNvPicPr>
          <p:nvPr/>
        </p:nvPicPr>
        <p:blipFill>
          <a:blip r:embed="rId5"/>
          <a:stretch>
            <a:fillRect/>
          </a:stretch>
        </p:blipFill>
        <p:spPr>
          <a:xfrm flipH="1">
            <a:off x="4660721" y="5906907"/>
            <a:ext cx="760730" cy="922097"/>
          </a:xfrm>
          <a:prstGeom prst="rect">
            <a:avLst/>
          </a:prstGeom>
        </p:spPr>
      </p:pic>
      <p:sp>
        <p:nvSpPr>
          <p:cNvPr id="23" name="文本框 22">
            <a:extLst>
              <a:ext uri="{FF2B5EF4-FFF2-40B4-BE49-F238E27FC236}">
                <a16:creationId xmlns:a16="http://schemas.microsoft.com/office/drawing/2014/main" id="{91DC9DFF-C229-7FAC-9E56-8442D6AF6841}"/>
              </a:ext>
            </a:extLst>
          </p:cNvPr>
          <p:cNvSpPr txBox="1"/>
          <p:nvPr/>
        </p:nvSpPr>
        <p:spPr>
          <a:xfrm>
            <a:off x="1155301" y="5901278"/>
            <a:ext cx="1402548" cy="769441"/>
          </a:xfrm>
          <a:prstGeom prst="rect">
            <a:avLst/>
          </a:prstGeom>
          <a:noFill/>
        </p:spPr>
        <p:txBody>
          <a:bodyPr wrap="square">
            <a:spAutoFit/>
          </a:bodyPr>
          <a:lstStyle/>
          <a:p>
            <a:r>
              <a:rPr lang="zh-CN" altLang="en-US"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容量</a:t>
            </a:r>
            <a:endParaRPr lang="zh-CN" altLang="en-US" sz="4400" dirty="0"/>
          </a:p>
        </p:txBody>
      </p:sp>
      <p:pic>
        <p:nvPicPr>
          <p:cNvPr id="24" name="图片 23">
            <a:extLst>
              <a:ext uri="{FF2B5EF4-FFF2-40B4-BE49-F238E27FC236}">
                <a16:creationId xmlns:a16="http://schemas.microsoft.com/office/drawing/2014/main" id="{C6FF5667-C406-B584-D025-E246CA6C3B3B}"/>
              </a:ext>
            </a:extLst>
          </p:cNvPr>
          <p:cNvPicPr>
            <a:picLocks noChangeAspect="1"/>
          </p:cNvPicPr>
          <p:nvPr/>
        </p:nvPicPr>
        <p:blipFill>
          <a:blip r:embed="rId5"/>
          <a:stretch>
            <a:fillRect/>
          </a:stretch>
        </p:blipFill>
        <p:spPr>
          <a:xfrm flipH="1">
            <a:off x="7353640" y="5935903"/>
            <a:ext cx="760730" cy="922097"/>
          </a:xfrm>
          <a:prstGeom prst="rect">
            <a:avLst/>
          </a:prstGeom>
        </p:spPr>
      </p:pic>
      <p:sp>
        <p:nvSpPr>
          <p:cNvPr id="25" name="文本框 24">
            <a:extLst>
              <a:ext uri="{FF2B5EF4-FFF2-40B4-BE49-F238E27FC236}">
                <a16:creationId xmlns:a16="http://schemas.microsoft.com/office/drawing/2014/main" id="{76393EC4-2664-9F7C-6A4E-A5BBEC4238B3}"/>
              </a:ext>
            </a:extLst>
          </p:cNvPr>
          <p:cNvSpPr txBox="1"/>
          <p:nvPr/>
        </p:nvSpPr>
        <p:spPr>
          <a:xfrm>
            <a:off x="8251728" y="5946827"/>
            <a:ext cx="3225062" cy="830997"/>
          </a:xfrm>
          <a:prstGeom prst="rect">
            <a:avLst/>
          </a:prstGeom>
          <a:noFill/>
        </p:spPr>
        <p:txBody>
          <a:bodyPr wrap="square">
            <a:spAutoFit/>
          </a:bodyPr>
          <a:lstStyle/>
          <a:p>
            <a:r>
              <a:rPr lang="en-US" altLang="zh-CN" sz="4800" dirty="0">
                <a:solidFill>
                  <a:srgbClr val="FF0000"/>
                </a:solidFill>
                <a:effectLst>
                  <a:glow rad="127000">
                    <a:srgbClr val="FFFF00"/>
                  </a:glow>
                </a:effectLst>
                <a:latin typeface="幼圆" panose="02010509060101010101" pitchFamily="49" charset="-122"/>
                <a:ea typeface="幼圆" panose="02010509060101010101" pitchFamily="49" charset="-122"/>
              </a:rPr>
              <a:t>CPU</a:t>
            </a:r>
            <a:r>
              <a:rPr lang="zh-CN" altLang="en-US" sz="4800" dirty="0">
                <a:solidFill>
                  <a:srgbClr val="FF0000"/>
                </a:solidFill>
                <a:effectLst>
                  <a:glow rad="127000">
                    <a:srgbClr val="FFFF00"/>
                  </a:glow>
                </a:effectLst>
                <a:latin typeface="幼圆" panose="02010509060101010101" pitchFamily="49" charset="-122"/>
                <a:ea typeface="幼圆" panose="02010509060101010101" pitchFamily="49" charset="-122"/>
              </a:rPr>
              <a:t>寄存器</a:t>
            </a:r>
          </a:p>
        </p:txBody>
      </p:sp>
      <p:sp>
        <p:nvSpPr>
          <p:cNvPr id="27" name="矩形: 圆角 26">
            <a:extLst>
              <a:ext uri="{FF2B5EF4-FFF2-40B4-BE49-F238E27FC236}">
                <a16:creationId xmlns:a16="http://schemas.microsoft.com/office/drawing/2014/main" id="{9345A572-0CA9-0929-A0FA-C5C995885CA2}"/>
              </a:ext>
            </a:extLst>
          </p:cNvPr>
          <p:cNvSpPr/>
          <p:nvPr/>
        </p:nvSpPr>
        <p:spPr>
          <a:xfrm>
            <a:off x="4805775" y="1134301"/>
            <a:ext cx="2263794" cy="574406"/>
          </a:xfrm>
          <a:prstGeom prst="round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a16="http://schemas.microsoft.com/office/drawing/2014/main" id="{2EF19DA1-D951-665E-78CE-FDC5524295F6}"/>
              </a:ext>
            </a:extLst>
          </p:cNvPr>
          <p:cNvSpPr/>
          <p:nvPr/>
        </p:nvSpPr>
        <p:spPr>
          <a:xfrm>
            <a:off x="4805774" y="2210776"/>
            <a:ext cx="2263794" cy="528676"/>
          </a:xfrm>
          <a:prstGeom prst="round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28">
            <a:extLst>
              <a:ext uri="{FF2B5EF4-FFF2-40B4-BE49-F238E27FC236}">
                <a16:creationId xmlns:a16="http://schemas.microsoft.com/office/drawing/2014/main" id="{5E7F7F49-F3B8-8BDB-B0AF-CAF4AC71924D}"/>
              </a:ext>
            </a:extLst>
          </p:cNvPr>
          <p:cNvSpPr/>
          <p:nvPr/>
        </p:nvSpPr>
        <p:spPr>
          <a:xfrm>
            <a:off x="4495579" y="3410248"/>
            <a:ext cx="3247324" cy="1284948"/>
          </a:xfrm>
          <a:prstGeom prst="round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2259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482ECBA3-0319-1D5A-69CD-CA49C9B6C870}"/>
              </a:ext>
            </a:extLst>
          </p:cNvPr>
          <p:cNvGrpSpPr/>
          <p:nvPr/>
        </p:nvGrpSpPr>
        <p:grpSpPr>
          <a:xfrm>
            <a:off x="0" y="902043"/>
            <a:ext cx="12448831" cy="2354734"/>
            <a:chOff x="263297" y="2113006"/>
            <a:chExt cx="12448831" cy="2354734"/>
          </a:xfrm>
        </p:grpSpPr>
        <p:pic>
          <p:nvPicPr>
            <p:cNvPr id="1026" name="Picture 2">
              <a:extLst>
                <a:ext uri="{FF2B5EF4-FFF2-40B4-BE49-F238E27FC236}">
                  <a16:creationId xmlns:a16="http://schemas.microsoft.com/office/drawing/2014/main" id="{FCE89F23-C7C7-1A16-6363-67A4FB2CDD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297" y="2113006"/>
              <a:ext cx="11665406" cy="2354734"/>
            </a:xfrm>
            <a:prstGeom prst="rect">
              <a:avLst/>
            </a:prstGeom>
            <a:noFill/>
            <a:extLst>
              <a:ext uri="{909E8E84-426E-40DD-AFC4-6F175D3DCCD1}">
                <a14:hiddenFill xmlns:a14="http://schemas.microsoft.com/office/drawing/2010/main">
                  <a:solidFill>
                    <a:srgbClr val="FFFFFF"/>
                  </a:solidFill>
                </a14:hiddenFill>
              </a:ext>
            </a:extLst>
          </p:spPr>
        </p:pic>
        <p:sp>
          <p:nvSpPr>
            <p:cNvPr id="6" name="星形: 五角 5">
              <a:extLst>
                <a:ext uri="{FF2B5EF4-FFF2-40B4-BE49-F238E27FC236}">
                  <a16:creationId xmlns:a16="http://schemas.microsoft.com/office/drawing/2014/main" id="{3408A8E5-5592-7162-B711-C579539CBCB0}"/>
                </a:ext>
              </a:extLst>
            </p:cNvPr>
            <p:cNvSpPr/>
            <p:nvPr/>
          </p:nvSpPr>
          <p:spPr>
            <a:xfrm>
              <a:off x="10754653" y="3441356"/>
              <a:ext cx="481913" cy="457200"/>
            </a:xfrm>
            <a:prstGeom prst="star5">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FC7C85D8-DDCB-3671-C087-E1E4BB63D6D5}"/>
                </a:ext>
              </a:extLst>
            </p:cNvPr>
            <p:cNvSpPr txBox="1"/>
            <p:nvPr/>
          </p:nvSpPr>
          <p:spPr>
            <a:xfrm>
              <a:off x="720498" y="3429000"/>
              <a:ext cx="2381049" cy="646331"/>
            </a:xfrm>
            <a:prstGeom prst="rect">
              <a:avLst/>
            </a:prstGeom>
            <a:noFill/>
          </p:spPr>
          <p:txBody>
            <a:bodyPr wrap="square">
              <a:spAutoFit/>
            </a:bodyPr>
            <a:lstStyle/>
            <a:p>
              <a:r>
                <a:rPr kumimoji="0" lang="zh-CN" altLang="en-US" sz="3600" b="1" i="0" u="none" strike="noStrike" kern="1200" cap="none" spc="0" normalizeH="0" baseline="0" noProof="0" dirty="0">
                  <a:ln>
                    <a:noFill/>
                  </a:ln>
                  <a:solidFill>
                    <a:srgbClr val="843C0C"/>
                  </a:solidFill>
                  <a:effectLst>
                    <a:glow rad="127000">
                      <a:srgbClr val="FFFF00"/>
                    </a:glow>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寄存器</a:t>
              </a:r>
              <a:endParaRPr lang="zh-CN" altLang="en-US" sz="1200" dirty="0">
                <a:solidFill>
                  <a:srgbClr val="843C0C"/>
                </a:solidFill>
                <a:effectLst>
                  <a:glow rad="127000">
                    <a:srgbClr val="FFFF00"/>
                  </a:glow>
                  <a:outerShdw blurRad="38100" dist="38100" dir="2700000" algn="tl">
                    <a:srgbClr val="000000">
                      <a:alpha val="43137"/>
                    </a:srgbClr>
                  </a:outerShdw>
                </a:effectLst>
              </a:endParaRPr>
            </a:p>
          </p:txBody>
        </p:sp>
        <p:sp>
          <p:nvSpPr>
            <p:cNvPr id="14" name="文本框 13">
              <a:extLst>
                <a:ext uri="{FF2B5EF4-FFF2-40B4-BE49-F238E27FC236}">
                  <a16:creationId xmlns:a16="http://schemas.microsoft.com/office/drawing/2014/main" id="{7F25C531-B14E-1713-F14A-257797FF9683}"/>
                </a:ext>
              </a:extLst>
            </p:cNvPr>
            <p:cNvSpPr txBox="1"/>
            <p:nvPr/>
          </p:nvSpPr>
          <p:spPr>
            <a:xfrm>
              <a:off x="5980357" y="2270880"/>
              <a:ext cx="3493634" cy="646331"/>
            </a:xfrm>
            <a:prstGeom prst="rect">
              <a:avLst/>
            </a:prstGeom>
            <a:noFill/>
          </p:spPr>
          <p:txBody>
            <a:bodyPr wrap="square">
              <a:spAutoFit/>
            </a:bodyPr>
            <a:lstStyle/>
            <a:p>
              <a:r>
                <a:rPr kumimoji="0" lang="zh-CN" altLang="en-US" sz="3600" b="1" i="0" u="none" strike="noStrike" kern="1200" cap="none" spc="0" normalizeH="0" baseline="0" noProof="0" dirty="0">
                  <a:ln>
                    <a:noFill/>
                  </a:ln>
                  <a:solidFill>
                    <a:srgbClr val="843C0C"/>
                  </a:solidFill>
                  <a:effectLst>
                    <a:glow rad="127000">
                      <a:srgbClr val="FFFF00"/>
                    </a:glow>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程序运行时处于</a:t>
              </a:r>
              <a:endParaRPr lang="zh-CN" altLang="en-US" sz="1200" dirty="0">
                <a:solidFill>
                  <a:srgbClr val="843C0C"/>
                </a:solidFill>
                <a:effectLst>
                  <a:glow rad="127000">
                    <a:srgbClr val="FFFF00"/>
                  </a:glow>
                  <a:outerShdw blurRad="38100" dist="38100" dir="2700000" algn="tl">
                    <a:srgbClr val="000000">
                      <a:alpha val="43137"/>
                    </a:srgbClr>
                  </a:outerShdw>
                </a:effectLst>
              </a:endParaRPr>
            </a:p>
          </p:txBody>
        </p:sp>
        <p:sp>
          <p:nvSpPr>
            <p:cNvPr id="15" name="文本框 14">
              <a:extLst>
                <a:ext uri="{FF2B5EF4-FFF2-40B4-BE49-F238E27FC236}">
                  <a16:creationId xmlns:a16="http://schemas.microsoft.com/office/drawing/2014/main" id="{08AECD45-23FC-1B6D-1E47-885F1FEBB972}"/>
                </a:ext>
              </a:extLst>
            </p:cNvPr>
            <p:cNvSpPr txBox="1"/>
            <p:nvPr/>
          </p:nvSpPr>
          <p:spPr>
            <a:xfrm>
              <a:off x="9588009" y="2289049"/>
              <a:ext cx="3124119" cy="646331"/>
            </a:xfrm>
            <a:prstGeom prst="rect">
              <a:avLst/>
            </a:prstGeom>
            <a:noFill/>
          </p:spPr>
          <p:txBody>
            <a:bodyPr wrap="square">
              <a:spAutoFit/>
            </a:bodyPr>
            <a:lstStyle/>
            <a:p>
              <a:r>
                <a:rPr kumimoji="0" lang="zh-CN" altLang="en-US" sz="3600" b="1" i="0" u="none" strike="noStrike" kern="1200" cap="none" spc="0" normalizeH="0" baseline="0" noProof="0" dirty="0">
                  <a:ln>
                    <a:noFill/>
                  </a:ln>
                  <a:solidFill>
                    <a:srgbClr val="843C0C"/>
                  </a:solidFill>
                  <a:effectLst>
                    <a:glow rad="127000">
                      <a:srgbClr val="FFFF00"/>
                    </a:glow>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程序执行前</a:t>
              </a:r>
              <a:endParaRPr lang="zh-CN" altLang="en-US" sz="1200" dirty="0">
                <a:solidFill>
                  <a:srgbClr val="843C0C"/>
                </a:solidFill>
                <a:effectLst>
                  <a:glow rad="127000">
                    <a:srgbClr val="FFFF00"/>
                  </a:glow>
                  <a:outerShdw blurRad="38100" dist="38100" dir="2700000" algn="tl">
                    <a:srgbClr val="000000">
                      <a:alpha val="43137"/>
                    </a:srgbClr>
                  </a:outerShdw>
                </a:effectLst>
              </a:endParaRPr>
            </a:p>
          </p:txBody>
        </p:sp>
        <p:sp>
          <p:nvSpPr>
            <p:cNvPr id="16" name="星形: 五角 15">
              <a:extLst>
                <a:ext uri="{FF2B5EF4-FFF2-40B4-BE49-F238E27FC236}">
                  <a16:creationId xmlns:a16="http://schemas.microsoft.com/office/drawing/2014/main" id="{7C4C9731-F1D8-92E2-2F6F-228B0BF39FBF}"/>
                </a:ext>
              </a:extLst>
            </p:cNvPr>
            <p:cNvSpPr/>
            <p:nvPr/>
          </p:nvSpPr>
          <p:spPr>
            <a:xfrm>
              <a:off x="7288426" y="3441356"/>
              <a:ext cx="481913" cy="457200"/>
            </a:xfrm>
            <a:prstGeom prst="star5">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星形: 五角 16">
              <a:extLst>
                <a:ext uri="{FF2B5EF4-FFF2-40B4-BE49-F238E27FC236}">
                  <a16:creationId xmlns:a16="http://schemas.microsoft.com/office/drawing/2014/main" id="{2A0A62A9-E25E-360B-E4A2-6C9F892DECCE}"/>
                </a:ext>
              </a:extLst>
            </p:cNvPr>
            <p:cNvSpPr/>
            <p:nvPr/>
          </p:nvSpPr>
          <p:spPr>
            <a:xfrm>
              <a:off x="7817705" y="3429000"/>
              <a:ext cx="481913" cy="457200"/>
            </a:xfrm>
            <a:prstGeom prst="star5">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星形: 五角 20">
              <a:extLst>
                <a:ext uri="{FF2B5EF4-FFF2-40B4-BE49-F238E27FC236}">
                  <a16:creationId xmlns:a16="http://schemas.microsoft.com/office/drawing/2014/main" id="{4EE0AE11-F381-6CE4-BBD8-69B1537BA778}"/>
                </a:ext>
              </a:extLst>
            </p:cNvPr>
            <p:cNvSpPr/>
            <p:nvPr/>
          </p:nvSpPr>
          <p:spPr>
            <a:xfrm>
              <a:off x="3817915" y="3509311"/>
              <a:ext cx="481913" cy="457200"/>
            </a:xfrm>
            <a:prstGeom prst="star5">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星形: 五角 21">
              <a:extLst>
                <a:ext uri="{FF2B5EF4-FFF2-40B4-BE49-F238E27FC236}">
                  <a16:creationId xmlns:a16="http://schemas.microsoft.com/office/drawing/2014/main" id="{9CC7912C-1B39-944F-42DC-69D41E3928F7}"/>
                </a:ext>
              </a:extLst>
            </p:cNvPr>
            <p:cNvSpPr/>
            <p:nvPr/>
          </p:nvSpPr>
          <p:spPr>
            <a:xfrm>
              <a:off x="4347194" y="3509311"/>
              <a:ext cx="481913" cy="457200"/>
            </a:xfrm>
            <a:prstGeom prst="star5">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星形: 五角 22">
              <a:extLst>
                <a:ext uri="{FF2B5EF4-FFF2-40B4-BE49-F238E27FC236}">
                  <a16:creationId xmlns:a16="http://schemas.microsoft.com/office/drawing/2014/main" id="{2483998E-9923-CB90-4705-6F43376DB068}"/>
                </a:ext>
              </a:extLst>
            </p:cNvPr>
            <p:cNvSpPr/>
            <p:nvPr/>
          </p:nvSpPr>
          <p:spPr>
            <a:xfrm>
              <a:off x="4829107" y="3509311"/>
              <a:ext cx="481913" cy="457200"/>
            </a:xfrm>
            <a:prstGeom prst="star5">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星形: 五角 23">
              <a:extLst>
                <a:ext uri="{FF2B5EF4-FFF2-40B4-BE49-F238E27FC236}">
                  <a16:creationId xmlns:a16="http://schemas.microsoft.com/office/drawing/2014/main" id="{708DA692-BF83-516C-E284-5D895193A380}"/>
                </a:ext>
              </a:extLst>
            </p:cNvPr>
            <p:cNvSpPr/>
            <p:nvPr/>
          </p:nvSpPr>
          <p:spPr>
            <a:xfrm>
              <a:off x="570696" y="3898556"/>
              <a:ext cx="481913" cy="457200"/>
            </a:xfrm>
            <a:prstGeom prst="star5">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星形: 五角 24">
              <a:extLst>
                <a:ext uri="{FF2B5EF4-FFF2-40B4-BE49-F238E27FC236}">
                  <a16:creationId xmlns:a16="http://schemas.microsoft.com/office/drawing/2014/main" id="{CA086F7B-3F96-E50E-C5D3-A8A87BEDC80A}"/>
                </a:ext>
              </a:extLst>
            </p:cNvPr>
            <p:cNvSpPr/>
            <p:nvPr/>
          </p:nvSpPr>
          <p:spPr>
            <a:xfrm>
              <a:off x="1099975" y="3898556"/>
              <a:ext cx="481913" cy="457200"/>
            </a:xfrm>
            <a:prstGeom prst="star5">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星形: 五角 25">
              <a:extLst>
                <a:ext uri="{FF2B5EF4-FFF2-40B4-BE49-F238E27FC236}">
                  <a16:creationId xmlns:a16="http://schemas.microsoft.com/office/drawing/2014/main" id="{9C018E03-FACE-BFAC-29B8-30A1052C7C5A}"/>
                </a:ext>
              </a:extLst>
            </p:cNvPr>
            <p:cNvSpPr/>
            <p:nvPr/>
          </p:nvSpPr>
          <p:spPr>
            <a:xfrm>
              <a:off x="1581888" y="3898556"/>
              <a:ext cx="481913" cy="457200"/>
            </a:xfrm>
            <a:prstGeom prst="star5">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星形: 五角 26">
              <a:extLst>
                <a:ext uri="{FF2B5EF4-FFF2-40B4-BE49-F238E27FC236}">
                  <a16:creationId xmlns:a16="http://schemas.microsoft.com/office/drawing/2014/main" id="{C02A5629-EE31-3F8F-F976-9BC102D365DC}"/>
                </a:ext>
              </a:extLst>
            </p:cNvPr>
            <p:cNvSpPr/>
            <p:nvPr/>
          </p:nvSpPr>
          <p:spPr>
            <a:xfrm>
              <a:off x="2118599" y="3892420"/>
              <a:ext cx="481913" cy="457200"/>
            </a:xfrm>
            <a:prstGeom prst="star5">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文本框 28">
            <a:extLst>
              <a:ext uri="{FF2B5EF4-FFF2-40B4-BE49-F238E27FC236}">
                <a16:creationId xmlns:a16="http://schemas.microsoft.com/office/drawing/2014/main" id="{8D691C44-97AB-2CE1-1414-DCE44E3A86A7}"/>
              </a:ext>
            </a:extLst>
          </p:cNvPr>
          <p:cNvSpPr txBox="1"/>
          <p:nvPr/>
        </p:nvSpPr>
        <p:spPr>
          <a:xfrm>
            <a:off x="-43964" y="178455"/>
            <a:ext cx="11665406" cy="830997"/>
          </a:xfrm>
          <a:prstGeom prst="rect">
            <a:avLst/>
          </a:prstGeom>
          <a:noFill/>
        </p:spPr>
        <p:txBody>
          <a:bodyPr wrap="square">
            <a:spAutoFit/>
          </a:bodyPr>
          <a:lstStyle/>
          <a:p>
            <a:pPr marL="685800" indent="-685800">
              <a:buFont typeface="Wingdings" panose="05000000000000000000" pitchFamily="2" charset="2"/>
              <a:buChar char="l"/>
            </a:pPr>
            <a:r>
              <a:rPr kumimoji="0" lang="zh-CN" altLang="en-US" sz="4800" b="1" i="0" u="none" strike="noStrike" kern="1200" cap="none" spc="0" normalizeH="0" baseline="0" noProof="0" dirty="0">
                <a:ln>
                  <a:noFill/>
                </a:ln>
                <a:solidFill>
                  <a:srgbClr val="843C0C"/>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内存容量很小，当执行非常大程序时？</a:t>
            </a:r>
            <a:endParaRPr lang="zh-CN" altLang="en-US" dirty="0">
              <a:solidFill>
                <a:srgbClr val="843C0C"/>
              </a:solidFill>
            </a:endParaRPr>
          </a:p>
        </p:txBody>
      </p:sp>
      <p:pic>
        <p:nvPicPr>
          <p:cNvPr id="31" name="Picture 2">
            <a:extLst>
              <a:ext uri="{FF2B5EF4-FFF2-40B4-BE49-F238E27FC236}">
                <a16:creationId xmlns:a16="http://schemas.microsoft.com/office/drawing/2014/main" id="{3E27014C-9AF0-9EC0-A412-6EBD74B4F4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8591" y="3429000"/>
            <a:ext cx="9519316" cy="3255351"/>
          </a:xfrm>
          <a:prstGeom prst="rect">
            <a:avLst/>
          </a:prstGeom>
          <a:noFill/>
          <a:ln w="9525">
            <a:solidFill>
              <a:schemeClr val="tx1"/>
            </a:solidFill>
            <a:miter lim="800000"/>
            <a:headEnd/>
            <a:tailEnd/>
          </a:ln>
          <a:effectLst>
            <a:glow rad="139700">
              <a:schemeClr val="accent2">
                <a:satMod val="175000"/>
                <a:alpha val="40000"/>
              </a:schemeClr>
            </a:glow>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528738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0D6EC-210C-C308-11DF-1F57543FF499}"/>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A119FF2E-5EBA-FC76-CF6F-92D664279A85}"/>
              </a:ext>
            </a:extLst>
          </p:cNvPr>
          <p:cNvSpPr txBox="1"/>
          <p:nvPr/>
        </p:nvSpPr>
        <p:spPr>
          <a:xfrm>
            <a:off x="169480" y="97011"/>
            <a:ext cx="6109252"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虚拟内存技术</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BB8BF5DB-F4A2-6842-B6E4-D798D56F82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a:extLst>
              <a:ext uri="{FF2B5EF4-FFF2-40B4-BE49-F238E27FC236}">
                <a16:creationId xmlns:a16="http://schemas.microsoft.com/office/drawing/2014/main" id="{29838FED-B173-20BD-6B87-09FC360D6CD5}"/>
              </a:ext>
            </a:extLst>
          </p:cNvPr>
          <p:cNvSpPr txBox="1"/>
          <p:nvPr/>
        </p:nvSpPr>
        <p:spPr>
          <a:xfrm>
            <a:off x="79355" y="1134300"/>
            <a:ext cx="11665406" cy="4801314"/>
          </a:xfrm>
          <a:prstGeom prst="rect">
            <a:avLst/>
          </a:prstGeom>
          <a:noFill/>
        </p:spPr>
        <p:txBody>
          <a:bodyPr wrap="square">
            <a:spAutoFit/>
          </a:bodyPr>
          <a:lstStyle/>
          <a:p>
            <a:pPr marL="685800" indent="-685800">
              <a:buFont typeface="Wingdings" panose="05000000000000000000" pitchFamily="2" charset="2"/>
              <a:buChar char="Ø"/>
            </a:pPr>
            <a:r>
              <a:rPr kumimoji="0" lang="zh-CN" altLang="en-US"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内存</a:t>
            </a:r>
            <a:r>
              <a:rPr kumimoji="0" lang="en-US" altLang="zh-CN" sz="4800" b="1" i="0" u="none" strike="noStrike" kern="1200" cap="none" spc="0" normalizeH="0" baseline="0" noProof="0" dirty="0">
                <a:ln>
                  <a:noFill/>
                </a:ln>
                <a:solidFill>
                  <a:srgbClr val="0000FF"/>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1GB</a:t>
            </a:r>
            <a:r>
              <a:rPr kumimoji="0" lang="zh-CN" altLang="en-US"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，已用掉</a:t>
            </a:r>
            <a:r>
              <a:rPr lang="en-US" altLang="zh-CN"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500MB</a:t>
            </a:r>
            <a:r>
              <a:rPr kumimoji="0" lang="zh-CN" altLang="en-US"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内存，要打开</a:t>
            </a:r>
            <a:r>
              <a:rPr kumimoji="0" lang="en-US" altLang="zh-CN"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1</a:t>
            </a:r>
            <a:r>
              <a:rPr kumimoji="0" lang="zh-CN" altLang="en-US"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个</a:t>
            </a:r>
            <a:r>
              <a:rPr lang="en-US" altLang="zh-CN"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600MB</a:t>
            </a:r>
            <a:r>
              <a:rPr kumimoji="0" lang="zh-CN" altLang="en-US"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图形文件，内存不够</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buFont typeface="Wingdings" panose="05000000000000000000" pitchFamily="2" charset="2"/>
              <a:buChar char="Ø"/>
            </a:pP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虚拟内存是一种</a:t>
            </a:r>
            <a:r>
              <a:rPr lang="zh-CN" altLang="en-US" sz="4800" b="1" dirty="0">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内存管理机制</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，允许计算机在物理内存不足时，用</a:t>
            </a:r>
            <a:r>
              <a:rPr lang="zh-CN" altLang="en-US" sz="4800" b="1" dirty="0">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硬盘为辅助</a:t>
            </a:r>
          </a:p>
          <a:p>
            <a:pPr marL="685800" indent="-685800">
              <a:buFont typeface="Wingdings" panose="05000000000000000000" pitchFamily="2" charset="2"/>
              <a:buChar char="Ø"/>
            </a:pP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保证内存访问速度，能支持</a:t>
            </a:r>
            <a:r>
              <a:rPr lang="zh-CN" altLang="en-US" sz="4800" b="1" dirty="0">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非连续性内存分配</a:t>
            </a:r>
            <a:r>
              <a:rPr lang="zh-CN" altLang="en-US" sz="4800" b="1" dirty="0">
                <a:solidFill>
                  <a:srgbClr val="843C0C"/>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p>
          <a:p>
            <a:pPr marL="685800" indent="-685800">
              <a:buFont typeface="Wingdings" panose="05000000000000000000" pitchFamily="2" charset="2"/>
              <a:buChar char="Ø"/>
            </a:pPr>
            <a:endParaRPr lang="zh-CN" altLang="en-US" dirty="0"/>
          </a:p>
        </p:txBody>
      </p:sp>
    </p:spTree>
    <p:extLst>
      <p:ext uri="{BB962C8B-B14F-4D97-AF65-F5344CB8AC3E}">
        <p14:creationId xmlns:p14="http://schemas.microsoft.com/office/powerpoint/2010/main" val="3924114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048D3-25F4-34E6-2019-D41BFB8444DA}"/>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668CAC05-9026-90E0-F6B0-D6F89AE796A7}"/>
              </a:ext>
            </a:extLst>
          </p:cNvPr>
          <p:cNvSpPr txBox="1"/>
          <p:nvPr/>
        </p:nvSpPr>
        <p:spPr>
          <a:xfrm>
            <a:off x="169479" y="97011"/>
            <a:ext cx="7689417"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虚拟内存技术原理</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A0559757-D305-7CB2-59B0-E42C7DF76E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a:extLst>
              <a:ext uri="{FF2B5EF4-FFF2-40B4-BE49-F238E27FC236}">
                <a16:creationId xmlns:a16="http://schemas.microsoft.com/office/drawing/2014/main" id="{9F9A6F2D-D7CC-01B1-BE86-E6B25CAF7A6F}"/>
              </a:ext>
            </a:extLst>
          </p:cNvPr>
          <p:cNvSpPr txBox="1"/>
          <p:nvPr/>
        </p:nvSpPr>
        <p:spPr>
          <a:xfrm>
            <a:off x="79355" y="1134300"/>
            <a:ext cx="11665406" cy="4801314"/>
          </a:xfrm>
          <a:prstGeom prst="rect">
            <a:avLst/>
          </a:prstGeom>
          <a:noFill/>
        </p:spPr>
        <p:txBody>
          <a:bodyPr wrap="square">
            <a:spAutoFit/>
          </a:bodyPr>
          <a:lstStyle/>
          <a:p>
            <a:pPr marL="685800" indent="-685800">
              <a:buFont typeface="Wingdings" panose="05000000000000000000" pitchFamily="2" charset="2"/>
              <a:buChar char="Ø"/>
            </a:pPr>
            <a:r>
              <a:rPr kumimoji="0" lang="zh-CN" altLang="en-US"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将虚拟地址和物理地址按固定大小</a:t>
            </a:r>
            <a:r>
              <a:rPr lang="zh-CN" altLang="en-US" sz="4800" b="1" dirty="0">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分</a:t>
            </a:r>
            <a:r>
              <a:rPr kumimoji="0" lang="zh-CN" altLang="en-US"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成</a:t>
            </a:r>
            <a:r>
              <a:rPr lang="zh-CN" altLang="en-US" sz="4800" b="1" dirty="0">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页</a:t>
            </a:r>
          </a:p>
          <a:p>
            <a:pPr marL="685800" indent="-685800">
              <a:buFont typeface="Wingdings" panose="05000000000000000000" pitchFamily="2" charset="2"/>
              <a:buChar char="Ø"/>
            </a:pPr>
            <a:r>
              <a:rPr kumimoji="0" lang="zh-CN" altLang="en-US"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内存不够时，将不常用物理内存页</a:t>
            </a:r>
            <a:r>
              <a:rPr lang="zh-CN" altLang="en-US" sz="4800" b="1" dirty="0">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转移</a:t>
            </a:r>
            <a:r>
              <a:rPr kumimoji="0" lang="zh-CN" altLang="en-US"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到外存上</a:t>
            </a:r>
          </a:p>
          <a:p>
            <a:pPr marL="685800" indent="-685800">
              <a:buFont typeface="Wingdings" panose="05000000000000000000" pitchFamily="2" charset="2"/>
              <a:buChar char="Ø"/>
            </a:pPr>
            <a:r>
              <a:rPr kumimoji="0" lang="zh-CN" altLang="en-US"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存储</a:t>
            </a:r>
            <a:r>
              <a:rPr lang="zh-CN" altLang="en-US" sz="4800" b="1" dirty="0">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映射表</a:t>
            </a:r>
            <a:r>
              <a:rPr kumimoji="0" lang="zh-CN" altLang="en-US"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存储物理地址和虚拟地址的映射</a:t>
            </a:r>
          </a:p>
          <a:p>
            <a:pPr marL="685800" indent="-685800">
              <a:buFont typeface="Wingdings" panose="05000000000000000000" pitchFamily="2" charset="2"/>
              <a:buChar char="Ø"/>
            </a:pPr>
            <a:endParaRPr lang="zh-CN" altLang="en-US" dirty="0"/>
          </a:p>
        </p:txBody>
      </p:sp>
    </p:spTree>
    <p:extLst>
      <p:ext uri="{BB962C8B-B14F-4D97-AF65-F5344CB8AC3E}">
        <p14:creationId xmlns:p14="http://schemas.microsoft.com/office/powerpoint/2010/main" val="10394108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C:\Users\Administrator\AppData\Roaming\Tencent\Users\706692750\QQ\WinTemp\RichOle\78Q3EEZ($0G4~%~SSAC50)C.jpg">
            <a:extLst>
              <a:ext uri="{FF2B5EF4-FFF2-40B4-BE49-F238E27FC236}">
                <a16:creationId xmlns:a16="http://schemas.microsoft.com/office/drawing/2014/main" id="{CED7CBFE-BEEB-AAD7-410C-A08E9DE09C2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75" r="1348" b="8342"/>
          <a:stretch/>
        </p:blipFill>
        <p:spPr bwMode="auto">
          <a:xfrm>
            <a:off x="1495949" y="17517"/>
            <a:ext cx="8908440" cy="6822966"/>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E0E2AE6D-B834-59E1-5C65-81CB9EF278F6}"/>
              </a:ext>
            </a:extLst>
          </p:cNvPr>
          <p:cNvSpPr txBox="1"/>
          <p:nvPr/>
        </p:nvSpPr>
        <p:spPr>
          <a:xfrm>
            <a:off x="7821828" y="2471352"/>
            <a:ext cx="1082348" cy="523220"/>
          </a:xfrm>
          <a:prstGeom prst="rect">
            <a:avLst/>
          </a:prstGeom>
          <a:solidFill>
            <a:schemeClr val="bg1"/>
          </a:solidFill>
        </p:spPr>
        <p:txBody>
          <a:bodyPr wrap="none" rtlCol="0">
            <a:spAutoFit/>
          </a:bodyPr>
          <a:lstStyle/>
          <a:p>
            <a:r>
              <a:rPr lang="zh-CN" altLang="en-US" sz="2800" b="1" dirty="0">
                <a:latin typeface="宋体" panose="02010600030101010101" pitchFamily="2" charset="-122"/>
                <a:ea typeface="宋体" panose="02010600030101010101" pitchFamily="2" charset="-122"/>
              </a:rPr>
              <a:t>程序</a:t>
            </a:r>
            <a:r>
              <a:rPr lang="en-US" altLang="zh-CN" sz="2800" b="1" dirty="0">
                <a:latin typeface="宋体" panose="02010600030101010101" pitchFamily="2" charset="-122"/>
                <a:ea typeface="宋体" panose="02010600030101010101" pitchFamily="2" charset="-122"/>
              </a:rPr>
              <a:t>A</a:t>
            </a:r>
            <a:endParaRPr lang="zh-CN" altLang="en-US" sz="2800" b="1" dirty="0">
              <a:latin typeface="宋体" panose="02010600030101010101" pitchFamily="2" charset="-122"/>
              <a:ea typeface="宋体" panose="02010600030101010101" pitchFamily="2" charset="-122"/>
            </a:endParaRPr>
          </a:p>
        </p:txBody>
      </p:sp>
      <p:sp>
        <p:nvSpPr>
          <p:cNvPr id="6" name="文本框 5">
            <a:extLst>
              <a:ext uri="{FF2B5EF4-FFF2-40B4-BE49-F238E27FC236}">
                <a16:creationId xmlns:a16="http://schemas.microsoft.com/office/drawing/2014/main" id="{6F1C72E2-4321-1F16-C07C-B74F3559C505}"/>
              </a:ext>
            </a:extLst>
          </p:cNvPr>
          <p:cNvSpPr txBox="1"/>
          <p:nvPr/>
        </p:nvSpPr>
        <p:spPr>
          <a:xfrm>
            <a:off x="7821828" y="3713030"/>
            <a:ext cx="1082348" cy="523220"/>
          </a:xfrm>
          <a:prstGeom prst="rect">
            <a:avLst/>
          </a:prstGeom>
          <a:solidFill>
            <a:schemeClr val="bg1"/>
          </a:solidFill>
        </p:spPr>
        <p:txBody>
          <a:bodyPr wrap="square" rtlCol="0">
            <a:spAutoFit/>
          </a:bodyPr>
          <a:lstStyle/>
          <a:p>
            <a:r>
              <a:rPr lang="zh-CN" altLang="en-US" sz="2800" b="1" dirty="0">
                <a:latin typeface="宋体" panose="02010600030101010101" pitchFamily="2" charset="-122"/>
                <a:ea typeface="宋体" panose="02010600030101010101" pitchFamily="2" charset="-122"/>
              </a:rPr>
              <a:t>程序</a:t>
            </a:r>
            <a:r>
              <a:rPr lang="en-US" altLang="zh-CN" sz="2800" b="1" dirty="0">
                <a:latin typeface="宋体" panose="02010600030101010101" pitchFamily="2" charset="-122"/>
                <a:ea typeface="宋体" panose="02010600030101010101" pitchFamily="2" charset="-122"/>
              </a:rPr>
              <a:t>A</a:t>
            </a:r>
            <a:endParaRPr lang="zh-CN" altLang="en-US" sz="2800" b="1" dirty="0">
              <a:latin typeface="宋体" panose="02010600030101010101" pitchFamily="2" charset="-122"/>
              <a:ea typeface="宋体" panose="02010600030101010101" pitchFamily="2" charset="-122"/>
            </a:endParaRPr>
          </a:p>
        </p:txBody>
      </p:sp>
      <p:sp>
        <p:nvSpPr>
          <p:cNvPr id="8" name="文本框 7">
            <a:extLst>
              <a:ext uri="{FF2B5EF4-FFF2-40B4-BE49-F238E27FC236}">
                <a16:creationId xmlns:a16="http://schemas.microsoft.com/office/drawing/2014/main" id="{A935EBD5-5B3A-E829-81BA-FFF398BA0DE8}"/>
              </a:ext>
            </a:extLst>
          </p:cNvPr>
          <p:cNvSpPr txBox="1"/>
          <p:nvPr/>
        </p:nvSpPr>
        <p:spPr>
          <a:xfrm>
            <a:off x="10491933" y="755881"/>
            <a:ext cx="1247570" cy="2554545"/>
          </a:xfrm>
          <a:prstGeom prst="rect">
            <a:avLst/>
          </a:prstGeom>
          <a:noFill/>
        </p:spPr>
        <p:txBody>
          <a:bodyPr wrap="square">
            <a:spAutoFit/>
          </a:bodyPr>
          <a:lstStyle/>
          <a:p>
            <a:pPr algn="just"/>
            <a:r>
              <a:rPr lang="en-US" altLang="zh-CN" sz="4000" b="1" dirty="0">
                <a:solidFill>
                  <a:srgbClr val="0000FF"/>
                </a:solidFill>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A</a:t>
            </a:r>
            <a:r>
              <a:rPr lang="zh-CN" altLang="en-US" sz="4000" b="1" dirty="0">
                <a:solidFill>
                  <a:srgbClr val="0000FF"/>
                </a:solidFill>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占用的物理内存</a:t>
            </a:r>
          </a:p>
        </p:txBody>
      </p:sp>
      <p:sp>
        <p:nvSpPr>
          <p:cNvPr id="9" name="文本框 8">
            <a:extLst>
              <a:ext uri="{FF2B5EF4-FFF2-40B4-BE49-F238E27FC236}">
                <a16:creationId xmlns:a16="http://schemas.microsoft.com/office/drawing/2014/main" id="{F1433375-CD4A-D170-928B-ED6B23769C7A}"/>
              </a:ext>
            </a:extLst>
          </p:cNvPr>
          <p:cNvSpPr txBox="1"/>
          <p:nvPr/>
        </p:nvSpPr>
        <p:spPr>
          <a:xfrm>
            <a:off x="1" y="1814264"/>
            <a:ext cx="1210962" cy="2554545"/>
          </a:xfrm>
          <a:prstGeom prst="rect">
            <a:avLst/>
          </a:prstGeom>
          <a:noFill/>
        </p:spPr>
        <p:txBody>
          <a:bodyPr wrap="square">
            <a:spAutoFit/>
          </a:bodyPr>
          <a:lstStyle/>
          <a:p>
            <a:pPr algn="just"/>
            <a:r>
              <a:rPr kumimoji="0" lang="en-US" altLang="zh-CN" sz="4000" b="1" i="0" u="none" strike="noStrike" kern="1200" cap="none" spc="0" normalizeH="0" baseline="0" noProof="0" dirty="0">
                <a:ln>
                  <a:noFill/>
                </a:ln>
                <a:solidFill>
                  <a:srgbClr val="0000FF"/>
                </a:solidFill>
                <a:effectLst>
                  <a:glow rad="127000">
                    <a:srgbClr val="FFFF00"/>
                  </a:glow>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A</a:t>
            </a:r>
            <a:r>
              <a:rPr kumimoji="0" lang="zh-CN" altLang="en-US" sz="4000" b="1" i="0" u="none" strike="noStrike" kern="1200" cap="none" spc="0" normalizeH="0" baseline="0" noProof="0" dirty="0">
                <a:ln>
                  <a:noFill/>
                </a:ln>
                <a:solidFill>
                  <a:srgbClr val="0000FF"/>
                </a:solidFill>
                <a:effectLst>
                  <a:glow rad="127000">
                    <a:srgbClr val="FFFF00"/>
                  </a:glow>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占用的虚拟内存</a:t>
            </a:r>
            <a:endParaRPr lang="zh-CN" altLang="en-US" sz="4000" dirty="0">
              <a:solidFill>
                <a:srgbClr val="0000FF"/>
              </a:solidFill>
              <a:effectLst>
                <a:glow rad="127000">
                  <a:srgbClr val="FFFF00"/>
                </a:glow>
              </a:effectLst>
            </a:endParaRPr>
          </a:p>
        </p:txBody>
      </p:sp>
      <p:sp>
        <p:nvSpPr>
          <p:cNvPr id="10" name="左大括号 9">
            <a:extLst>
              <a:ext uri="{FF2B5EF4-FFF2-40B4-BE49-F238E27FC236}">
                <a16:creationId xmlns:a16="http://schemas.microsoft.com/office/drawing/2014/main" id="{65155110-204D-1F4B-D4C7-C281F3129A28}"/>
              </a:ext>
            </a:extLst>
          </p:cNvPr>
          <p:cNvSpPr/>
          <p:nvPr/>
        </p:nvSpPr>
        <p:spPr>
          <a:xfrm>
            <a:off x="1076282" y="263728"/>
            <a:ext cx="950689" cy="5461687"/>
          </a:xfrm>
          <a:prstGeom prst="leftBrace">
            <a:avLst/>
          </a:prstGeom>
          <a:ln w="76200">
            <a:solidFill>
              <a:srgbClr val="843C0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 name="直接箭头连接符 12">
            <a:extLst>
              <a:ext uri="{FF2B5EF4-FFF2-40B4-BE49-F238E27FC236}">
                <a16:creationId xmlns:a16="http://schemas.microsoft.com/office/drawing/2014/main" id="{293BB832-3D16-9047-4E20-EC339633DAE8}"/>
              </a:ext>
            </a:extLst>
          </p:cNvPr>
          <p:cNvCxnSpPr>
            <a:cxnSpLocks/>
          </p:cNvCxnSpPr>
          <p:nvPr/>
        </p:nvCxnSpPr>
        <p:spPr>
          <a:xfrm>
            <a:off x="9242853" y="891805"/>
            <a:ext cx="840260" cy="0"/>
          </a:xfrm>
          <a:prstGeom prst="straightConnector1">
            <a:avLst/>
          </a:prstGeom>
          <a:ln w="76200">
            <a:solidFill>
              <a:srgbClr val="843C0C"/>
            </a:solidFill>
            <a:headEnd type="none" w="med" len="med"/>
            <a:tailEnd type="triangl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535FAB72-357E-282A-E01E-2DD9916DAD56}"/>
              </a:ext>
            </a:extLst>
          </p:cNvPr>
          <p:cNvCxnSpPr>
            <a:cxnSpLocks/>
          </p:cNvCxnSpPr>
          <p:nvPr/>
        </p:nvCxnSpPr>
        <p:spPr>
          <a:xfrm>
            <a:off x="9242853" y="2749437"/>
            <a:ext cx="840260" cy="0"/>
          </a:xfrm>
          <a:prstGeom prst="straightConnector1">
            <a:avLst/>
          </a:prstGeom>
          <a:ln w="76200">
            <a:solidFill>
              <a:srgbClr val="843C0C"/>
            </a:solidFill>
            <a:headEnd type="none" w="med" len="med"/>
            <a:tailEnd type="triangl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5E77423-BA76-5AFE-5396-DF5085A512DE}"/>
              </a:ext>
            </a:extLst>
          </p:cNvPr>
          <p:cNvCxnSpPr>
            <a:cxnSpLocks/>
          </p:cNvCxnSpPr>
          <p:nvPr/>
        </p:nvCxnSpPr>
        <p:spPr>
          <a:xfrm>
            <a:off x="9242853" y="4009827"/>
            <a:ext cx="840260" cy="0"/>
          </a:xfrm>
          <a:prstGeom prst="straightConnector1">
            <a:avLst/>
          </a:prstGeom>
          <a:ln w="76200">
            <a:solidFill>
              <a:srgbClr val="843C0C"/>
            </a:solidFill>
            <a:headEnd type="none" w="med" len="med"/>
            <a:tailEnd type="triangl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18" name="左大括号 17">
            <a:extLst>
              <a:ext uri="{FF2B5EF4-FFF2-40B4-BE49-F238E27FC236}">
                <a16:creationId xmlns:a16="http://schemas.microsoft.com/office/drawing/2014/main" id="{3E6D1DF3-B08E-2479-9814-97A624905057}"/>
              </a:ext>
            </a:extLst>
          </p:cNvPr>
          <p:cNvSpPr/>
          <p:nvPr/>
        </p:nvSpPr>
        <p:spPr>
          <a:xfrm rot="10800000">
            <a:off x="10190673" y="962549"/>
            <a:ext cx="462233" cy="2960485"/>
          </a:xfrm>
          <a:prstGeom prst="leftBrace">
            <a:avLst>
              <a:gd name="adj1" fmla="val 8333"/>
              <a:gd name="adj2" fmla="val 56472"/>
            </a:avLst>
          </a:prstGeom>
          <a:ln w="76200">
            <a:solidFill>
              <a:srgbClr val="843C0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E3A6B9F-5179-76DE-F636-0A98AC979C40}"/>
              </a:ext>
            </a:extLst>
          </p:cNvPr>
          <p:cNvSpPr txBox="1"/>
          <p:nvPr/>
        </p:nvSpPr>
        <p:spPr>
          <a:xfrm>
            <a:off x="4485735" y="47995"/>
            <a:ext cx="3361038" cy="707886"/>
          </a:xfrm>
          <a:prstGeom prst="rect">
            <a:avLst/>
          </a:prstGeom>
          <a:noFill/>
        </p:spPr>
        <p:txBody>
          <a:bodyPr wrap="square">
            <a:spAutoFit/>
          </a:bodyPr>
          <a:lstStyle/>
          <a:p>
            <a:r>
              <a:rPr lang="zh-CN" altLang="en-US" sz="4000" b="1" dirty="0">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存储映射表</a:t>
            </a:r>
          </a:p>
        </p:txBody>
      </p:sp>
    </p:spTree>
    <p:extLst>
      <p:ext uri="{BB962C8B-B14F-4D97-AF65-F5344CB8AC3E}">
        <p14:creationId xmlns:p14="http://schemas.microsoft.com/office/powerpoint/2010/main" val="847230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8EAFA-F94C-B269-3BD5-23A063787A52}"/>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1F5DDF12-59B7-53D5-1DF3-AED94F750709}"/>
              </a:ext>
            </a:extLst>
          </p:cNvPr>
          <p:cNvPicPr>
            <a:picLocks noChangeAspect="1"/>
          </p:cNvPicPr>
          <p:nvPr/>
        </p:nvPicPr>
        <p:blipFill>
          <a:blip r:embed="rId3"/>
          <a:stretch>
            <a:fillRect/>
          </a:stretch>
        </p:blipFill>
        <p:spPr>
          <a:xfrm>
            <a:off x="138913" y="330865"/>
            <a:ext cx="11914174" cy="6196269"/>
          </a:xfrm>
          <a:prstGeom prst="rect">
            <a:avLst/>
          </a:prstGeom>
          <a:noFill/>
          <a:ln w="9525">
            <a:solidFill>
              <a:schemeClr val="tx1"/>
            </a:solidFill>
            <a:miter lim="800000"/>
            <a:headEnd/>
            <a:tailEnd/>
          </a:ln>
          <a:effectLst>
            <a:glow rad="139700">
              <a:schemeClr val="accent2">
                <a:satMod val="175000"/>
                <a:alpha val="40000"/>
              </a:schemeClr>
            </a:glow>
            <a:outerShdw dist="35921" dir="2700000" algn="ctr" rotWithShape="0">
              <a:schemeClr val="bg2"/>
            </a:outerShdw>
          </a:effectLst>
        </p:spPr>
      </p:pic>
    </p:spTree>
    <p:extLst>
      <p:ext uri="{BB962C8B-B14F-4D97-AF65-F5344CB8AC3E}">
        <p14:creationId xmlns:p14="http://schemas.microsoft.com/office/powerpoint/2010/main" val="2146485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5261E2D-6B83-DDE9-2F7B-AFEC18319ADB}"/>
              </a:ext>
            </a:extLst>
          </p:cNvPr>
          <p:cNvPicPr>
            <a:picLocks noChangeAspect="1"/>
          </p:cNvPicPr>
          <p:nvPr/>
        </p:nvPicPr>
        <p:blipFill>
          <a:blip r:embed="rId2"/>
          <a:stretch>
            <a:fillRect/>
          </a:stretch>
        </p:blipFill>
        <p:spPr>
          <a:xfrm>
            <a:off x="1950308" y="-67874"/>
            <a:ext cx="8291384" cy="6993748"/>
          </a:xfrm>
          <a:prstGeom prst="rect">
            <a:avLst/>
          </a:prstGeom>
          <a:noFill/>
          <a:ln w="9525">
            <a:solidFill>
              <a:schemeClr val="tx1"/>
            </a:solidFill>
            <a:miter lim="800000"/>
            <a:headEnd/>
            <a:tailEnd/>
          </a:ln>
          <a:effectLst>
            <a:glow rad="139700">
              <a:schemeClr val="accent2">
                <a:satMod val="175000"/>
                <a:alpha val="40000"/>
              </a:schemeClr>
            </a:glow>
            <a:outerShdw dist="35921" dir="2700000" algn="ctr" rotWithShape="0">
              <a:schemeClr val="bg2"/>
            </a:outerShdw>
          </a:effectLst>
        </p:spPr>
      </p:pic>
      <p:sp>
        <p:nvSpPr>
          <p:cNvPr id="7" name="文本框 6">
            <a:extLst>
              <a:ext uri="{FF2B5EF4-FFF2-40B4-BE49-F238E27FC236}">
                <a16:creationId xmlns:a16="http://schemas.microsoft.com/office/drawing/2014/main" id="{2CAD9D12-D273-FA6D-0274-C217ED912B3E}"/>
              </a:ext>
            </a:extLst>
          </p:cNvPr>
          <p:cNvSpPr txBox="1"/>
          <p:nvPr/>
        </p:nvSpPr>
        <p:spPr>
          <a:xfrm>
            <a:off x="7290486" y="5745893"/>
            <a:ext cx="2100649" cy="369332"/>
          </a:xfrm>
          <a:prstGeom prst="rect">
            <a:avLst/>
          </a:prstGeom>
          <a:noFill/>
          <a:ln w="57150">
            <a:solidFill>
              <a:srgbClr val="FF0000"/>
            </a:solidFill>
          </a:ln>
        </p:spPr>
        <p:txBody>
          <a:bodyPr wrap="square" rtlCol="0">
            <a:spAutoFit/>
          </a:bodyPr>
          <a:lstStyle/>
          <a:p>
            <a:endParaRPr lang="zh-CN" altLang="en-US" dirty="0"/>
          </a:p>
        </p:txBody>
      </p:sp>
    </p:spTree>
    <p:extLst>
      <p:ext uri="{BB962C8B-B14F-4D97-AF65-F5344CB8AC3E}">
        <p14:creationId xmlns:p14="http://schemas.microsoft.com/office/powerpoint/2010/main" val="2272998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3B1601E-C8D3-5C97-3874-830C6F15E10F}"/>
              </a:ext>
            </a:extLst>
          </p:cNvPr>
          <p:cNvPicPr>
            <a:picLocks noChangeAspect="1"/>
          </p:cNvPicPr>
          <p:nvPr/>
        </p:nvPicPr>
        <p:blipFill>
          <a:blip r:embed="rId3"/>
          <a:stretch>
            <a:fillRect/>
          </a:stretch>
        </p:blipFill>
        <p:spPr>
          <a:xfrm>
            <a:off x="2903839" y="-480178"/>
            <a:ext cx="6166536" cy="7338178"/>
          </a:xfrm>
          <a:prstGeom prst="rect">
            <a:avLst/>
          </a:prstGeom>
          <a:noFill/>
          <a:ln w="9525">
            <a:solidFill>
              <a:schemeClr val="tx1"/>
            </a:solidFill>
            <a:miter lim="800000"/>
            <a:headEnd/>
            <a:tailEnd/>
          </a:ln>
          <a:effectLst>
            <a:glow rad="139700">
              <a:schemeClr val="accent2">
                <a:satMod val="175000"/>
                <a:alpha val="40000"/>
              </a:schemeClr>
            </a:glow>
            <a:outerShdw dist="35921" dir="2700000" algn="ctr" rotWithShape="0">
              <a:schemeClr val="bg2"/>
            </a:outerShdw>
          </a:effectLst>
        </p:spPr>
      </p:pic>
    </p:spTree>
    <p:extLst>
      <p:ext uri="{BB962C8B-B14F-4D97-AF65-F5344CB8AC3E}">
        <p14:creationId xmlns:p14="http://schemas.microsoft.com/office/powerpoint/2010/main" val="22904234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E2402-183E-556D-59EA-0FA1B8ADE816}"/>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BA1819B2-E889-4644-4A0B-DF0BBAA1E64C}"/>
              </a:ext>
            </a:extLst>
          </p:cNvPr>
          <p:cNvSpPr txBox="1"/>
          <p:nvPr/>
        </p:nvSpPr>
        <p:spPr>
          <a:xfrm>
            <a:off x="169479" y="97011"/>
            <a:ext cx="7689417"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5400" b="1" dirty="0">
                <a:solidFill>
                  <a:srgbClr val="843C0C"/>
                </a:solidFill>
                <a:highlight>
                  <a:srgbClr val="FFFF00"/>
                </a:highlight>
                <a:latin typeface="幼圆" panose="02010509060101010101" pitchFamily="49" charset="-122"/>
                <a:ea typeface="幼圆" panose="02010509060101010101" pitchFamily="49" charset="-122"/>
              </a:rPr>
              <a:t>外</a:t>
            </a: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存</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1E13C2F8-19A9-6829-92FB-D191CC185F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a:extLst>
              <a:ext uri="{FF2B5EF4-FFF2-40B4-BE49-F238E27FC236}">
                <a16:creationId xmlns:a16="http://schemas.microsoft.com/office/drawing/2014/main" id="{28943788-85CC-DA77-9CCF-EDB895AD43E6}"/>
              </a:ext>
            </a:extLst>
          </p:cNvPr>
          <p:cNvSpPr txBox="1"/>
          <p:nvPr/>
        </p:nvSpPr>
        <p:spPr>
          <a:xfrm>
            <a:off x="79355" y="1134300"/>
            <a:ext cx="11665406" cy="830997"/>
          </a:xfrm>
          <a:prstGeom prst="rect">
            <a:avLst/>
          </a:prstGeom>
          <a:noFill/>
        </p:spPr>
        <p:txBody>
          <a:bodyPr wrap="square">
            <a:spAutoFit/>
          </a:bodyPr>
          <a:lstStyle/>
          <a:p>
            <a:pPr marL="685800" indent="-685800">
              <a:buFont typeface="Wingdings" panose="05000000000000000000" pitchFamily="2" charset="2"/>
              <a:buChar char="Ø"/>
            </a:pPr>
            <a:r>
              <a:rPr kumimoji="0" lang="zh-CN" altLang="en-US"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外存包括硬盘，软盘，光盘和</a:t>
            </a:r>
            <a:r>
              <a:rPr kumimoji="0" lang="en-US" altLang="zh-CN"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U</a:t>
            </a:r>
            <a:r>
              <a:rPr kumimoji="0" lang="zh-CN" altLang="en-US"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盘</a:t>
            </a:r>
          </a:p>
        </p:txBody>
      </p:sp>
      <p:pic>
        <p:nvPicPr>
          <p:cNvPr id="5" name="Picture 2">
            <a:extLst>
              <a:ext uri="{FF2B5EF4-FFF2-40B4-BE49-F238E27FC236}">
                <a16:creationId xmlns:a16="http://schemas.microsoft.com/office/drawing/2014/main" id="{8B531075-FA39-8FF9-7BE6-D21285F562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755731" y="1402801"/>
            <a:ext cx="2295849" cy="3648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图片 6">
            <a:extLst>
              <a:ext uri="{FF2B5EF4-FFF2-40B4-BE49-F238E27FC236}">
                <a16:creationId xmlns:a16="http://schemas.microsoft.com/office/drawing/2014/main" id="{F537AF2B-93A9-C14D-17B7-79CA0F85E99E}"/>
              </a:ext>
            </a:extLst>
          </p:cNvPr>
          <p:cNvPicPr>
            <a:picLocks noChangeAspect="1"/>
          </p:cNvPicPr>
          <p:nvPr/>
        </p:nvPicPr>
        <p:blipFill>
          <a:blip r:embed="rId5"/>
          <a:stretch>
            <a:fillRect/>
          </a:stretch>
        </p:blipFill>
        <p:spPr>
          <a:xfrm>
            <a:off x="7197869" y="2218335"/>
            <a:ext cx="2230058" cy="1994361"/>
          </a:xfrm>
          <a:prstGeom prst="rect">
            <a:avLst/>
          </a:prstGeom>
        </p:spPr>
      </p:pic>
      <p:pic>
        <p:nvPicPr>
          <p:cNvPr id="10" name="图片 9">
            <a:extLst>
              <a:ext uri="{FF2B5EF4-FFF2-40B4-BE49-F238E27FC236}">
                <a16:creationId xmlns:a16="http://schemas.microsoft.com/office/drawing/2014/main" id="{40A43EF4-1400-758E-9501-1336F48EBABD}"/>
              </a:ext>
            </a:extLst>
          </p:cNvPr>
          <p:cNvPicPr>
            <a:picLocks noChangeAspect="1"/>
          </p:cNvPicPr>
          <p:nvPr/>
        </p:nvPicPr>
        <p:blipFill>
          <a:blip r:embed="rId6"/>
          <a:stretch>
            <a:fillRect/>
          </a:stretch>
        </p:blipFill>
        <p:spPr>
          <a:xfrm>
            <a:off x="3728036" y="4212695"/>
            <a:ext cx="2765366" cy="1360016"/>
          </a:xfrm>
          <a:prstGeom prst="rect">
            <a:avLst/>
          </a:prstGeom>
        </p:spPr>
      </p:pic>
      <p:pic>
        <p:nvPicPr>
          <p:cNvPr id="11" name="图片 10">
            <a:extLst>
              <a:ext uri="{FF2B5EF4-FFF2-40B4-BE49-F238E27FC236}">
                <a16:creationId xmlns:a16="http://schemas.microsoft.com/office/drawing/2014/main" id="{06CA42B4-96DD-94E2-7436-B00292DC4214}"/>
              </a:ext>
            </a:extLst>
          </p:cNvPr>
          <p:cNvPicPr>
            <a:picLocks noChangeAspect="1"/>
          </p:cNvPicPr>
          <p:nvPr/>
        </p:nvPicPr>
        <p:blipFill>
          <a:blip r:embed="rId7"/>
          <a:stretch>
            <a:fillRect/>
          </a:stretch>
        </p:blipFill>
        <p:spPr>
          <a:xfrm>
            <a:off x="3728036" y="2194778"/>
            <a:ext cx="2803030" cy="1788436"/>
          </a:xfrm>
          <a:prstGeom prst="rect">
            <a:avLst/>
          </a:prstGeom>
        </p:spPr>
      </p:pic>
      <p:pic>
        <p:nvPicPr>
          <p:cNvPr id="13" name="图片 12">
            <a:extLst>
              <a:ext uri="{FF2B5EF4-FFF2-40B4-BE49-F238E27FC236}">
                <a16:creationId xmlns:a16="http://schemas.microsoft.com/office/drawing/2014/main" id="{DB79BF6C-997A-1F45-7777-3A13010B11CB}"/>
              </a:ext>
            </a:extLst>
          </p:cNvPr>
          <p:cNvPicPr>
            <a:picLocks noChangeAspect="1"/>
          </p:cNvPicPr>
          <p:nvPr/>
        </p:nvPicPr>
        <p:blipFill>
          <a:blip r:embed="rId8"/>
          <a:stretch>
            <a:fillRect/>
          </a:stretch>
        </p:blipFill>
        <p:spPr>
          <a:xfrm>
            <a:off x="9551495" y="2563592"/>
            <a:ext cx="2295355" cy="1506767"/>
          </a:xfrm>
          <a:prstGeom prst="rect">
            <a:avLst/>
          </a:prstGeom>
        </p:spPr>
      </p:pic>
    </p:spTree>
    <p:extLst>
      <p:ext uri="{BB962C8B-B14F-4D97-AF65-F5344CB8AC3E}">
        <p14:creationId xmlns:p14="http://schemas.microsoft.com/office/powerpoint/2010/main" val="2991003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a:extLst>
              <a:ext uri="{FF2B5EF4-FFF2-40B4-BE49-F238E27FC236}">
                <a16:creationId xmlns:a16="http://schemas.microsoft.com/office/drawing/2014/main" id="{9554C919-BC43-FCDE-1DE0-DF8852619711}"/>
              </a:ext>
            </a:extLst>
          </p:cNvPr>
          <p:cNvGraphicFramePr>
            <a:graphicFrameLocks noChangeAspect="1"/>
          </p:cNvGraphicFramePr>
          <p:nvPr>
            <p:extLst>
              <p:ext uri="{D42A27DB-BD31-4B8C-83A1-F6EECF244321}">
                <p14:modId xmlns:p14="http://schemas.microsoft.com/office/powerpoint/2010/main" val="931419536"/>
              </p:ext>
            </p:extLst>
          </p:nvPr>
        </p:nvGraphicFramePr>
        <p:xfrm>
          <a:off x="7290425" y="0"/>
          <a:ext cx="4287855" cy="6787876"/>
        </p:xfrm>
        <a:graphic>
          <a:graphicData uri="http://schemas.openxmlformats.org/presentationml/2006/ole">
            <mc:AlternateContent xmlns:mc="http://schemas.openxmlformats.org/markup-compatibility/2006">
              <mc:Choice xmlns:v="urn:schemas-microsoft-com:vml" Requires="v">
                <p:oleObj name="Visio" r:id="rId2" imgW="2769593" imgH="4381562" progId="Visio.Drawing.11">
                  <p:embed/>
                </p:oleObj>
              </mc:Choice>
              <mc:Fallback>
                <p:oleObj name="Visio" r:id="rId2" imgW="2769593" imgH="4381562" progId="Visio.Drawing.11">
                  <p:embed/>
                  <p:pic>
                    <p:nvPicPr>
                      <p:cNvPr id="3" name="对象 2"/>
                      <p:cNvPicPr>
                        <a:picLocks noChangeAspect="1" noChangeArrowheads="1"/>
                      </p:cNvPicPr>
                      <p:nvPr/>
                    </p:nvPicPr>
                    <p:blipFill>
                      <a:blip r:embed="rId3"/>
                      <a:srcRect/>
                      <a:stretch>
                        <a:fillRect/>
                      </a:stretch>
                    </p:blipFill>
                    <p:spPr bwMode="auto">
                      <a:xfrm>
                        <a:off x="7290425" y="0"/>
                        <a:ext cx="4287855" cy="6787876"/>
                      </a:xfrm>
                      <a:prstGeom prst="rect">
                        <a:avLst/>
                      </a:prstGeom>
                      <a:noFill/>
                    </p:spPr>
                  </p:pic>
                </p:oleObj>
              </mc:Fallback>
            </mc:AlternateContent>
          </a:graphicData>
        </a:graphic>
      </p:graphicFrame>
      <p:sp>
        <p:nvSpPr>
          <p:cNvPr id="8" name="文本框 7">
            <a:extLst>
              <a:ext uri="{FF2B5EF4-FFF2-40B4-BE49-F238E27FC236}">
                <a16:creationId xmlns:a16="http://schemas.microsoft.com/office/drawing/2014/main" id="{70B6C278-9BF1-AD3E-702A-284095F5F554}"/>
              </a:ext>
            </a:extLst>
          </p:cNvPr>
          <p:cNvSpPr txBox="1"/>
          <p:nvPr/>
        </p:nvSpPr>
        <p:spPr>
          <a:xfrm>
            <a:off x="-2058" y="0"/>
            <a:ext cx="7836242" cy="5909310"/>
          </a:xfrm>
          <a:prstGeom prst="rect">
            <a:avLst/>
          </a:prstGeom>
          <a:noFill/>
        </p:spPr>
        <p:txBody>
          <a:bodyPr wrap="square">
            <a:spAutoFit/>
          </a:bodyPr>
          <a:lstStyle/>
          <a:p>
            <a:pPr marL="571500" indent="-571500">
              <a:buFont typeface="Wingdings" panose="05000000000000000000" pitchFamily="2" charset="2"/>
              <a:buChar char="l"/>
            </a:pPr>
            <a:r>
              <a:rPr kumimoji="0" lang="zh-CN" altLang="en-US" sz="4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rPr>
              <a:t>硬盘以</a:t>
            </a:r>
            <a:r>
              <a:rPr kumimoji="0" lang="zh-CN" altLang="en-US" sz="40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FF00"/>
                </a:highlight>
                <a:uLnTx/>
                <a:uFillTx/>
                <a:latin typeface="仿宋" panose="02010609060101010101" pitchFamily="49" charset="-122"/>
                <a:ea typeface="仿宋" panose="02010609060101010101" pitchFamily="49" charset="-122"/>
              </a:rPr>
              <a:t>圆盘</a:t>
            </a:r>
            <a:r>
              <a:rPr kumimoji="0" lang="zh-CN" altLang="en-US" sz="4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rPr>
              <a:t>为基片，</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两面涂有磁性，多个磁盘固定在一根轴组成</a:t>
            </a:r>
            <a:r>
              <a:rPr lang="en-US"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个盘组，读写磁头可径向移动</a:t>
            </a:r>
            <a:endParaRPr lang="en-US"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571500" indent="-571500">
              <a:buFont typeface="Wingdings" panose="05000000000000000000" pitchFamily="2" charset="2"/>
              <a:buChar char="l"/>
            </a:pP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盘内有几十条</a:t>
            </a:r>
            <a:r>
              <a:rPr lang="zh-CN" altLang="en-US" sz="4000" b="1" dirty="0">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磁道</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，外向内：</a:t>
            </a:r>
            <a:r>
              <a:rPr lang="en-US"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0</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磁道、</a:t>
            </a:r>
            <a:r>
              <a:rPr lang="en-US"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 </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磁道、</a:t>
            </a:r>
            <a:r>
              <a:rPr lang="en-US"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en-US"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N </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磁道。</a:t>
            </a:r>
            <a:endParaRPr lang="en-US"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571500" indent="-571500">
              <a:buFont typeface="Wingdings" panose="05000000000000000000" pitchFamily="2" charset="2"/>
              <a:buChar char="l"/>
            </a:pP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磁道分多个</a:t>
            </a:r>
            <a:r>
              <a:rPr lang="zh-CN" altLang="en-US" sz="4000" b="1" dirty="0">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扇区</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，磁盘以块为存取单位</a:t>
            </a:r>
            <a:r>
              <a:rPr lang="en-US"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个信息块可是</a:t>
            </a:r>
            <a:r>
              <a:rPr lang="en-US"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或多个扇区。</a:t>
            </a:r>
          </a:p>
          <a:p>
            <a:endParaRPr lang="zh-CN" altLang="en-US" dirty="0"/>
          </a:p>
        </p:txBody>
      </p:sp>
    </p:spTree>
    <p:extLst>
      <p:ext uri="{BB962C8B-B14F-4D97-AF65-F5344CB8AC3E}">
        <p14:creationId xmlns:p14="http://schemas.microsoft.com/office/powerpoint/2010/main" val="2058336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CE0B0-43C5-3880-1665-97269FE29F65}"/>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7B918607-CE52-716E-EA02-BEA9849CCE36}"/>
              </a:ext>
            </a:extLst>
          </p:cNvPr>
          <p:cNvSpPr txBox="1"/>
          <p:nvPr/>
        </p:nvSpPr>
        <p:spPr>
          <a:xfrm>
            <a:off x="-2059" y="0"/>
            <a:ext cx="12655377" cy="7048083"/>
          </a:xfrm>
          <a:prstGeom prst="rect">
            <a:avLst/>
          </a:prstGeom>
          <a:noFill/>
        </p:spPr>
        <p:txBody>
          <a:bodyPr wrap="square">
            <a:spAutoFit/>
          </a:bodyPr>
          <a:lstStyle/>
          <a:p>
            <a:pPr marL="571500" indent="-571500">
              <a:buFont typeface="Wingdings" panose="05000000000000000000" pitchFamily="2" charset="2"/>
              <a:buChar char="l"/>
            </a:pPr>
            <a:r>
              <a:rPr kumimoji="0" lang="zh-CN" altLang="en-US" sz="50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FF00"/>
                </a:highlight>
                <a:uLnTx/>
                <a:uFillTx/>
                <a:latin typeface="仿宋" panose="02010609060101010101" pitchFamily="49" charset="-122"/>
                <a:ea typeface="仿宋" panose="02010609060101010101" pitchFamily="49" charset="-122"/>
              </a:rPr>
              <a:t>硬盘性能指标</a:t>
            </a:r>
            <a:endParaRPr lang="en-US" altLang="zh-CN" sz="5000" b="1" dirty="0">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endParaRPr>
          </a:p>
          <a:p>
            <a:pPr marL="571500" indent="-571500">
              <a:buFont typeface="Wingdings" panose="05000000000000000000" pitchFamily="2" charset="2"/>
              <a:buChar char="Ø"/>
            </a:pPr>
            <a:r>
              <a:rPr lang="zh-CN" altLang="en-US"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存储容量</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2—6TB</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，实际容量少</a:t>
            </a:r>
          </a:p>
          <a:p>
            <a:pPr marL="571500" indent="-571500">
              <a:buFont typeface="Wingdings" panose="05000000000000000000" pitchFamily="2" charset="2"/>
              <a:buChar char="Ø"/>
            </a:pPr>
            <a:r>
              <a:rPr lang="zh-CN" altLang="en-US"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硬盘转速</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5400-7200</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转</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每分钟</a:t>
            </a:r>
          </a:p>
          <a:p>
            <a:pPr marL="571500" indent="-571500">
              <a:buFont typeface="Wingdings" panose="05000000000000000000" pitchFamily="2" charset="2"/>
              <a:buChar char="Ø"/>
            </a:pPr>
            <a:r>
              <a:rPr lang="zh-CN" altLang="en-US"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寻道时间：</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单位毫秒</a:t>
            </a:r>
          </a:p>
          <a:p>
            <a:pPr marL="571500" indent="-571500">
              <a:buFont typeface="Wingdings" panose="05000000000000000000" pitchFamily="2" charset="2"/>
              <a:buChar char="Ø"/>
            </a:pPr>
            <a:r>
              <a:rPr lang="zh-CN" altLang="en-US"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传输速率：</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100M-256M</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兆字节每秒（</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MB/s</a:t>
            </a:r>
            <a:r>
              <a:rPr lang="zh-CN" altLang="en-US"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p>
          <a:p>
            <a:pPr marL="571500" indent="-571500">
              <a:buFont typeface="Wingdings" panose="05000000000000000000" pitchFamily="2" charset="2"/>
              <a:buChar char="Ø"/>
            </a:pPr>
            <a:r>
              <a:rPr lang="zh-CN" altLang="en-US"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缓存：</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64MB</a:t>
            </a:r>
            <a:endPar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571500" indent="-571500">
              <a:buFont typeface="Wingdings" panose="05000000000000000000" pitchFamily="2" charset="2"/>
              <a:buChar char="Ø"/>
            </a:pPr>
            <a:r>
              <a:rPr lang="zh-CN" altLang="en-US"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接口类型：</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IDE  </a:t>
            </a:r>
            <a:r>
              <a:rPr lang="en-US" altLang="zh-CN" sz="4800" b="1" dirty="0">
                <a:solidFill>
                  <a:srgbClr val="FF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SATA</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SCSI</a:t>
            </a:r>
          </a:p>
          <a:p>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SAS </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光纤通道</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FC</a:t>
            </a:r>
            <a:endPar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571500" indent="-571500">
              <a:buFont typeface="Wingdings" panose="05000000000000000000" pitchFamily="2" charset="2"/>
              <a:buChar char="Ø"/>
            </a:pPr>
            <a:endParaRPr lang="zh-CN" altLang="en-US"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endParaRPr lang="zh-CN" altLang="en-US" dirty="0"/>
          </a:p>
        </p:txBody>
      </p:sp>
      <p:pic>
        <p:nvPicPr>
          <p:cNvPr id="2" name="Picture 2">
            <a:extLst>
              <a:ext uri="{FF2B5EF4-FFF2-40B4-BE49-F238E27FC236}">
                <a16:creationId xmlns:a16="http://schemas.microsoft.com/office/drawing/2014/main" id="{B4442CF5-6D92-6F4D-E96C-0F94170CC9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9663337" y="3600288"/>
            <a:ext cx="2516302" cy="3999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图片 2">
            <a:extLst>
              <a:ext uri="{FF2B5EF4-FFF2-40B4-BE49-F238E27FC236}">
                <a16:creationId xmlns:a16="http://schemas.microsoft.com/office/drawing/2014/main" id="{374E2664-359B-39D9-E2E7-0D9E37233020}"/>
              </a:ext>
            </a:extLst>
          </p:cNvPr>
          <p:cNvPicPr>
            <a:picLocks noChangeAspect="1"/>
          </p:cNvPicPr>
          <p:nvPr/>
        </p:nvPicPr>
        <p:blipFill>
          <a:blip r:embed="rId4"/>
          <a:stretch>
            <a:fillRect/>
          </a:stretch>
        </p:blipFill>
        <p:spPr>
          <a:xfrm>
            <a:off x="9366679" y="185351"/>
            <a:ext cx="2410703" cy="2239326"/>
          </a:xfrm>
          <a:prstGeom prst="rect">
            <a:avLst/>
          </a:prstGeom>
        </p:spPr>
      </p:pic>
    </p:spTree>
    <p:extLst>
      <p:ext uri="{BB962C8B-B14F-4D97-AF65-F5344CB8AC3E}">
        <p14:creationId xmlns:p14="http://schemas.microsoft.com/office/powerpoint/2010/main" val="1182120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5EBD05AB-64AC-34A6-8174-98D3C3C54B82}"/>
              </a:ext>
            </a:extLst>
          </p:cNvPr>
          <p:cNvPicPr>
            <a:picLocks noChangeAspect="1"/>
          </p:cNvPicPr>
          <p:nvPr/>
        </p:nvPicPr>
        <p:blipFill>
          <a:blip r:embed="rId2"/>
          <a:stretch>
            <a:fillRect/>
          </a:stretch>
        </p:blipFill>
        <p:spPr>
          <a:xfrm>
            <a:off x="431934" y="123903"/>
            <a:ext cx="11760066" cy="5911343"/>
          </a:xfrm>
          <a:prstGeom prst="rect">
            <a:avLst/>
          </a:prstGeom>
        </p:spPr>
      </p:pic>
    </p:spTree>
    <p:extLst>
      <p:ext uri="{BB962C8B-B14F-4D97-AF65-F5344CB8AC3E}">
        <p14:creationId xmlns:p14="http://schemas.microsoft.com/office/powerpoint/2010/main" val="38231757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3181D-7AC9-47F8-6DB8-78760157E15E}"/>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98B927EF-8B09-EA28-1C04-A6150BAEB88C}"/>
              </a:ext>
            </a:extLst>
          </p:cNvPr>
          <p:cNvSpPr txBox="1"/>
          <p:nvPr/>
        </p:nvSpPr>
        <p:spPr>
          <a:xfrm>
            <a:off x="5148" y="0"/>
            <a:ext cx="12186852" cy="7509748"/>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0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FF00"/>
                </a:highlight>
                <a:uLnTx/>
                <a:uFillTx/>
                <a:latin typeface="仿宋" panose="02010609060101010101" pitchFamily="49" charset="-122"/>
                <a:ea typeface="仿宋" panose="02010609060101010101" pitchFamily="49" charset="-122"/>
                <a:cs typeface="+mn-cs"/>
              </a:rPr>
              <a:t>硬盘分区格式</a:t>
            </a:r>
            <a:endParaRPr kumimoji="0" lang="en-US" altLang="zh-CN" sz="50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FF00"/>
              </a:highlight>
              <a:uLnTx/>
              <a:uFillTx/>
              <a:latin typeface="仿宋" panose="02010609060101010101" pitchFamily="49" charset="-122"/>
              <a:ea typeface="仿宋" panose="02010609060101010101" pitchFamily="49" charset="-122"/>
              <a:cs typeface="+mn-cs"/>
            </a:endParaRP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格式：</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NTFS</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和</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FAT32</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NTFS</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New Technology File System</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）是</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Windows NT</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系列系统默认文件系统，支持单文件可达数</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TB</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FAT32 </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File Allocation Table 32</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）是</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Windows 95</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和移动设备使用，支持最大单文件为</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4GB</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R="0" lvl="0" algn="l" defTabSz="914400" rtl="0" eaLnBrk="1" fontAlgn="auto" latinLnBrk="0" hangingPunct="1">
              <a:lnSpc>
                <a:spcPct val="100000"/>
              </a:lnSpc>
              <a:spcBef>
                <a:spcPts val="0"/>
              </a:spcBef>
              <a:spcAft>
                <a:spcPts val="0"/>
              </a:spcAft>
              <a:buClrTx/>
              <a:buSzTx/>
              <a:tabLst/>
              <a:defRPr/>
            </a:pP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775782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3855873-E935-369D-40C0-86893E9F18A5}"/>
              </a:ext>
            </a:extLst>
          </p:cNvPr>
          <p:cNvPicPr>
            <a:picLocks noChangeAspect="1"/>
          </p:cNvPicPr>
          <p:nvPr/>
        </p:nvPicPr>
        <p:blipFill>
          <a:blip r:embed="rId2"/>
          <a:stretch>
            <a:fillRect/>
          </a:stretch>
        </p:blipFill>
        <p:spPr>
          <a:xfrm>
            <a:off x="237156" y="0"/>
            <a:ext cx="11316412" cy="6727088"/>
          </a:xfrm>
          <a:prstGeom prst="rect">
            <a:avLst/>
          </a:prstGeom>
        </p:spPr>
      </p:pic>
    </p:spTree>
    <p:extLst>
      <p:ext uri="{BB962C8B-B14F-4D97-AF65-F5344CB8AC3E}">
        <p14:creationId xmlns:p14="http://schemas.microsoft.com/office/powerpoint/2010/main" val="35364833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AC2C1-FB4D-6A02-E38D-68A18E4B75FD}"/>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0A5B9ECD-3C35-BB1B-D6BF-1F19C73E9EE0}"/>
              </a:ext>
            </a:extLst>
          </p:cNvPr>
          <p:cNvSpPr txBox="1"/>
          <p:nvPr/>
        </p:nvSpPr>
        <p:spPr>
          <a:xfrm>
            <a:off x="169479" y="97011"/>
            <a:ext cx="7689417"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文件</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0973B24F-0A5D-4202-9320-CAD6DA2915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a:extLst>
              <a:ext uri="{FF2B5EF4-FFF2-40B4-BE49-F238E27FC236}">
                <a16:creationId xmlns:a16="http://schemas.microsoft.com/office/drawing/2014/main" id="{F495FD11-9639-CB87-F2AC-32DBABD34F1F}"/>
              </a:ext>
            </a:extLst>
          </p:cNvPr>
          <p:cNvSpPr txBox="1"/>
          <p:nvPr/>
        </p:nvSpPr>
        <p:spPr>
          <a:xfrm>
            <a:off x="79355" y="1134300"/>
            <a:ext cx="11665406" cy="2308324"/>
          </a:xfrm>
          <a:prstGeom prst="rect">
            <a:avLst/>
          </a:prstGeom>
          <a:noFill/>
        </p:spPr>
        <p:txBody>
          <a:bodyPr wrap="square">
            <a:spAutoFit/>
          </a:bodyPr>
          <a:lstStyle/>
          <a:p>
            <a:pPr marL="685800" indent="-685800">
              <a:buFont typeface="Wingdings" panose="05000000000000000000" pitchFamily="2" charset="2"/>
              <a:buChar char="Ø"/>
            </a:pPr>
            <a:r>
              <a:rPr kumimoji="0" lang="zh-CN" altLang="en-US"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文件存放在外存，并标记一个名字</a:t>
            </a:r>
            <a:endParaRPr kumimoji="0" lang="en-US" altLang="zh-CN"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a:p>
            <a:pPr marL="685800" indent="-685800">
              <a:buFont typeface="Wingdings" panose="05000000000000000000" pitchFamily="2" charset="2"/>
              <a:buChar char="Ø"/>
            </a:pP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文件可以是可执行程序或所需的数据</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buFont typeface="Wingdings" panose="05000000000000000000" pitchFamily="2" charset="2"/>
              <a:buChar char="Ø"/>
            </a:pP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不同文件具有不同扩展名</a:t>
            </a:r>
            <a:endParaRPr lang="zh-CN" altLang="en-US" dirty="0"/>
          </a:p>
        </p:txBody>
      </p:sp>
    </p:spTree>
    <p:extLst>
      <p:ext uri="{BB962C8B-B14F-4D97-AF65-F5344CB8AC3E}">
        <p14:creationId xmlns:p14="http://schemas.microsoft.com/office/powerpoint/2010/main" val="30389346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23D82319-FEB6-DC6C-D980-429CBAF6D1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29050"/>
            <a:ext cx="12016457" cy="421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8945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AA12A5A5-F213-F8BC-B295-7918EFC786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689" y="184855"/>
            <a:ext cx="11754154" cy="4547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7613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3C226-1AF5-5696-E5BE-4BA0D01617EE}"/>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1C4F6A06-8ADD-77E2-5366-D557D81D1354}"/>
              </a:ext>
            </a:extLst>
          </p:cNvPr>
          <p:cNvSpPr txBox="1"/>
          <p:nvPr/>
        </p:nvSpPr>
        <p:spPr>
          <a:xfrm>
            <a:off x="169479" y="97011"/>
            <a:ext cx="7689417"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5400" b="1" dirty="0">
                <a:solidFill>
                  <a:srgbClr val="843C0C"/>
                </a:solidFill>
                <a:highlight>
                  <a:srgbClr val="FFFF00"/>
                </a:highlight>
                <a:latin typeface="幼圆" panose="02010509060101010101" pitchFamily="49" charset="-122"/>
                <a:ea typeface="幼圆" panose="02010509060101010101" pitchFamily="49" charset="-122"/>
              </a:rPr>
              <a:t>云存储</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CDAEA57C-8CF6-813C-1697-7725F8C243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a:extLst>
              <a:ext uri="{FF2B5EF4-FFF2-40B4-BE49-F238E27FC236}">
                <a16:creationId xmlns:a16="http://schemas.microsoft.com/office/drawing/2014/main" id="{4F22D658-84AB-FE9C-C58A-F62ADAE84474}"/>
              </a:ext>
            </a:extLst>
          </p:cNvPr>
          <p:cNvSpPr txBox="1"/>
          <p:nvPr/>
        </p:nvSpPr>
        <p:spPr>
          <a:xfrm>
            <a:off x="79355" y="1134300"/>
            <a:ext cx="11665406" cy="4801314"/>
          </a:xfrm>
          <a:prstGeom prst="rect">
            <a:avLst/>
          </a:prstGeom>
          <a:noFill/>
        </p:spPr>
        <p:txBody>
          <a:bodyPr wrap="square">
            <a:spAutoFit/>
          </a:bodyPr>
          <a:lstStyle/>
          <a:p>
            <a:pPr marL="685800" indent="-685800">
              <a:buFont typeface="Wingdings" panose="05000000000000000000" pitchFamily="2" charset="2"/>
              <a:buChar char="Ø"/>
            </a:pPr>
            <a:r>
              <a:rPr kumimoji="0" lang="zh-CN" altLang="en-US"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通过集群、网格技术或分布式文件系统等功能，将不同</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类型存储设备协同工作</a:t>
            </a:r>
            <a:r>
              <a:rPr kumimoji="0" lang="zh-CN" altLang="en-US"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，提供存储和访问功能的系统。</a:t>
            </a:r>
            <a:endParaRPr kumimoji="0" lang="en-US" altLang="zh-CN" sz="4800" b="1" i="0" u="none" strike="noStrike" kern="1200" cap="none" spc="0" normalizeH="0" baseline="0" noProof="0" dirty="0">
              <a:ln>
                <a:noFill/>
              </a:ln>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a:p>
            <a:pPr marL="685800" indent="-685800">
              <a:buFont typeface="Wingdings" panose="05000000000000000000" pitchFamily="2" charset="2"/>
              <a:buChar char="Ø"/>
            </a:pP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使用者可在任何时间、地方，透过任何联网装置方便地存取数据</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buFont typeface="Wingdings" panose="05000000000000000000" pitchFamily="2" charset="2"/>
              <a:buChar char="Ø"/>
            </a:pP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实际上云存储不是存储，而是一种服务</a:t>
            </a:r>
          </a:p>
          <a:p>
            <a:pPr marL="685800" indent="-685800">
              <a:buFont typeface="Wingdings" panose="05000000000000000000" pitchFamily="2" charset="2"/>
              <a:buChar char="Ø"/>
            </a:pPr>
            <a:endParaRPr lang="zh-CN" altLang="en-US" dirty="0"/>
          </a:p>
        </p:txBody>
      </p:sp>
    </p:spTree>
    <p:extLst>
      <p:ext uri="{BB962C8B-B14F-4D97-AF65-F5344CB8AC3E}">
        <p14:creationId xmlns:p14="http://schemas.microsoft.com/office/powerpoint/2010/main" val="41811741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555A2-7947-11E5-ED67-114606F998FC}"/>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AEA78B70-4FBE-0F73-AC0A-2B524B81F362}"/>
              </a:ext>
            </a:extLst>
          </p:cNvPr>
          <p:cNvSpPr txBox="1"/>
          <p:nvPr/>
        </p:nvSpPr>
        <p:spPr>
          <a:xfrm>
            <a:off x="169479" y="97011"/>
            <a:ext cx="7689417"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5400" b="1" dirty="0">
                <a:solidFill>
                  <a:srgbClr val="843C0C"/>
                </a:solidFill>
                <a:highlight>
                  <a:srgbClr val="FFFF00"/>
                </a:highlight>
                <a:latin typeface="幼圆" panose="02010509060101010101" pitchFamily="49" charset="-122"/>
                <a:ea typeface="幼圆" panose="02010509060101010101" pitchFamily="49" charset="-122"/>
              </a:rPr>
              <a:t>云存储应用</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91E562C4-7445-B1EC-A13E-8FA58518C4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图片 1">
            <a:extLst>
              <a:ext uri="{FF2B5EF4-FFF2-40B4-BE49-F238E27FC236}">
                <a16:creationId xmlns:a16="http://schemas.microsoft.com/office/drawing/2014/main" id="{71D2DF36-A0E5-2510-7315-CD3C2335C97C}"/>
              </a:ext>
            </a:extLst>
          </p:cNvPr>
          <p:cNvPicPr>
            <a:picLocks noChangeAspect="1"/>
          </p:cNvPicPr>
          <p:nvPr/>
        </p:nvPicPr>
        <p:blipFill>
          <a:blip r:embed="rId4"/>
          <a:stretch>
            <a:fillRect/>
          </a:stretch>
        </p:blipFill>
        <p:spPr>
          <a:xfrm>
            <a:off x="651083" y="1189070"/>
            <a:ext cx="1829955" cy="1269926"/>
          </a:xfrm>
          <a:prstGeom prst="rect">
            <a:avLst/>
          </a:prstGeom>
        </p:spPr>
      </p:pic>
      <p:sp>
        <p:nvSpPr>
          <p:cNvPr id="5" name="文本框 4">
            <a:extLst>
              <a:ext uri="{FF2B5EF4-FFF2-40B4-BE49-F238E27FC236}">
                <a16:creationId xmlns:a16="http://schemas.microsoft.com/office/drawing/2014/main" id="{AC3EB2E9-709E-B010-46C2-E45DCE7A0689}"/>
              </a:ext>
            </a:extLst>
          </p:cNvPr>
          <p:cNvSpPr txBox="1"/>
          <p:nvPr/>
        </p:nvSpPr>
        <p:spPr>
          <a:xfrm>
            <a:off x="2310714" y="1191354"/>
            <a:ext cx="9391133" cy="1569660"/>
          </a:xfrm>
          <a:prstGeom prst="rect">
            <a:avLst/>
          </a:prstGeom>
          <a:noFill/>
        </p:spPr>
        <p:txBody>
          <a:bodyPr wrap="square">
            <a:spAutoFit/>
          </a:bodyPr>
          <a:lstStyle/>
          <a:p>
            <a:r>
              <a:rPr lang="zh-CN" altLang="en-US" sz="4800" b="1" dirty="0">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文件共享备份</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：个人文档、图片、视频，微软提供</a:t>
            </a:r>
          </a:p>
        </p:txBody>
      </p:sp>
      <p:pic>
        <p:nvPicPr>
          <p:cNvPr id="7" name="图片 6">
            <a:extLst>
              <a:ext uri="{FF2B5EF4-FFF2-40B4-BE49-F238E27FC236}">
                <a16:creationId xmlns:a16="http://schemas.microsoft.com/office/drawing/2014/main" id="{3BCC0B25-AFC0-104D-527E-F908D36589C5}"/>
              </a:ext>
            </a:extLst>
          </p:cNvPr>
          <p:cNvPicPr>
            <a:picLocks noChangeAspect="1"/>
          </p:cNvPicPr>
          <p:nvPr/>
        </p:nvPicPr>
        <p:blipFill>
          <a:blip r:embed="rId5"/>
          <a:stretch>
            <a:fillRect/>
          </a:stretch>
        </p:blipFill>
        <p:spPr>
          <a:xfrm>
            <a:off x="490153" y="2543375"/>
            <a:ext cx="1526538" cy="1771250"/>
          </a:xfrm>
          <a:prstGeom prst="rect">
            <a:avLst/>
          </a:prstGeom>
        </p:spPr>
      </p:pic>
      <p:sp>
        <p:nvSpPr>
          <p:cNvPr id="8" name="文本框 7">
            <a:extLst>
              <a:ext uri="{FF2B5EF4-FFF2-40B4-BE49-F238E27FC236}">
                <a16:creationId xmlns:a16="http://schemas.microsoft.com/office/drawing/2014/main" id="{53BE1012-7F88-0D5C-C1C0-5CC569040665}"/>
              </a:ext>
            </a:extLst>
          </p:cNvPr>
          <p:cNvSpPr txBox="1"/>
          <p:nvPr/>
        </p:nvSpPr>
        <p:spPr>
          <a:xfrm>
            <a:off x="2209800" y="3063031"/>
            <a:ext cx="9982200" cy="1446550"/>
          </a:xfrm>
          <a:prstGeom prst="rect">
            <a:avLst/>
          </a:prstGeom>
          <a:noFill/>
        </p:spPr>
        <p:txBody>
          <a:bodyPr wrap="square">
            <a:spAutoFit/>
          </a:bodyPr>
          <a:lstStyle/>
          <a:p>
            <a:r>
              <a:rPr lang="zh-CN" altLang="en-US" sz="4400" b="1" dirty="0">
                <a:solidFill>
                  <a:srgbClr val="060607"/>
                </a:solidFill>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在线办公</a:t>
            </a:r>
            <a:r>
              <a:rPr lang="zh-CN" altLang="en-US" sz="4400" b="1" dirty="0">
                <a:solidFill>
                  <a:srgbClr val="060607"/>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：多人实时在线编辑同一份文档，使团队协作更高效</a:t>
            </a:r>
          </a:p>
        </p:txBody>
      </p:sp>
      <p:sp>
        <p:nvSpPr>
          <p:cNvPr id="10" name="文本框 9">
            <a:extLst>
              <a:ext uri="{FF2B5EF4-FFF2-40B4-BE49-F238E27FC236}">
                <a16:creationId xmlns:a16="http://schemas.microsoft.com/office/drawing/2014/main" id="{8CF10F87-ED08-21CC-ED8F-90E77B57A8C9}"/>
              </a:ext>
            </a:extLst>
          </p:cNvPr>
          <p:cNvSpPr txBox="1"/>
          <p:nvPr/>
        </p:nvSpPr>
        <p:spPr>
          <a:xfrm>
            <a:off x="169479" y="4314625"/>
            <a:ext cx="11674171" cy="2554545"/>
          </a:xfrm>
          <a:prstGeom prst="rect">
            <a:avLst/>
          </a:prstGeom>
          <a:noFill/>
        </p:spPr>
        <p:txBody>
          <a:bodyPr wrap="square">
            <a:spAutoFit/>
          </a:bodyPr>
          <a:lstStyle/>
          <a:p>
            <a:r>
              <a:rPr lang="zh-CN" altLang="en-US" sz="4000" b="1" dirty="0">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云游戏平台</a:t>
            </a:r>
            <a:r>
              <a:rPr lang="zh-CN" altLang="en-US" sz="4000" dirty="0">
                <a:latin typeface="仿宋" panose="02010609060101010101" pitchFamily="49" charset="-122"/>
                <a:ea typeface="仿宋" panose="02010609060101010101" pitchFamily="49" charset="-122"/>
              </a:rPr>
              <a:t>：</a:t>
            </a:r>
          </a:p>
          <a:p>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腾讯云</a:t>
            </a:r>
            <a:r>
              <a:rPr lang="en-US"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华为云</a:t>
            </a:r>
            <a:r>
              <a:rPr lang="en-US"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/Google Cloud/</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亚马逊云科技</a:t>
            </a:r>
            <a:r>
              <a:rPr lang="en-US"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阿里云等提供云游戏平台解决方案。允许用户无需下载和安装即可畅玩</a:t>
            </a:r>
            <a:r>
              <a:rPr lang="en-US"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3A</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大作，突破终端算力限制</a:t>
            </a:r>
          </a:p>
        </p:txBody>
      </p:sp>
    </p:spTree>
    <p:extLst>
      <p:ext uri="{BB962C8B-B14F-4D97-AF65-F5344CB8AC3E}">
        <p14:creationId xmlns:p14="http://schemas.microsoft.com/office/powerpoint/2010/main" val="3386777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290C2-D57F-3842-774B-0E7C8C0CBE16}"/>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E7F55EB2-EDBD-B509-BE67-A960D8B7FBD5}"/>
              </a:ext>
            </a:extLst>
          </p:cNvPr>
          <p:cNvSpPr txBox="1"/>
          <p:nvPr/>
        </p:nvSpPr>
        <p:spPr>
          <a:xfrm>
            <a:off x="169479" y="97011"/>
            <a:ext cx="7689417"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5400" b="1" dirty="0">
                <a:solidFill>
                  <a:srgbClr val="843C0C"/>
                </a:solidFill>
                <a:highlight>
                  <a:srgbClr val="FFFF00"/>
                </a:highlight>
                <a:latin typeface="幼圆" panose="02010509060101010101" pitchFamily="49" charset="-122"/>
                <a:ea typeface="幼圆" panose="02010509060101010101" pitchFamily="49" charset="-122"/>
              </a:rPr>
              <a:t>云存储缺陷</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8E7FB965-4A8F-6F4E-F680-09E03218F1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a:extLst>
              <a:ext uri="{FF2B5EF4-FFF2-40B4-BE49-F238E27FC236}">
                <a16:creationId xmlns:a16="http://schemas.microsoft.com/office/drawing/2014/main" id="{D0A7E88C-3070-D890-32E4-BD900381EF8E}"/>
              </a:ext>
            </a:extLst>
          </p:cNvPr>
          <p:cNvSpPr txBox="1"/>
          <p:nvPr/>
        </p:nvSpPr>
        <p:spPr>
          <a:xfrm>
            <a:off x="0" y="1189069"/>
            <a:ext cx="11936628" cy="1569660"/>
          </a:xfrm>
          <a:prstGeom prst="rect">
            <a:avLst/>
          </a:prstGeom>
          <a:noFill/>
        </p:spPr>
        <p:txBody>
          <a:bodyPr wrap="square">
            <a:spAutoFit/>
          </a:bodyPr>
          <a:lstStyle/>
          <a:p>
            <a:pPr marL="685800" indent="-685800" algn="just">
              <a:buFont typeface="Wingdings" panose="05000000000000000000" pitchFamily="2" charset="2"/>
              <a:buChar char="Ø"/>
            </a:pPr>
            <a:r>
              <a:rPr lang="zh-CN" altLang="en-US" sz="4800" b="1" dirty="0">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付费价格</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：提供商繁多，定价标准不一致，对用户造成冗余成本代价</a:t>
            </a:r>
          </a:p>
        </p:txBody>
      </p:sp>
      <p:sp>
        <p:nvSpPr>
          <p:cNvPr id="13" name="文本框 12">
            <a:extLst>
              <a:ext uri="{FF2B5EF4-FFF2-40B4-BE49-F238E27FC236}">
                <a16:creationId xmlns:a16="http://schemas.microsoft.com/office/drawing/2014/main" id="{CB95170B-73FB-2B3F-A319-E28F57475F91}"/>
              </a:ext>
            </a:extLst>
          </p:cNvPr>
          <p:cNvSpPr txBox="1"/>
          <p:nvPr/>
        </p:nvSpPr>
        <p:spPr>
          <a:xfrm>
            <a:off x="0" y="3429000"/>
            <a:ext cx="11936629" cy="1569660"/>
          </a:xfrm>
          <a:prstGeom prst="rect">
            <a:avLst/>
          </a:prstGeom>
          <a:noFill/>
        </p:spPr>
        <p:txBody>
          <a:bodyPr wrap="square">
            <a:spAutoFit/>
          </a:bodyPr>
          <a:lstStyle/>
          <a:p>
            <a:pPr marL="685800" indent="-685800" algn="just">
              <a:buFont typeface="Wingdings" panose="05000000000000000000" pitchFamily="2" charset="2"/>
              <a:buChar char="Ø"/>
            </a:pPr>
            <a:r>
              <a:rPr lang="zh-CN" altLang="en-US" sz="4800" b="1" dirty="0">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网络依赖</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：互联网一旦终端，变无法进行云访问</a:t>
            </a:r>
          </a:p>
        </p:txBody>
      </p:sp>
    </p:spTree>
    <p:extLst>
      <p:ext uri="{BB962C8B-B14F-4D97-AF65-F5344CB8AC3E}">
        <p14:creationId xmlns:p14="http://schemas.microsoft.com/office/powerpoint/2010/main" val="3431809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995F3-1EEF-57C0-114E-EBEA17AF5EDF}"/>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5753D81F-7537-8715-8061-651BAED239DB}"/>
              </a:ext>
            </a:extLst>
          </p:cNvPr>
          <p:cNvSpPr txBox="1"/>
          <p:nvPr/>
        </p:nvSpPr>
        <p:spPr>
          <a:xfrm>
            <a:off x="169479" y="97011"/>
            <a:ext cx="7689417"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5400" b="1" dirty="0">
                <a:solidFill>
                  <a:srgbClr val="843C0C"/>
                </a:solidFill>
                <a:highlight>
                  <a:srgbClr val="FFFF00"/>
                </a:highlight>
                <a:latin typeface="幼圆" panose="02010509060101010101" pitchFamily="49" charset="-122"/>
                <a:ea typeface="幼圆" panose="02010509060101010101" pitchFamily="49" charset="-122"/>
              </a:rPr>
              <a:t>云存储缺陷</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C497A48E-4E72-B9DF-AF06-98CFC77C17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a:extLst>
              <a:ext uri="{FF2B5EF4-FFF2-40B4-BE49-F238E27FC236}">
                <a16:creationId xmlns:a16="http://schemas.microsoft.com/office/drawing/2014/main" id="{75C69950-CFD7-05AA-B606-9DED26D36EDC}"/>
              </a:ext>
            </a:extLst>
          </p:cNvPr>
          <p:cNvSpPr txBox="1"/>
          <p:nvPr/>
        </p:nvSpPr>
        <p:spPr>
          <a:xfrm>
            <a:off x="0" y="1189069"/>
            <a:ext cx="11936628" cy="2308324"/>
          </a:xfrm>
          <a:prstGeom prst="rect">
            <a:avLst/>
          </a:prstGeom>
          <a:noFill/>
        </p:spPr>
        <p:txBody>
          <a:bodyPr wrap="square">
            <a:spAutoFit/>
          </a:bodyPr>
          <a:lstStyle/>
          <a:p>
            <a:pPr marL="685800" indent="-685800" algn="just">
              <a:buFont typeface="Wingdings" panose="05000000000000000000" pitchFamily="2" charset="2"/>
              <a:buChar char="Ø"/>
            </a:pPr>
            <a:r>
              <a:rPr lang="zh-CN" altLang="en-US" sz="4800" b="1" dirty="0">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数据安全</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：存在数据泄露和隐私泄露的风险（个人和公司），需保护数据的安全性和隐私性</a:t>
            </a:r>
          </a:p>
        </p:txBody>
      </p:sp>
      <p:sp>
        <p:nvSpPr>
          <p:cNvPr id="13" name="文本框 12">
            <a:extLst>
              <a:ext uri="{FF2B5EF4-FFF2-40B4-BE49-F238E27FC236}">
                <a16:creationId xmlns:a16="http://schemas.microsoft.com/office/drawing/2014/main" id="{F2CFAB88-76E5-3F0D-2BF9-A7608D82DCB9}"/>
              </a:ext>
            </a:extLst>
          </p:cNvPr>
          <p:cNvSpPr txBox="1"/>
          <p:nvPr/>
        </p:nvSpPr>
        <p:spPr>
          <a:xfrm>
            <a:off x="-93326" y="3666121"/>
            <a:ext cx="11936629" cy="2308324"/>
          </a:xfrm>
          <a:prstGeom prst="rect">
            <a:avLst/>
          </a:prstGeom>
          <a:noFill/>
        </p:spPr>
        <p:txBody>
          <a:bodyPr wrap="square">
            <a:spAutoFit/>
          </a:bodyPr>
          <a:lstStyle/>
          <a:p>
            <a:pPr marL="685800" indent="-685800" algn="just">
              <a:buFont typeface="Wingdings" panose="05000000000000000000" pitchFamily="2" charset="2"/>
              <a:buChar char="Ø"/>
            </a:pPr>
            <a:r>
              <a:rPr lang="zh-CN" altLang="en-US" sz="4800" b="1" dirty="0">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数据迁移和备份</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：云存储数据迁移和备份过程复杂，需考虑数据完整性、一致性和可用性等，增加运维成本和时间成本</a:t>
            </a:r>
          </a:p>
        </p:txBody>
      </p:sp>
    </p:spTree>
    <p:extLst>
      <p:ext uri="{BB962C8B-B14F-4D97-AF65-F5344CB8AC3E}">
        <p14:creationId xmlns:p14="http://schemas.microsoft.com/office/powerpoint/2010/main" val="35267130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BE616-6295-E7D0-913A-176DE8243440}"/>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776113BF-EF97-65FB-6F3F-7B1FD6B6E6E9}"/>
              </a:ext>
            </a:extLst>
          </p:cNvPr>
          <p:cNvSpPr txBox="1"/>
          <p:nvPr/>
        </p:nvSpPr>
        <p:spPr>
          <a:xfrm>
            <a:off x="169479" y="97011"/>
            <a:ext cx="7689417"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5400" b="1" dirty="0">
                <a:solidFill>
                  <a:srgbClr val="843C0C"/>
                </a:solidFill>
                <a:highlight>
                  <a:srgbClr val="FFFF00"/>
                </a:highlight>
                <a:latin typeface="幼圆" panose="02010509060101010101" pitchFamily="49" charset="-122"/>
                <a:ea typeface="幼圆" panose="02010509060101010101" pitchFamily="49" charset="-122"/>
              </a:rPr>
              <a:t>数据库系统</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BCC5D9B0-165D-E80F-07F4-4A19139872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a:extLst>
              <a:ext uri="{FF2B5EF4-FFF2-40B4-BE49-F238E27FC236}">
                <a16:creationId xmlns:a16="http://schemas.microsoft.com/office/drawing/2014/main" id="{9A319A20-B0AE-2696-97B4-AB50E9649F8C}"/>
              </a:ext>
            </a:extLst>
          </p:cNvPr>
          <p:cNvSpPr txBox="1"/>
          <p:nvPr/>
        </p:nvSpPr>
        <p:spPr>
          <a:xfrm>
            <a:off x="527825" y="1248260"/>
            <a:ext cx="10521950" cy="1569660"/>
          </a:xfrm>
          <a:prstGeom prst="rect">
            <a:avLst/>
          </a:prstGeom>
          <a:noFill/>
        </p:spPr>
        <p:txBody>
          <a:bodyPr wrap="square">
            <a:spAutoFit/>
          </a:bodyPr>
          <a:lstStyle/>
          <a:p>
            <a:pPr marL="685800" indent="-685800" algn="just">
              <a:buFont typeface="Wingdings" panose="05000000000000000000" pitchFamily="2" charset="2"/>
              <a:buChar char="Ø"/>
            </a:pP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动机和定义</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lgn="just">
              <a:buFont typeface="Wingdings" panose="05000000000000000000" pitchFamily="2" charset="2"/>
              <a:buChar char="Ø"/>
            </a:pP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组成和特点</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2962988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A65A0-BB8D-FD22-4F1C-03A322618810}"/>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65E442EC-D700-C72C-7CA3-40C4D2C73D3C}"/>
              </a:ext>
            </a:extLst>
          </p:cNvPr>
          <p:cNvSpPr txBox="1"/>
          <p:nvPr/>
        </p:nvSpPr>
        <p:spPr>
          <a:xfrm>
            <a:off x="169479" y="97011"/>
            <a:ext cx="7689417"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5400" b="1" dirty="0">
                <a:solidFill>
                  <a:srgbClr val="843C0C"/>
                </a:solidFill>
                <a:highlight>
                  <a:srgbClr val="FFFF00"/>
                </a:highlight>
                <a:latin typeface="幼圆" panose="02010509060101010101" pitchFamily="49" charset="-122"/>
                <a:ea typeface="幼圆" panose="02010509060101010101" pitchFamily="49" charset="-122"/>
              </a:rPr>
              <a:t>数据库系统</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DCC1A188-C182-C848-8FFA-B8CCDC66FB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a:extLst>
              <a:ext uri="{FF2B5EF4-FFF2-40B4-BE49-F238E27FC236}">
                <a16:creationId xmlns:a16="http://schemas.microsoft.com/office/drawing/2014/main" id="{F84F0315-9FDB-D534-1FA2-537C31CB72DC}"/>
              </a:ext>
            </a:extLst>
          </p:cNvPr>
          <p:cNvSpPr txBox="1"/>
          <p:nvPr/>
        </p:nvSpPr>
        <p:spPr>
          <a:xfrm>
            <a:off x="527824" y="1248260"/>
            <a:ext cx="11557083" cy="5262979"/>
          </a:xfrm>
          <a:prstGeom prst="rect">
            <a:avLst/>
          </a:prstGeom>
          <a:noFill/>
        </p:spPr>
        <p:txBody>
          <a:bodyPr wrap="square">
            <a:spAutoFit/>
          </a:bodyPr>
          <a:lstStyle/>
          <a:p>
            <a:pPr marL="685800" indent="-685800" algn="just">
              <a:buFont typeface="Wingdings" panose="05000000000000000000" pitchFamily="2" charset="2"/>
              <a:buChar char="Ø"/>
            </a:pPr>
            <a:r>
              <a:rPr lang="zh-CN" altLang="en-US"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动机</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：随着计算机信息量越多，越复杂，如何高效存储检索？数据库技术</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1980-2000</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逐渐广泛</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lgn="just">
              <a:buFont typeface="Wingdings" panose="05000000000000000000" pitchFamily="2" charset="2"/>
              <a:buChar char="Ø"/>
            </a:pPr>
            <a:r>
              <a:rPr lang="zh-CN" altLang="en-US"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定义</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：以数据为对象，以计算机软硬件为工具，把数据组织成数据库形式，高效存储、管理、处理和维护信息的处理系统</a:t>
            </a:r>
          </a:p>
        </p:txBody>
      </p:sp>
    </p:spTree>
    <p:extLst>
      <p:ext uri="{BB962C8B-B14F-4D97-AF65-F5344CB8AC3E}">
        <p14:creationId xmlns:p14="http://schemas.microsoft.com/office/powerpoint/2010/main" val="23098998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16B26-92DB-79AF-70A2-976B7E2F3419}"/>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50F15839-70E7-E29A-CB77-4FB2831A3E54}"/>
              </a:ext>
            </a:extLst>
          </p:cNvPr>
          <p:cNvSpPr txBox="1"/>
          <p:nvPr/>
        </p:nvSpPr>
        <p:spPr>
          <a:xfrm>
            <a:off x="169479" y="97011"/>
            <a:ext cx="7689417"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5400" b="1" dirty="0">
                <a:solidFill>
                  <a:srgbClr val="843C0C"/>
                </a:solidFill>
                <a:highlight>
                  <a:srgbClr val="FFFF00"/>
                </a:highlight>
                <a:latin typeface="幼圆" panose="02010509060101010101" pitchFamily="49" charset="-122"/>
                <a:ea typeface="幼圆" panose="02010509060101010101" pitchFamily="49" charset="-122"/>
              </a:rPr>
              <a:t>数据库系统</a:t>
            </a:r>
            <a:r>
              <a:rPr lang="en-US" altLang="zh-CN" sz="5400" b="1" dirty="0">
                <a:solidFill>
                  <a:srgbClr val="843C0C"/>
                </a:solidFill>
                <a:highlight>
                  <a:srgbClr val="FFFF00"/>
                </a:highlight>
                <a:latin typeface="幼圆" panose="02010509060101010101" pitchFamily="49" charset="-122"/>
                <a:ea typeface="幼圆" panose="02010509060101010101" pitchFamily="49" charset="-122"/>
              </a:rPr>
              <a:t>-</a:t>
            </a:r>
            <a:r>
              <a:rPr lang="zh-CN" altLang="en-US" sz="5400" b="1" dirty="0">
                <a:solidFill>
                  <a:srgbClr val="843C0C"/>
                </a:solidFill>
                <a:highlight>
                  <a:srgbClr val="FFFF00"/>
                </a:highlight>
                <a:latin typeface="幼圆" panose="02010509060101010101" pitchFamily="49" charset="-122"/>
                <a:ea typeface="幼圆" panose="02010509060101010101" pitchFamily="49" charset="-122"/>
              </a:rPr>
              <a:t>组成</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10B5374C-A1C7-7DE8-8973-E888120765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a:extLst>
              <a:ext uri="{FF2B5EF4-FFF2-40B4-BE49-F238E27FC236}">
                <a16:creationId xmlns:a16="http://schemas.microsoft.com/office/drawing/2014/main" id="{A6F191CC-BF55-4605-01C9-D6FF09BB2AC8}"/>
              </a:ext>
            </a:extLst>
          </p:cNvPr>
          <p:cNvSpPr txBox="1"/>
          <p:nvPr/>
        </p:nvSpPr>
        <p:spPr>
          <a:xfrm>
            <a:off x="0" y="1032925"/>
            <a:ext cx="12294973" cy="5262979"/>
          </a:xfrm>
          <a:prstGeom prst="rect">
            <a:avLst/>
          </a:prstGeom>
          <a:noFill/>
        </p:spPr>
        <p:txBody>
          <a:bodyPr wrap="square">
            <a:spAutoFit/>
          </a:bodyPr>
          <a:lstStyle/>
          <a:p>
            <a:pPr algn="just"/>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en-US" sz="4800" b="1" dirty="0">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数据库</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：冗余小，独立性好的数据集。（</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en-US" sz="4800" b="1" dirty="0">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数据库管理系统：</a:t>
            </a:r>
            <a:r>
              <a:rPr lang="en-US" altLang="zh-CN" sz="4800" b="1" dirty="0" err="1">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Oracle,MySQL,SQ</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Lite, Access</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SQL Server</a:t>
            </a:r>
            <a:endParaRPr lang="en-US" altLang="zh-CN" sz="4800" b="1" dirty="0">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3</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en-US" altLang="zh-CN" sz="4800" b="1" dirty="0">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SQL</a:t>
            </a:r>
            <a:r>
              <a:rPr lang="zh-CN" altLang="en-US" sz="4800" b="1" dirty="0">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语言：</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用于存储、检索和操纵关系型数据库中的数据</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4</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en-US" sz="4800" b="1" dirty="0">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人员：</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系统分析员，数据库设计员，用户，程序员，数据库管理人员</a:t>
            </a:r>
          </a:p>
        </p:txBody>
      </p:sp>
    </p:spTree>
    <p:extLst>
      <p:ext uri="{BB962C8B-B14F-4D97-AF65-F5344CB8AC3E}">
        <p14:creationId xmlns:p14="http://schemas.microsoft.com/office/powerpoint/2010/main" val="39328997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CADBACF-E424-FACA-029D-E699CCFA887E}"/>
              </a:ext>
            </a:extLst>
          </p:cNvPr>
          <p:cNvPicPr>
            <a:picLocks noChangeAspect="1"/>
          </p:cNvPicPr>
          <p:nvPr/>
        </p:nvPicPr>
        <p:blipFill>
          <a:blip r:embed="rId2"/>
          <a:stretch>
            <a:fillRect/>
          </a:stretch>
        </p:blipFill>
        <p:spPr>
          <a:xfrm>
            <a:off x="1086493" y="469556"/>
            <a:ext cx="10329829" cy="4938841"/>
          </a:xfrm>
          <a:prstGeom prst="rect">
            <a:avLst/>
          </a:prstGeom>
        </p:spPr>
      </p:pic>
    </p:spTree>
    <p:extLst>
      <p:ext uri="{BB962C8B-B14F-4D97-AF65-F5344CB8AC3E}">
        <p14:creationId xmlns:p14="http://schemas.microsoft.com/office/powerpoint/2010/main" val="14364606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FFBCC-FE4A-373D-CBC4-787F49BF3437}"/>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53493C16-EE72-5F66-8124-6FC0B4D652DD}"/>
              </a:ext>
            </a:extLst>
          </p:cNvPr>
          <p:cNvSpPr txBox="1"/>
          <p:nvPr/>
        </p:nvSpPr>
        <p:spPr>
          <a:xfrm>
            <a:off x="169479" y="97011"/>
            <a:ext cx="7689417"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5400" b="1" dirty="0">
                <a:solidFill>
                  <a:srgbClr val="843C0C"/>
                </a:solidFill>
                <a:highlight>
                  <a:srgbClr val="FFFF00"/>
                </a:highlight>
                <a:latin typeface="幼圆" panose="02010509060101010101" pitchFamily="49" charset="-122"/>
                <a:ea typeface="幼圆" panose="02010509060101010101" pitchFamily="49" charset="-122"/>
              </a:rPr>
              <a:t>数据库系统</a:t>
            </a:r>
            <a:r>
              <a:rPr lang="en-US" altLang="zh-CN" sz="5400" b="1" dirty="0">
                <a:solidFill>
                  <a:srgbClr val="843C0C"/>
                </a:solidFill>
                <a:highlight>
                  <a:srgbClr val="FFFF00"/>
                </a:highlight>
                <a:latin typeface="幼圆" panose="02010509060101010101" pitchFamily="49" charset="-122"/>
                <a:ea typeface="幼圆" panose="02010509060101010101" pitchFamily="49" charset="-122"/>
              </a:rPr>
              <a:t>-</a:t>
            </a:r>
            <a:r>
              <a:rPr lang="zh-CN" altLang="en-US" sz="5400" b="1" dirty="0">
                <a:solidFill>
                  <a:srgbClr val="843C0C"/>
                </a:solidFill>
                <a:highlight>
                  <a:srgbClr val="FFFF00"/>
                </a:highlight>
                <a:latin typeface="幼圆" panose="02010509060101010101" pitchFamily="49" charset="-122"/>
                <a:ea typeface="幼圆" panose="02010509060101010101" pitchFamily="49" charset="-122"/>
              </a:rPr>
              <a:t>数据库</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63B87B5F-64DE-F1B9-3A01-874F2B30A5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a:extLst>
              <a:ext uri="{FF2B5EF4-FFF2-40B4-BE49-F238E27FC236}">
                <a16:creationId xmlns:a16="http://schemas.microsoft.com/office/drawing/2014/main" id="{C6BF5D3C-453D-E9B3-9063-2CA795128692}"/>
              </a:ext>
            </a:extLst>
          </p:cNvPr>
          <p:cNvSpPr txBox="1"/>
          <p:nvPr/>
        </p:nvSpPr>
        <p:spPr>
          <a:xfrm>
            <a:off x="317458" y="1248260"/>
            <a:ext cx="11557083" cy="3785652"/>
          </a:xfrm>
          <a:prstGeom prst="rect">
            <a:avLst/>
          </a:prstGeom>
          <a:noFill/>
        </p:spPr>
        <p:txBody>
          <a:bodyPr wrap="square">
            <a:spAutoFit/>
          </a:bodyPr>
          <a:lstStyle/>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）数据模型是数据库的核心</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不同数据库管理系统特点的数据模型</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i="0" dirty="0">
                <a:solidFill>
                  <a:srgbClr val="0000FF"/>
                </a:solidFill>
                <a:effectLst/>
                <a:latin typeface="仿宋" panose="02010609060101010101" pitchFamily="49" charset="-122"/>
                <a:ea typeface="仿宋" panose="02010609060101010101" pitchFamily="49" charset="-122"/>
              </a:rPr>
              <a:t>Oracle</a:t>
            </a:r>
            <a:r>
              <a:rPr lang="en-US" altLang="zh-CN" sz="4800" b="1" i="0"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en-US" altLang="zh-CN" sz="4800" b="1" i="0" dirty="0" err="1">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dbf</a:t>
            </a:r>
            <a:r>
              <a:rPr lang="en-US" altLang="zh-CN" sz="4800" b="1" i="0"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a:t>
            </a:r>
            <a:r>
              <a:rPr lang="en-US" altLang="zh-CN"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SQLite-.</a:t>
            </a:r>
            <a:r>
              <a:rPr lang="en-US" altLang="zh-CN" sz="4800" b="1" dirty="0" err="1">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db</a:t>
            </a:r>
            <a:r>
              <a:rPr lang="en-US" altLang="zh-CN"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a:t>
            </a:r>
            <a:r>
              <a:rPr lang="en-US" altLang="zh-CN" sz="4800" b="1" i="0" dirty="0">
                <a:solidFill>
                  <a:srgbClr val="0000FF"/>
                </a:solidFill>
                <a:effectLst/>
                <a:latin typeface="仿宋" panose="02010609060101010101" pitchFamily="49" charset="-122"/>
                <a:ea typeface="仿宋" panose="02010609060101010101" pitchFamily="49" charset="-122"/>
              </a:rPr>
              <a:t>MySQL-.</a:t>
            </a:r>
            <a:r>
              <a:rPr lang="en-US" altLang="zh-CN" sz="4800" b="1" i="0" dirty="0" err="1">
                <a:solidFill>
                  <a:srgbClr val="0000FF"/>
                </a:solidFill>
                <a:effectLst/>
                <a:latin typeface="仿宋" panose="02010609060101010101" pitchFamily="49" charset="-122"/>
                <a:ea typeface="仿宋" panose="02010609060101010101" pitchFamily="49" charset="-122"/>
              </a:rPr>
              <a:t>ibd</a:t>
            </a:r>
            <a:endParaRPr lang="en-US" altLang="zh-CN" sz="4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3</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）按数据结分：层次模型</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树形图，网状模型</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网状图，以及</a:t>
            </a:r>
            <a:r>
              <a:rPr lang="zh-CN" altLang="en-US" sz="4800" b="1" dirty="0">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关系模型</a:t>
            </a:r>
            <a:r>
              <a:rPr lang="en-US" altLang="zh-CN" sz="4800" b="1" dirty="0">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en-US" sz="4800" b="1" dirty="0">
                <a:effectLst>
                  <a:glow rad="127000">
                    <a:srgbClr val="FFFF00"/>
                  </a:glow>
                  <a:outerShdw blurRad="38100" dist="38100" dir="2700000" algn="tl">
                    <a:srgbClr val="000000">
                      <a:alpha val="43137"/>
                    </a:srgbClr>
                  </a:outerShdw>
                </a:effectLst>
                <a:latin typeface="仿宋" panose="02010609060101010101" pitchFamily="49" charset="-122"/>
                <a:ea typeface="仿宋" panose="02010609060101010101" pitchFamily="49" charset="-122"/>
              </a:rPr>
              <a:t>二维表</a:t>
            </a:r>
          </a:p>
        </p:txBody>
      </p:sp>
    </p:spTree>
    <p:extLst>
      <p:ext uri="{BB962C8B-B14F-4D97-AF65-F5344CB8AC3E}">
        <p14:creationId xmlns:p14="http://schemas.microsoft.com/office/powerpoint/2010/main" val="15748684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A8F0060A-2043-C0FF-D2BB-98084E89B3FB}"/>
              </a:ext>
            </a:extLst>
          </p:cNvPr>
          <p:cNvSpPr txBox="1"/>
          <p:nvPr/>
        </p:nvSpPr>
        <p:spPr>
          <a:xfrm>
            <a:off x="3336324" y="5744346"/>
            <a:ext cx="5066270" cy="830997"/>
          </a:xfrm>
          <a:prstGeom prst="rect">
            <a:avLst/>
          </a:prstGeom>
          <a:noFill/>
        </p:spPr>
        <p:txBody>
          <a:bodyPr wrap="square">
            <a:spAutoFit/>
          </a:bodyPr>
          <a:lstStyle/>
          <a:p>
            <a:r>
              <a:rPr kumimoji="0" lang="zh-CN" altLang="en-US" sz="4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层次模型数据库</a:t>
            </a:r>
            <a:endParaRPr lang="zh-CN" altLang="en-US" dirty="0"/>
          </a:p>
        </p:txBody>
      </p:sp>
      <p:pic>
        <p:nvPicPr>
          <p:cNvPr id="11" name="图片 10">
            <a:extLst>
              <a:ext uri="{FF2B5EF4-FFF2-40B4-BE49-F238E27FC236}">
                <a16:creationId xmlns:a16="http://schemas.microsoft.com/office/drawing/2014/main" id="{4C162BA0-AAD8-79D4-06B1-AF2EA821EB86}"/>
              </a:ext>
            </a:extLst>
          </p:cNvPr>
          <p:cNvPicPr>
            <a:picLocks noChangeAspect="1"/>
          </p:cNvPicPr>
          <p:nvPr/>
        </p:nvPicPr>
        <p:blipFill>
          <a:blip r:embed="rId2"/>
          <a:stretch>
            <a:fillRect/>
          </a:stretch>
        </p:blipFill>
        <p:spPr>
          <a:xfrm>
            <a:off x="446388" y="282657"/>
            <a:ext cx="11620500" cy="5076825"/>
          </a:xfrm>
          <a:prstGeom prst="rect">
            <a:avLst/>
          </a:prstGeom>
        </p:spPr>
      </p:pic>
    </p:spTree>
    <p:extLst>
      <p:ext uri="{BB962C8B-B14F-4D97-AF65-F5344CB8AC3E}">
        <p14:creationId xmlns:p14="http://schemas.microsoft.com/office/powerpoint/2010/main" val="20953970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76F49-C624-44CE-5C29-F45024BEBA43}"/>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099F50F5-76B3-4C12-6B47-899771E70F3A}"/>
              </a:ext>
            </a:extLst>
          </p:cNvPr>
          <p:cNvPicPr>
            <a:picLocks noChangeAspect="1"/>
          </p:cNvPicPr>
          <p:nvPr/>
        </p:nvPicPr>
        <p:blipFill>
          <a:blip r:embed="rId2"/>
          <a:stretch>
            <a:fillRect/>
          </a:stretch>
        </p:blipFill>
        <p:spPr>
          <a:xfrm>
            <a:off x="206484" y="94119"/>
            <a:ext cx="11297656" cy="5665155"/>
          </a:xfrm>
          <a:prstGeom prst="rect">
            <a:avLst/>
          </a:prstGeom>
        </p:spPr>
      </p:pic>
      <p:sp>
        <p:nvSpPr>
          <p:cNvPr id="9" name="文本框 8">
            <a:extLst>
              <a:ext uri="{FF2B5EF4-FFF2-40B4-BE49-F238E27FC236}">
                <a16:creationId xmlns:a16="http://schemas.microsoft.com/office/drawing/2014/main" id="{63274DE8-DFB5-B9C5-3062-CEC42A90EEA8}"/>
              </a:ext>
            </a:extLst>
          </p:cNvPr>
          <p:cNvSpPr txBox="1"/>
          <p:nvPr/>
        </p:nvSpPr>
        <p:spPr>
          <a:xfrm>
            <a:off x="3691272" y="5759274"/>
            <a:ext cx="5066270" cy="830997"/>
          </a:xfrm>
          <a:prstGeom prst="rect">
            <a:avLst/>
          </a:prstGeom>
          <a:noFill/>
        </p:spPr>
        <p:txBody>
          <a:bodyPr wrap="square">
            <a:spAutoFit/>
          </a:bodyPr>
          <a:lstStyle/>
          <a:p>
            <a:r>
              <a:rPr kumimoji="0" lang="zh-CN" altLang="en-US" sz="4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网状模型数据库</a:t>
            </a:r>
            <a:endParaRPr lang="zh-CN" altLang="en-US" dirty="0"/>
          </a:p>
        </p:txBody>
      </p:sp>
    </p:spTree>
    <p:extLst>
      <p:ext uri="{BB962C8B-B14F-4D97-AF65-F5344CB8AC3E}">
        <p14:creationId xmlns:p14="http://schemas.microsoft.com/office/powerpoint/2010/main" val="3061212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6ADC017-6AD9-8336-77BB-84D4CA954CA0}"/>
              </a:ext>
            </a:extLst>
          </p:cNvPr>
          <p:cNvPicPr>
            <a:picLocks noChangeAspect="1"/>
          </p:cNvPicPr>
          <p:nvPr/>
        </p:nvPicPr>
        <p:blipFill>
          <a:blip r:embed="rId2"/>
          <a:stretch>
            <a:fillRect/>
          </a:stretch>
        </p:blipFill>
        <p:spPr>
          <a:xfrm>
            <a:off x="162777" y="259492"/>
            <a:ext cx="12029223" cy="5007961"/>
          </a:xfrm>
          <a:prstGeom prst="rect">
            <a:avLst/>
          </a:prstGeom>
        </p:spPr>
      </p:pic>
      <p:sp>
        <p:nvSpPr>
          <p:cNvPr id="5" name="文本框 4">
            <a:extLst>
              <a:ext uri="{FF2B5EF4-FFF2-40B4-BE49-F238E27FC236}">
                <a16:creationId xmlns:a16="http://schemas.microsoft.com/office/drawing/2014/main" id="{D5BA1AE6-71BB-4A16-4CED-C4C278842926}"/>
              </a:ext>
            </a:extLst>
          </p:cNvPr>
          <p:cNvSpPr txBox="1"/>
          <p:nvPr/>
        </p:nvSpPr>
        <p:spPr>
          <a:xfrm>
            <a:off x="3691272" y="5759274"/>
            <a:ext cx="5066270" cy="830997"/>
          </a:xfrm>
          <a:prstGeom prst="rect">
            <a:avLst/>
          </a:prstGeom>
          <a:noFill/>
        </p:spPr>
        <p:txBody>
          <a:bodyPr wrap="square">
            <a:spAutoFit/>
          </a:bodyPr>
          <a:lstStyle/>
          <a:p>
            <a:r>
              <a:rPr kumimoji="0" lang="zh-CN" altLang="en-US" sz="4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关系模型数据库</a:t>
            </a:r>
            <a:endParaRPr lang="zh-CN" altLang="en-US" dirty="0"/>
          </a:p>
        </p:txBody>
      </p:sp>
    </p:spTree>
    <p:extLst>
      <p:ext uri="{BB962C8B-B14F-4D97-AF65-F5344CB8AC3E}">
        <p14:creationId xmlns:p14="http://schemas.microsoft.com/office/powerpoint/2010/main" val="8526250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75815-9137-17EC-86A7-A981B602311C}"/>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B271AF0A-5015-CE83-C007-2FBE3804F347}"/>
              </a:ext>
            </a:extLst>
          </p:cNvPr>
          <p:cNvSpPr txBox="1"/>
          <p:nvPr/>
        </p:nvSpPr>
        <p:spPr>
          <a:xfrm>
            <a:off x="169479" y="97011"/>
            <a:ext cx="10521950"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5400" b="1" dirty="0">
                <a:solidFill>
                  <a:srgbClr val="843C0C"/>
                </a:solidFill>
                <a:highlight>
                  <a:srgbClr val="FFFF00"/>
                </a:highlight>
                <a:latin typeface="幼圆" panose="02010509060101010101" pitchFamily="49" charset="-122"/>
                <a:ea typeface="幼圆" panose="02010509060101010101" pitchFamily="49" charset="-122"/>
              </a:rPr>
              <a:t>数据库系统</a:t>
            </a:r>
            <a:r>
              <a:rPr lang="en-US" altLang="zh-CN" sz="5400" b="1" dirty="0">
                <a:solidFill>
                  <a:srgbClr val="843C0C"/>
                </a:solidFill>
                <a:highlight>
                  <a:srgbClr val="FFFF00"/>
                </a:highlight>
                <a:latin typeface="幼圆" panose="02010509060101010101" pitchFamily="49" charset="-122"/>
                <a:ea typeface="幼圆" panose="02010509060101010101" pitchFamily="49" charset="-122"/>
              </a:rPr>
              <a:t>-</a:t>
            </a:r>
            <a:r>
              <a:rPr lang="zh-CN" altLang="en-US" sz="5400" b="1" dirty="0">
                <a:solidFill>
                  <a:srgbClr val="843C0C"/>
                </a:solidFill>
                <a:highlight>
                  <a:srgbClr val="FFFF00"/>
                </a:highlight>
                <a:latin typeface="幼圆" panose="02010509060101010101" pitchFamily="49" charset="-122"/>
                <a:ea typeface="幼圆" panose="02010509060101010101" pitchFamily="49" charset="-122"/>
              </a:rPr>
              <a:t>关系数据库特点</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30C9F85D-9423-3DCE-27E3-4E001CF76B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a:extLst>
              <a:ext uri="{FF2B5EF4-FFF2-40B4-BE49-F238E27FC236}">
                <a16:creationId xmlns:a16="http://schemas.microsoft.com/office/drawing/2014/main" id="{DC087939-B409-1B97-EA3C-DE87A33FA193}"/>
              </a:ext>
            </a:extLst>
          </p:cNvPr>
          <p:cNvSpPr txBox="1"/>
          <p:nvPr/>
        </p:nvSpPr>
        <p:spPr>
          <a:xfrm>
            <a:off x="317458" y="1248260"/>
            <a:ext cx="11557083" cy="3785652"/>
          </a:xfrm>
          <a:prstGeom prst="rect">
            <a:avLst/>
          </a:prstGeom>
          <a:noFill/>
        </p:spPr>
        <p:txBody>
          <a:bodyPr wrap="square">
            <a:spAutoFit/>
          </a:bodyPr>
          <a:lstStyle/>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）二维表，表中不能有内容相同的两行</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）每列是不可分的基本数据项</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3) </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每列需相同数据类型</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4</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）每列名字唯一</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5</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）行和列的顺序不影响数据表示的内容</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422826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86492B3A-676A-DA04-E43C-3CB5F6D1CB8A}"/>
              </a:ext>
            </a:extLst>
          </p:cNvPr>
          <p:cNvGraphicFramePr>
            <a:graphicFrameLocks noGrp="1"/>
          </p:cNvGraphicFramePr>
          <p:nvPr>
            <p:extLst>
              <p:ext uri="{D42A27DB-BD31-4B8C-83A1-F6EECF244321}">
                <p14:modId xmlns:p14="http://schemas.microsoft.com/office/powerpoint/2010/main" val="1551623610"/>
              </p:ext>
            </p:extLst>
          </p:nvPr>
        </p:nvGraphicFramePr>
        <p:xfrm>
          <a:off x="206993" y="836014"/>
          <a:ext cx="11985009" cy="5185971"/>
        </p:xfrm>
        <a:graphic>
          <a:graphicData uri="http://schemas.openxmlformats.org/drawingml/2006/table">
            <a:tbl>
              <a:tblPr firstRow="1" firstCol="1" bandRow="1">
                <a:tableStyleId>{5C22544A-7EE6-4342-B048-85BDC9FD1C3A}</a:tableStyleId>
              </a:tblPr>
              <a:tblGrid>
                <a:gridCol w="2934449">
                  <a:extLst>
                    <a:ext uri="{9D8B030D-6E8A-4147-A177-3AD203B41FA5}">
                      <a16:colId xmlns:a16="http://schemas.microsoft.com/office/drawing/2014/main" val="20000"/>
                    </a:ext>
                  </a:extLst>
                </a:gridCol>
                <a:gridCol w="1591907">
                  <a:extLst>
                    <a:ext uri="{9D8B030D-6E8A-4147-A177-3AD203B41FA5}">
                      <a16:colId xmlns:a16="http://schemas.microsoft.com/office/drawing/2014/main" val="20001"/>
                    </a:ext>
                  </a:extLst>
                </a:gridCol>
                <a:gridCol w="1014367">
                  <a:extLst>
                    <a:ext uri="{9D8B030D-6E8A-4147-A177-3AD203B41FA5}">
                      <a16:colId xmlns:a16="http://schemas.microsoft.com/office/drawing/2014/main" val="20002"/>
                    </a:ext>
                  </a:extLst>
                </a:gridCol>
                <a:gridCol w="2340035">
                  <a:extLst>
                    <a:ext uri="{9D8B030D-6E8A-4147-A177-3AD203B41FA5}">
                      <a16:colId xmlns:a16="http://schemas.microsoft.com/office/drawing/2014/main" val="20003"/>
                    </a:ext>
                  </a:extLst>
                </a:gridCol>
                <a:gridCol w="1433425">
                  <a:extLst>
                    <a:ext uri="{9D8B030D-6E8A-4147-A177-3AD203B41FA5}">
                      <a16:colId xmlns:a16="http://schemas.microsoft.com/office/drawing/2014/main" val="20004"/>
                    </a:ext>
                  </a:extLst>
                </a:gridCol>
                <a:gridCol w="1127138">
                  <a:extLst>
                    <a:ext uri="{9D8B030D-6E8A-4147-A177-3AD203B41FA5}">
                      <a16:colId xmlns:a16="http://schemas.microsoft.com/office/drawing/2014/main" val="20005"/>
                    </a:ext>
                  </a:extLst>
                </a:gridCol>
                <a:gridCol w="1543688">
                  <a:extLst>
                    <a:ext uri="{9D8B030D-6E8A-4147-A177-3AD203B41FA5}">
                      <a16:colId xmlns:a16="http://schemas.microsoft.com/office/drawing/2014/main" val="20007"/>
                    </a:ext>
                  </a:extLst>
                </a:gridCol>
              </a:tblGrid>
              <a:tr h="672303">
                <a:tc>
                  <a:txBody>
                    <a:bodyPr/>
                    <a:lstStyle/>
                    <a:p>
                      <a:pPr indent="127000" algn="just">
                        <a:lnSpc>
                          <a:spcPts val="1560"/>
                        </a:lnSpc>
                        <a:spcAft>
                          <a:spcPts val="0"/>
                        </a:spcAft>
                      </a:pPr>
                      <a:r>
                        <a:rPr lang="zh-CN" sz="2800" b="1" dirty="0">
                          <a:solidFill>
                            <a:schemeClr val="tx1"/>
                          </a:solidFill>
                          <a:effectLst>
                            <a:outerShdw blurRad="38100" dist="38100" dir="2700000" algn="tl">
                              <a:srgbClr val="000000">
                                <a:alpha val="43137"/>
                              </a:srgbClr>
                            </a:outerShdw>
                          </a:effectLst>
                        </a:rPr>
                        <a:t>学号</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indent="127000" algn="just">
                        <a:lnSpc>
                          <a:spcPts val="1560"/>
                        </a:lnSpc>
                        <a:spcAft>
                          <a:spcPts val="0"/>
                        </a:spcAft>
                      </a:pPr>
                      <a:r>
                        <a:rPr lang="zh-CN" sz="2800" b="1" dirty="0">
                          <a:solidFill>
                            <a:schemeClr val="tx1"/>
                          </a:solidFill>
                          <a:effectLst>
                            <a:outerShdw blurRad="38100" dist="38100" dir="2700000" algn="tl">
                              <a:srgbClr val="000000">
                                <a:alpha val="43137"/>
                              </a:srgbClr>
                            </a:outerShdw>
                          </a:effectLst>
                        </a:rPr>
                        <a:t>姓名</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indent="127000" algn="just">
                        <a:lnSpc>
                          <a:spcPts val="1560"/>
                        </a:lnSpc>
                        <a:spcAft>
                          <a:spcPts val="0"/>
                        </a:spcAft>
                      </a:pPr>
                      <a:r>
                        <a:rPr lang="zh-CN" sz="2800" b="1">
                          <a:solidFill>
                            <a:schemeClr val="tx1"/>
                          </a:solidFill>
                          <a:effectLst>
                            <a:outerShdw blurRad="38100" dist="38100" dir="2700000" algn="tl">
                              <a:srgbClr val="000000">
                                <a:alpha val="43137"/>
                              </a:srgbClr>
                            </a:outerShdw>
                          </a:effectLst>
                        </a:rPr>
                        <a:t>性别</a:t>
                      </a:r>
                      <a:endParaRPr lang="zh-CN" sz="3600" b="1">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indent="127000" algn="just">
                        <a:lnSpc>
                          <a:spcPts val="1560"/>
                        </a:lnSpc>
                        <a:spcAft>
                          <a:spcPts val="0"/>
                        </a:spcAft>
                      </a:pPr>
                      <a:r>
                        <a:rPr lang="zh-CN" sz="2800" b="1" dirty="0">
                          <a:solidFill>
                            <a:schemeClr val="tx1"/>
                          </a:solidFill>
                          <a:effectLst>
                            <a:outerShdw blurRad="38100" dist="38100" dir="2700000" algn="tl">
                              <a:srgbClr val="000000">
                                <a:alpha val="43137"/>
                              </a:srgbClr>
                            </a:outerShdw>
                          </a:effectLst>
                        </a:rPr>
                        <a:t>出生年月</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indent="127000" algn="just">
                        <a:lnSpc>
                          <a:spcPts val="1560"/>
                        </a:lnSpc>
                        <a:spcAft>
                          <a:spcPts val="0"/>
                        </a:spcAft>
                      </a:pPr>
                      <a:r>
                        <a:rPr lang="zh-CN" sz="2800" b="1" dirty="0">
                          <a:solidFill>
                            <a:schemeClr val="tx1"/>
                          </a:solidFill>
                          <a:effectLst>
                            <a:outerShdw blurRad="38100" dist="38100" dir="2700000" algn="tl">
                              <a:srgbClr val="000000">
                                <a:alpha val="43137"/>
                              </a:srgbClr>
                            </a:outerShdw>
                          </a:effectLst>
                        </a:rPr>
                        <a:t>专业</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indent="127000" algn="just">
                        <a:lnSpc>
                          <a:spcPts val="1560"/>
                        </a:lnSpc>
                        <a:spcAft>
                          <a:spcPts val="0"/>
                        </a:spcAft>
                      </a:pPr>
                      <a:r>
                        <a:rPr lang="zh-CN" sz="2800" b="1" dirty="0">
                          <a:solidFill>
                            <a:schemeClr val="tx1"/>
                          </a:solidFill>
                          <a:effectLst>
                            <a:outerShdw blurRad="38100" dist="38100" dir="2700000" algn="tl">
                              <a:srgbClr val="000000">
                                <a:alpha val="43137"/>
                              </a:srgbClr>
                            </a:outerShdw>
                          </a:effectLst>
                        </a:rPr>
                        <a:t>年级</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indent="127000" algn="just">
                        <a:lnSpc>
                          <a:spcPts val="1560"/>
                        </a:lnSpc>
                        <a:spcAft>
                          <a:spcPts val="0"/>
                        </a:spcAft>
                      </a:pPr>
                      <a:r>
                        <a:rPr lang="zh-CN" sz="2800" b="1" dirty="0">
                          <a:solidFill>
                            <a:schemeClr val="tx1"/>
                          </a:solidFill>
                          <a:effectLst>
                            <a:outerShdw blurRad="38100" dist="38100" dir="2700000" algn="tl">
                              <a:srgbClr val="000000">
                                <a:alpha val="43137"/>
                              </a:srgbClr>
                            </a:outerShdw>
                          </a:effectLst>
                        </a:rPr>
                        <a:t>生源地</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000"/>
                  </a:ext>
                </a:extLst>
              </a:tr>
              <a:tr h="847102">
                <a:tc>
                  <a:txBody>
                    <a:bodyPr/>
                    <a:lstStyle/>
                    <a:p>
                      <a:pPr indent="127000" algn="just">
                        <a:lnSpc>
                          <a:spcPts val="1560"/>
                        </a:lnSpc>
                        <a:spcAft>
                          <a:spcPts val="0"/>
                        </a:spcAft>
                      </a:pPr>
                      <a:r>
                        <a:rPr lang="en-US" sz="2800" b="1" dirty="0">
                          <a:solidFill>
                            <a:schemeClr val="tx1"/>
                          </a:solidFill>
                          <a:effectLst>
                            <a:outerShdw blurRad="38100" dist="38100" dir="2700000" algn="tl">
                              <a:srgbClr val="000000">
                                <a:alpha val="43137"/>
                              </a:srgbClr>
                            </a:outerShdw>
                          </a:effectLst>
                        </a:rPr>
                        <a:t>2013327110051</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zh-CN" sz="2800" b="1" dirty="0">
                          <a:solidFill>
                            <a:schemeClr val="tx1"/>
                          </a:solidFill>
                          <a:effectLst>
                            <a:outerShdw blurRad="38100" dist="38100" dir="2700000" algn="tl">
                              <a:srgbClr val="000000">
                                <a:alpha val="43137"/>
                              </a:srgbClr>
                            </a:outerShdw>
                          </a:effectLst>
                        </a:rPr>
                        <a:t>黄蓉</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zh-CN" sz="2800" b="1" dirty="0">
                          <a:solidFill>
                            <a:schemeClr val="tx1"/>
                          </a:solidFill>
                          <a:effectLst>
                            <a:outerShdw blurRad="38100" dist="38100" dir="2700000" algn="tl">
                              <a:srgbClr val="000000">
                                <a:alpha val="43137"/>
                              </a:srgbClr>
                            </a:outerShdw>
                          </a:effectLst>
                        </a:rPr>
                        <a:t>女</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en-US" sz="2800" b="1" dirty="0">
                          <a:solidFill>
                            <a:schemeClr val="tx1"/>
                          </a:solidFill>
                          <a:effectLst>
                            <a:outerShdw blurRad="38100" dist="38100" dir="2700000" algn="tl">
                              <a:srgbClr val="000000">
                                <a:alpha val="43137"/>
                              </a:srgbClr>
                            </a:outerShdw>
                          </a:effectLst>
                        </a:rPr>
                        <a:t>1989-1-3</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zh-CN" sz="2800" b="1" dirty="0">
                          <a:solidFill>
                            <a:schemeClr val="tx1"/>
                          </a:solidFill>
                          <a:effectLst>
                            <a:outerShdw blurRad="38100" dist="38100" dir="2700000" algn="tl">
                              <a:srgbClr val="000000">
                                <a:alpha val="43137"/>
                              </a:srgbClr>
                            </a:outerShdw>
                          </a:effectLst>
                        </a:rPr>
                        <a:t>会计</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en-US" sz="2800" b="1">
                          <a:solidFill>
                            <a:schemeClr val="tx1"/>
                          </a:solidFill>
                          <a:effectLst>
                            <a:outerShdw blurRad="38100" dist="38100" dir="2700000" algn="tl">
                              <a:srgbClr val="000000">
                                <a:alpha val="43137"/>
                              </a:srgbClr>
                            </a:outerShdw>
                          </a:effectLst>
                        </a:rPr>
                        <a:t>2013</a:t>
                      </a:r>
                      <a:endParaRPr lang="zh-CN" sz="3600" b="1">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zh-CN" sz="2800" b="1">
                          <a:solidFill>
                            <a:schemeClr val="tx1"/>
                          </a:solidFill>
                          <a:effectLst>
                            <a:outerShdw blurRad="38100" dist="38100" dir="2700000" algn="tl">
                              <a:srgbClr val="000000">
                                <a:alpha val="43137"/>
                              </a:srgbClr>
                            </a:outerShdw>
                          </a:effectLst>
                        </a:rPr>
                        <a:t>上海</a:t>
                      </a:r>
                      <a:endParaRPr lang="zh-CN" sz="3600" b="1">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1"/>
                  </a:ext>
                </a:extLst>
              </a:tr>
              <a:tr h="1062239">
                <a:tc>
                  <a:txBody>
                    <a:bodyPr/>
                    <a:lstStyle/>
                    <a:p>
                      <a:pPr indent="127000" algn="just">
                        <a:lnSpc>
                          <a:spcPts val="1560"/>
                        </a:lnSpc>
                        <a:spcAft>
                          <a:spcPts val="0"/>
                        </a:spcAft>
                      </a:pPr>
                      <a:r>
                        <a:rPr lang="en-US" sz="2800" b="1" dirty="0">
                          <a:solidFill>
                            <a:schemeClr val="tx1"/>
                          </a:solidFill>
                          <a:effectLst>
                            <a:outerShdw blurRad="38100" dist="38100" dir="2700000" algn="tl">
                              <a:srgbClr val="000000">
                                <a:alpha val="43137"/>
                              </a:srgbClr>
                            </a:outerShdw>
                          </a:effectLst>
                        </a:rPr>
                        <a:t>2013327120051</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zh-CN" sz="2800" b="1" dirty="0">
                          <a:solidFill>
                            <a:schemeClr val="tx1"/>
                          </a:solidFill>
                          <a:effectLst>
                            <a:outerShdw blurRad="38100" dist="38100" dir="2700000" algn="tl">
                              <a:srgbClr val="000000">
                                <a:alpha val="43137"/>
                              </a:srgbClr>
                            </a:outerShdw>
                          </a:effectLst>
                        </a:rPr>
                        <a:t>郭靖</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zh-CN" sz="2800" b="1" dirty="0">
                          <a:solidFill>
                            <a:schemeClr val="tx1"/>
                          </a:solidFill>
                          <a:effectLst>
                            <a:outerShdw blurRad="38100" dist="38100" dir="2700000" algn="tl">
                              <a:srgbClr val="000000">
                                <a:alpha val="43137"/>
                              </a:srgbClr>
                            </a:outerShdw>
                          </a:effectLst>
                        </a:rPr>
                        <a:t>男</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en-US" sz="2800" b="1" dirty="0">
                          <a:solidFill>
                            <a:schemeClr val="tx1"/>
                          </a:solidFill>
                          <a:effectLst>
                            <a:outerShdw blurRad="38100" dist="38100" dir="2700000" algn="tl">
                              <a:srgbClr val="000000">
                                <a:alpha val="43137"/>
                              </a:srgbClr>
                            </a:outerShdw>
                          </a:effectLst>
                        </a:rPr>
                        <a:t>1988-9-5</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zh-CN" sz="2800" b="1" dirty="0">
                          <a:solidFill>
                            <a:schemeClr val="tx1"/>
                          </a:solidFill>
                          <a:effectLst>
                            <a:outerShdw blurRad="38100" dist="38100" dir="2700000" algn="tl">
                              <a:srgbClr val="000000">
                                <a:alpha val="43137"/>
                              </a:srgbClr>
                            </a:outerShdw>
                          </a:effectLst>
                        </a:rPr>
                        <a:t>国贸</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en-US" sz="2800" b="1" dirty="0">
                          <a:solidFill>
                            <a:schemeClr val="tx1"/>
                          </a:solidFill>
                          <a:effectLst>
                            <a:outerShdw blurRad="38100" dist="38100" dir="2700000" algn="tl">
                              <a:srgbClr val="000000">
                                <a:alpha val="43137"/>
                              </a:srgbClr>
                            </a:outerShdw>
                          </a:effectLst>
                        </a:rPr>
                        <a:t>2013</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zh-CN" sz="2800" b="1">
                          <a:solidFill>
                            <a:schemeClr val="tx1"/>
                          </a:solidFill>
                          <a:effectLst>
                            <a:outerShdw blurRad="38100" dist="38100" dir="2700000" algn="tl">
                              <a:srgbClr val="000000">
                                <a:alpha val="43137"/>
                              </a:srgbClr>
                            </a:outerShdw>
                          </a:effectLst>
                        </a:rPr>
                        <a:t>北京</a:t>
                      </a:r>
                      <a:endParaRPr lang="zh-CN" sz="3600" b="1">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2"/>
                  </a:ext>
                </a:extLst>
              </a:tr>
              <a:tr h="1250483">
                <a:tc>
                  <a:txBody>
                    <a:bodyPr/>
                    <a:lstStyle/>
                    <a:p>
                      <a:pPr indent="127000" algn="just">
                        <a:lnSpc>
                          <a:spcPts val="1560"/>
                        </a:lnSpc>
                        <a:spcAft>
                          <a:spcPts val="0"/>
                        </a:spcAft>
                      </a:pPr>
                      <a:r>
                        <a:rPr lang="en-US" sz="2800" b="1">
                          <a:solidFill>
                            <a:schemeClr val="tx1"/>
                          </a:solidFill>
                          <a:effectLst>
                            <a:outerShdw blurRad="38100" dist="38100" dir="2700000" algn="tl">
                              <a:srgbClr val="000000">
                                <a:alpha val="43137"/>
                              </a:srgbClr>
                            </a:outerShdw>
                          </a:effectLst>
                        </a:rPr>
                        <a:t>2013327110002</a:t>
                      </a:r>
                      <a:endParaRPr lang="zh-CN" sz="3600" b="1">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zh-CN" sz="2800" b="1">
                          <a:solidFill>
                            <a:schemeClr val="tx1"/>
                          </a:solidFill>
                          <a:effectLst>
                            <a:outerShdw blurRad="38100" dist="38100" dir="2700000" algn="tl">
                              <a:srgbClr val="000000">
                                <a:alpha val="43137"/>
                              </a:srgbClr>
                            </a:outerShdw>
                          </a:effectLst>
                        </a:rPr>
                        <a:t>张无忌</a:t>
                      </a:r>
                      <a:endParaRPr lang="zh-CN" sz="3600" b="1">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zh-CN" sz="2800" b="1" dirty="0">
                          <a:solidFill>
                            <a:schemeClr val="tx1"/>
                          </a:solidFill>
                          <a:effectLst>
                            <a:outerShdw blurRad="38100" dist="38100" dir="2700000" algn="tl">
                              <a:srgbClr val="000000">
                                <a:alpha val="43137"/>
                              </a:srgbClr>
                            </a:outerShdw>
                          </a:effectLst>
                        </a:rPr>
                        <a:t>男</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en-US" sz="2800" b="1" dirty="0">
                          <a:solidFill>
                            <a:schemeClr val="tx1"/>
                          </a:solidFill>
                          <a:effectLst>
                            <a:outerShdw blurRad="38100" dist="38100" dir="2700000" algn="tl">
                              <a:srgbClr val="000000">
                                <a:alpha val="43137"/>
                              </a:srgbClr>
                            </a:outerShdw>
                          </a:effectLst>
                        </a:rPr>
                        <a:t>1989-11-1</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zh-CN" sz="2800" b="1" dirty="0">
                          <a:solidFill>
                            <a:schemeClr val="tx1"/>
                          </a:solidFill>
                          <a:effectLst>
                            <a:outerShdw blurRad="38100" dist="38100" dir="2700000" algn="tl">
                              <a:srgbClr val="000000">
                                <a:alpha val="43137"/>
                              </a:srgbClr>
                            </a:outerShdw>
                          </a:effectLst>
                        </a:rPr>
                        <a:t>会计</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en-US" sz="2800" b="1" dirty="0">
                          <a:solidFill>
                            <a:schemeClr val="tx1"/>
                          </a:solidFill>
                          <a:effectLst>
                            <a:outerShdw blurRad="38100" dist="38100" dir="2700000" algn="tl">
                              <a:srgbClr val="000000">
                                <a:alpha val="43137"/>
                              </a:srgbClr>
                            </a:outerShdw>
                          </a:effectLst>
                        </a:rPr>
                        <a:t>2013</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zh-CN" sz="2800" b="1" dirty="0">
                          <a:solidFill>
                            <a:schemeClr val="tx1"/>
                          </a:solidFill>
                          <a:effectLst>
                            <a:outerShdw blurRad="38100" dist="38100" dir="2700000" algn="tl">
                              <a:srgbClr val="000000">
                                <a:alpha val="43137"/>
                              </a:srgbClr>
                            </a:outerShdw>
                          </a:effectLst>
                        </a:rPr>
                        <a:t>杭州</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3"/>
                  </a:ext>
                </a:extLst>
              </a:tr>
              <a:tr h="1353844">
                <a:tc>
                  <a:txBody>
                    <a:bodyPr/>
                    <a:lstStyle/>
                    <a:p>
                      <a:pPr indent="127000" algn="just">
                        <a:lnSpc>
                          <a:spcPts val="1560"/>
                        </a:lnSpc>
                        <a:spcAft>
                          <a:spcPts val="0"/>
                        </a:spcAft>
                      </a:pPr>
                      <a:r>
                        <a:rPr lang="en-US" sz="2800" b="1">
                          <a:solidFill>
                            <a:schemeClr val="tx1"/>
                          </a:solidFill>
                          <a:effectLst>
                            <a:outerShdw blurRad="38100" dist="38100" dir="2700000" algn="tl">
                              <a:srgbClr val="000000">
                                <a:alpha val="43137"/>
                              </a:srgbClr>
                            </a:outerShdw>
                          </a:effectLst>
                        </a:rPr>
                        <a:t>2014127110001</a:t>
                      </a:r>
                      <a:endParaRPr lang="zh-CN" sz="3600" b="1">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zh-CN" sz="2800" b="1">
                          <a:solidFill>
                            <a:schemeClr val="tx1"/>
                          </a:solidFill>
                          <a:effectLst>
                            <a:outerShdw blurRad="38100" dist="38100" dir="2700000" algn="tl">
                              <a:srgbClr val="000000">
                                <a:alpha val="43137"/>
                              </a:srgbClr>
                            </a:outerShdw>
                          </a:effectLst>
                        </a:rPr>
                        <a:t>周芷若</a:t>
                      </a:r>
                      <a:endParaRPr lang="zh-CN" sz="3600" b="1">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zh-CN" sz="2800" b="1">
                          <a:solidFill>
                            <a:schemeClr val="tx1"/>
                          </a:solidFill>
                          <a:effectLst>
                            <a:outerShdw blurRad="38100" dist="38100" dir="2700000" algn="tl">
                              <a:srgbClr val="000000">
                                <a:alpha val="43137"/>
                              </a:srgbClr>
                            </a:outerShdw>
                          </a:effectLst>
                        </a:rPr>
                        <a:t>女</a:t>
                      </a:r>
                      <a:endParaRPr lang="zh-CN" sz="3600" b="1">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en-US" sz="2800" b="1" dirty="0">
                          <a:solidFill>
                            <a:schemeClr val="tx1"/>
                          </a:solidFill>
                          <a:effectLst>
                            <a:outerShdw blurRad="38100" dist="38100" dir="2700000" algn="tl">
                              <a:srgbClr val="000000">
                                <a:alpha val="43137"/>
                              </a:srgbClr>
                            </a:outerShdw>
                          </a:effectLst>
                        </a:rPr>
                        <a:t>1989-12-25</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zh-CN" sz="2800" b="1" dirty="0">
                          <a:solidFill>
                            <a:schemeClr val="tx1"/>
                          </a:solidFill>
                          <a:effectLst>
                            <a:outerShdw blurRad="38100" dist="38100" dir="2700000" algn="tl">
                              <a:srgbClr val="000000">
                                <a:alpha val="43137"/>
                              </a:srgbClr>
                            </a:outerShdw>
                          </a:effectLst>
                        </a:rPr>
                        <a:t>计算机</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en-US" sz="2800" b="1" dirty="0">
                          <a:solidFill>
                            <a:schemeClr val="tx1"/>
                          </a:solidFill>
                          <a:effectLst>
                            <a:outerShdw blurRad="38100" dist="38100" dir="2700000" algn="tl">
                              <a:srgbClr val="000000">
                                <a:alpha val="43137"/>
                              </a:srgbClr>
                            </a:outerShdw>
                          </a:effectLst>
                        </a:rPr>
                        <a:t>2014</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indent="127000" algn="just">
                        <a:lnSpc>
                          <a:spcPts val="1560"/>
                        </a:lnSpc>
                        <a:spcAft>
                          <a:spcPts val="0"/>
                        </a:spcAft>
                      </a:pPr>
                      <a:r>
                        <a:rPr lang="zh-CN" sz="2800" b="1" dirty="0">
                          <a:solidFill>
                            <a:schemeClr val="tx1"/>
                          </a:solidFill>
                          <a:effectLst>
                            <a:outerShdw blurRad="38100" dist="38100" dir="2700000" algn="tl">
                              <a:srgbClr val="000000">
                                <a:alpha val="43137"/>
                              </a:srgbClr>
                            </a:outerShdw>
                          </a:effectLst>
                        </a:rPr>
                        <a:t>广州</a:t>
                      </a:r>
                      <a:endParaRPr lang="zh-CN" sz="3600" b="1" dirty="0">
                        <a:solidFill>
                          <a:schemeClr val="tx1"/>
                        </a:solidFill>
                        <a:effectLst>
                          <a:outerShdw blurRad="38100" dist="38100" dir="2700000" algn="tl">
                            <a:srgbClr val="000000">
                              <a:alpha val="43137"/>
                            </a:srgbClr>
                          </a:outerShdw>
                        </a:effectLst>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4"/>
                  </a:ext>
                </a:extLst>
              </a:tr>
            </a:tbl>
          </a:graphicData>
        </a:graphic>
      </p:graphicFrame>
      <p:sp>
        <p:nvSpPr>
          <p:cNvPr id="5" name="下箭头 8">
            <a:extLst>
              <a:ext uri="{FF2B5EF4-FFF2-40B4-BE49-F238E27FC236}">
                <a16:creationId xmlns:a16="http://schemas.microsoft.com/office/drawing/2014/main" id="{E943B7E3-13EE-C6B5-25AB-BF56530A0993}"/>
              </a:ext>
            </a:extLst>
          </p:cNvPr>
          <p:cNvSpPr/>
          <p:nvPr/>
        </p:nvSpPr>
        <p:spPr>
          <a:xfrm>
            <a:off x="3618993" y="130000"/>
            <a:ext cx="835910" cy="933984"/>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rgbClr val="0000FF"/>
                </a:solidFill>
                <a:effectLst>
                  <a:glow rad="127000">
                    <a:srgbClr val="FFFF00"/>
                  </a:glow>
                  <a:outerShdw blurRad="38100" dist="38100" dir="2700000" algn="tl">
                    <a:srgbClr val="000000">
                      <a:alpha val="43137"/>
                    </a:srgbClr>
                  </a:outerShdw>
                </a:effectLst>
              </a:rPr>
              <a:t>字段</a:t>
            </a:r>
          </a:p>
        </p:txBody>
      </p:sp>
      <p:sp>
        <p:nvSpPr>
          <p:cNvPr id="6" name="右箭头 9">
            <a:extLst>
              <a:ext uri="{FF2B5EF4-FFF2-40B4-BE49-F238E27FC236}">
                <a16:creationId xmlns:a16="http://schemas.microsoft.com/office/drawing/2014/main" id="{2FD64620-5967-2DA8-243A-82518DE94E51}"/>
              </a:ext>
            </a:extLst>
          </p:cNvPr>
          <p:cNvSpPr/>
          <p:nvPr/>
        </p:nvSpPr>
        <p:spPr>
          <a:xfrm>
            <a:off x="206992" y="2953265"/>
            <a:ext cx="1356430" cy="619867"/>
          </a:xfrm>
          <a:prstGeom prst="right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rgbClr val="0000FF"/>
                </a:solidFill>
                <a:effectLst>
                  <a:glow rad="127000">
                    <a:srgbClr val="FFFF00"/>
                  </a:glow>
                  <a:outerShdw blurRad="38100" dist="38100" dir="2700000" algn="tl">
                    <a:srgbClr val="000000">
                      <a:alpha val="43137"/>
                    </a:srgbClr>
                  </a:outerShdw>
                </a:effectLst>
              </a:rPr>
              <a:t>记录</a:t>
            </a:r>
          </a:p>
        </p:txBody>
      </p:sp>
    </p:spTree>
    <p:extLst>
      <p:ext uri="{BB962C8B-B14F-4D97-AF65-F5344CB8AC3E}">
        <p14:creationId xmlns:p14="http://schemas.microsoft.com/office/powerpoint/2010/main" val="701135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049C6-F10F-20BD-2384-6767BE702568}"/>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BEB4DAB5-83B4-17CC-0045-122E1BDDFD24}"/>
              </a:ext>
            </a:extLst>
          </p:cNvPr>
          <p:cNvSpPr txBox="1"/>
          <p:nvPr/>
        </p:nvSpPr>
        <p:spPr>
          <a:xfrm>
            <a:off x="169479" y="97011"/>
            <a:ext cx="10521950"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5400" b="1" dirty="0">
                <a:solidFill>
                  <a:srgbClr val="843C0C"/>
                </a:solidFill>
                <a:highlight>
                  <a:srgbClr val="FFFF00"/>
                </a:highlight>
                <a:latin typeface="幼圆" panose="02010509060101010101" pitchFamily="49" charset="-122"/>
                <a:ea typeface="幼圆" panose="02010509060101010101" pitchFamily="49" charset="-122"/>
              </a:rPr>
              <a:t>数据库系统</a:t>
            </a:r>
            <a:r>
              <a:rPr lang="en-US" altLang="zh-CN" sz="5400" b="1" dirty="0">
                <a:solidFill>
                  <a:srgbClr val="843C0C"/>
                </a:solidFill>
                <a:highlight>
                  <a:srgbClr val="FFFF00"/>
                </a:highlight>
                <a:latin typeface="幼圆" panose="02010509060101010101" pitchFamily="49" charset="-122"/>
                <a:ea typeface="幼圆" panose="02010509060101010101" pitchFamily="49" charset="-122"/>
              </a:rPr>
              <a:t>-</a:t>
            </a:r>
            <a:r>
              <a:rPr lang="zh-CN" altLang="en-US" sz="5400" b="1" dirty="0">
                <a:solidFill>
                  <a:srgbClr val="843C0C"/>
                </a:solidFill>
                <a:highlight>
                  <a:srgbClr val="FFFF00"/>
                </a:highlight>
                <a:latin typeface="幼圆" panose="02010509060101010101" pitchFamily="49" charset="-122"/>
                <a:ea typeface="幼圆" panose="02010509060101010101" pitchFamily="49" charset="-122"/>
              </a:rPr>
              <a:t>关系数据库特点</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796978FC-EE7C-74AD-7AF1-482EF77608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a:extLst>
              <a:ext uri="{FF2B5EF4-FFF2-40B4-BE49-F238E27FC236}">
                <a16:creationId xmlns:a16="http://schemas.microsoft.com/office/drawing/2014/main" id="{322EF7B7-1A78-906D-DCB2-75A7F2403F18}"/>
              </a:ext>
            </a:extLst>
          </p:cNvPr>
          <p:cNvSpPr txBox="1"/>
          <p:nvPr/>
        </p:nvSpPr>
        <p:spPr>
          <a:xfrm>
            <a:off x="317458" y="1248260"/>
            <a:ext cx="11557083" cy="6001643"/>
          </a:xfrm>
          <a:prstGeom prst="rect">
            <a:avLst/>
          </a:prstGeom>
          <a:noFill/>
        </p:spPr>
        <p:txBody>
          <a:bodyPr wrap="square">
            <a:spAutoFit/>
          </a:bodyPr>
          <a:lstStyle/>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）关系模型操作：查询，插入，删除和更新数据</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）关系模型把存储路径完全隐藏，只需用户指出找什么，提高了数据独立性</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3)</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关系模型中实体间联系有</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一对一（</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1:1</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）、一对多（</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1:n</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）和多对多（</a:t>
            </a:r>
            <a:r>
              <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m:n</a:t>
            </a: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）三种 。</a:t>
            </a:r>
          </a:p>
          <a:p>
            <a:pPr algn="just"/>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2962466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5971A8AD-9673-390C-44B2-3DCE6025FE5F}"/>
              </a:ext>
            </a:extLst>
          </p:cNvPr>
          <p:cNvSpPr txBox="1"/>
          <p:nvPr/>
        </p:nvSpPr>
        <p:spPr>
          <a:xfrm>
            <a:off x="0" y="0"/>
            <a:ext cx="7374409" cy="2554545"/>
          </a:xfrm>
          <a:prstGeom prst="rect">
            <a:avLst/>
          </a:prstGeom>
          <a:noFill/>
        </p:spPr>
        <p:txBody>
          <a:bodyPr wrap="square">
            <a:spAutoFit/>
          </a:bodyPr>
          <a:lstStyle/>
          <a:p>
            <a:pPr marL="571500" indent="-571500">
              <a:buFont typeface="Wingdings" panose="05000000000000000000" pitchFamily="2" charset="2"/>
              <a:buChar char="l"/>
            </a:pPr>
            <a:r>
              <a:rPr lang="zh-CN" altLang="en-US" sz="4000" b="1" dirty="0">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实体</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学生、专业和课程</a:t>
            </a:r>
            <a:endParaRPr lang="en-US"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571500" indent="-571500">
              <a:buFont typeface="Wingdings" panose="05000000000000000000" pitchFamily="2" charset="2"/>
              <a:buChar char="l"/>
            </a:pPr>
            <a:r>
              <a:rPr lang="zh-CN" altLang="en-US" sz="4000" b="1" dirty="0">
                <a:effectLst>
                  <a:outerShdw blurRad="38100" dist="38100" dir="2700000" algn="tl">
                    <a:srgbClr val="000000">
                      <a:alpha val="43137"/>
                    </a:srgbClr>
                  </a:outerShdw>
                </a:effectLst>
                <a:highlight>
                  <a:srgbClr val="FFFF00"/>
                </a:highlight>
                <a:latin typeface="仿宋" panose="02010609060101010101" pitchFamily="49" charset="-122"/>
                <a:ea typeface="仿宋" panose="02010609060101010101" pitchFamily="49" charset="-122"/>
              </a:rPr>
              <a:t>联系</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endParaRPr lang="en-US"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1028700" lvl="1" indent="-571500">
              <a:buFont typeface="Wingdings" panose="05000000000000000000" pitchFamily="2" charset="2"/>
              <a:buChar char="Ø"/>
            </a:pPr>
            <a:r>
              <a:rPr lang="zh-CN"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学生和专业间</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是</a:t>
            </a:r>
            <a:r>
              <a:rPr lang="zh-CN"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一对多关系</a:t>
            </a:r>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endParaRPr lang="en-US"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1028700" lvl="1" indent="-571500">
              <a:buFont typeface="Wingdings" panose="05000000000000000000" pitchFamily="2" charset="2"/>
              <a:buChar char="Ø"/>
            </a:pPr>
            <a:r>
              <a:rPr lang="zh-CN" altLang="zh-CN"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学生和课程间是多对多关系</a:t>
            </a:r>
            <a:r>
              <a:rPr lang="zh-CN" altLang="en-US" sz="4000" dirty="0">
                <a:latin typeface="仿宋" panose="02010609060101010101" pitchFamily="49" charset="-122"/>
                <a:ea typeface="仿宋" panose="02010609060101010101" pitchFamily="49" charset="-122"/>
              </a:rPr>
              <a:t>。</a:t>
            </a:r>
          </a:p>
        </p:txBody>
      </p:sp>
      <p:graphicFrame>
        <p:nvGraphicFramePr>
          <p:cNvPr id="7" name="对象 6">
            <a:extLst>
              <a:ext uri="{FF2B5EF4-FFF2-40B4-BE49-F238E27FC236}">
                <a16:creationId xmlns:a16="http://schemas.microsoft.com/office/drawing/2014/main" id="{EA55DCC7-B3E5-4BB2-4DEB-B0481AA21D46}"/>
              </a:ext>
            </a:extLst>
          </p:cNvPr>
          <p:cNvGraphicFramePr>
            <a:graphicFrameLocks noChangeAspect="1"/>
          </p:cNvGraphicFramePr>
          <p:nvPr>
            <p:extLst>
              <p:ext uri="{D42A27DB-BD31-4B8C-83A1-F6EECF244321}">
                <p14:modId xmlns:p14="http://schemas.microsoft.com/office/powerpoint/2010/main" val="4045181042"/>
              </p:ext>
            </p:extLst>
          </p:nvPr>
        </p:nvGraphicFramePr>
        <p:xfrm>
          <a:off x="3746735" y="2345699"/>
          <a:ext cx="8445265" cy="4296514"/>
        </p:xfrm>
        <a:graphic>
          <a:graphicData uri="http://schemas.openxmlformats.org/presentationml/2006/ole">
            <mc:AlternateContent xmlns:mc="http://schemas.openxmlformats.org/markup-compatibility/2006">
              <mc:Choice xmlns:v="urn:schemas-microsoft-com:vml" Requires="v">
                <p:oleObj r:id="rId2" imgW="5868991" imgH="3538747" progId="Visio.Drawing.11">
                  <p:embed/>
                </p:oleObj>
              </mc:Choice>
              <mc:Fallback>
                <p:oleObj r:id="rId2" imgW="5868991" imgH="3538747" progId="Visio.Drawing.11">
                  <p:embed/>
                  <p:pic>
                    <p:nvPicPr>
                      <p:cNvPr id="6" name="对象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6735" y="2345699"/>
                        <a:ext cx="8445265" cy="4296514"/>
                      </a:xfrm>
                      <a:prstGeom prst="rect">
                        <a:avLst/>
                      </a:prstGeom>
                      <a:noFill/>
                    </p:spPr>
                  </p:pic>
                </p:oleObj>
              </mc:Fallback>
            </mc:AlternateContent>
          </a:graphicData>
        </a:graphic>
      </p:graphicFrame>
    </p:spTree>
    <p:extLst>
      <p:ext uri="{BB962C8B-B14F-4D97-AF65-F5344CB8AC3E}">
        <p14:creationId xmlns:p14="http://schemas.microsoft.com/office/powerpoint/2010/main" val="3362377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CCA93-953A-31FE-C6FE-A61931B40927}"/>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C121D9F6-E718-0567-2A04-0A0990878342}"/>
              </a:ext>
            </a:extLst>
          </p:cNvPr>
          <p:cNvSpPr txBox="1"/>
          <p:nvPr/>
        </p:nvSpPr>
        <p:spPr>
          <a:xfrm>
            <a:off x="169479" y="97011"/>
            <a:ext cx="10521950"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5400" b="1" dirty="0">
                <a:solidFill>
                  <a:srgbClr val="843C0C"/>
                </a:solidFill>
                <a:highlight>
                  <a:srgbClr val="FFFF00"/>
                </a:highlight>
                <a:latin typeface="幼圆" panose="02010509060101010101" pitchFamily="49" charset="-122"/>
                <a:ea typeface="幼圆" panose="02010509060101010101" pitchFamily="49" charset="-122"/>
              </a:rPr>
              <a:t>数据库应用学科</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B02EC126-DCED-E467-F17D-3C71BF48C7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a:extLst>
              <a:ext uri="{FF2B5EF4-FFF2-40B4-BE49-F238E27FC236}">
                <a16:creationId xmlns:a16="http://schemas.microsoft.com/office/drawing/2014/main" id="{D8AE9C4A-B30D-3B24-DC7D-14ADC3B79656}"/>
              </a:ext>
            </a:extLst>
          </p:cNvPr>
          <p:cNvSpPr txBox="1"/>
          <p:nvPr/>
        </p:nvSpPr>
        <p:spPr>
          <a:xfrm>
            <a:off x="317458" y="1189069"/>
            <a:ext cx="11557083" cy="6093976"/>
          </a:xfrm>
          <a:prstGeom prst="rect">
            <a:avLst/>
          </a:prstGeom>
          <a:noFill/>
        </p:spPr>
        <p:txBody>
          <a:bodyPr wrap="square">
            <a:spAutoFit/>
          </a:bodyPr>
          <a:lstStyle/>
          <a:p>
            <a:pPr algn="just"/>
            <a:r>
              <a:rPr lang="en-US" altLang="zh-CN" sz="4800" b="1" dirty="0">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a:t>
            </a:r>
            <a:r>
              <a:rPr lang="zh-CN" altLang="en-US" sz="5400" b="1" dirty="0">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数据挖掘</a:t>
            </a:r>
            <a:endParaRPr lang="en-US" altLang="zh-CN" sz="4800" b="1" dirty="0">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endParaRPr>
          </a:p>
          <a:p>
            <a:pPr marL="685800" indent="-685800" algn="just">
              <a:buFont typeface="Wingdings" panose="05000000000000000000" pitchFamily="2" charset="2"/>
              <a:buChar char="Ø"/>
            </a:pP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目的：发现数据集的规律或者模式的技术，如类辨别，关联分析，孤立点分析，聚类分析，序列模式分析</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lgn="just">
              <a:buFont typeface="Wingdings" panose="05000000000000000000" pitchFamily="2" charset="2"/>
              <a:buChar char="Ø"/>
            </a:pPr>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应用：社交媒体情感分析，电商用户行为挖掘，交通流量数据分析，病例找到疾病规律</a:t>
            </a:r>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algn="just"/>
            <a:endParaRPr lang="en-US" altLang="zh-CN"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4298626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169480" y="97011"/>
            <a:ext cx="6109252" cy="92202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输入输出系统</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p:cNvSpPr txBox="1"/>
          <p:nvPr/>
        </p:nvSpPr>
        <p:spPr>
          <a:xfrm>
            <a:off x="147804" y="1189069"/>
            <a:ext cx="11874716" cy="5077460"/>
          </a:xfrm>
          <a:prstGeom prst="rect">
            <a:avLst/>
          </a:prstGeom>
          <a:noFill/>
        </p:spPr>
        <p:txBody>
          <a:bodyPr wrap="square" rtlCol="0">
            <a:spAutoFit/>
          </a:bodyPr>
          <a:lstStyle/>
          <a:p>
            <a:pPr marL="685800" indent="-685800">
              <a:buFont typeface="Wingdings" panose="05000000000000000000" pitchFamily="2" charset="2"/>
              <a:buChar char="Ø"/>
            </a:pPr>
            <a:r>
              <a:rPr lang="en-US" altLang="zh-CN"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I/O</a:t>
            </a:r>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系统</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：信息输入和输出，包括外围</a:t>
            </a:r>
            <a:r>
              <a:rPr lang="zh-CN" altLang="en-US" sz="5400" b="1" dirty="0">
                <a:solidFill>
                  <a:srgbClr val="FF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设备</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，以及与其他部件通信的接口</a:t>
            </a:r>
            <a:r>
              <a:rPr lang="zh-CN" altLang="en-US" sz="5400" b="1" dirty="0">
                <a:solidFill>
                  <a:srgbClr val="FF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电路</a:t>
            </a:r>
          </a:p>
          <a:p>
            <a:pPr marL="685800" indent="-685800" algn="just">
              <a:buFont typeface="Wingdings" panose="05000000000000000000" pitchFamily="2" charset="2"/>
              <a:buChar char="Ø"/>
            </a:pP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IO</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设备速度比ＣＰＵ和存储器</a:t>
            </a:r>
            <a:r>
              <a:rPr lang="zh-CN" altLang="en-US" sz="5400" b="1" dirty="0">
                <a:solidFill>
                  <a:srgbClr val="FF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慢</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很多</a:t>
            </a:r>
          </a:p>
          <a:p>
            <a:endPar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169480" y="97011"/>
            <a:ext cx="6109252" cy="92202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输入输出系统</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p:cNvSpPr txBox="1"/>
          <p:nvPr/>
        </p:nvSpPr>
        <p:spPr>
          <a:xfrm>
            <a:off x="147804" y="1189069"/>
            <a:ext cx="11874716" cy="922020"/>
          </a:xfrm>
          <a:prstGeom prst="rect">
            <a:avLst/>
          </a:prstGeom>
          <a:noFill/>
        </p:spPr>
        <p:txBody>
          <a:bodyPr wrap="square" rtlCol="0">
            <a:spAutoFit/>
          </a:bodyPr>
          <a:lstStyle/>
          <a:p>
            <a:pPr marL="685800" indent="-685800" algn="just">
              <a:buFont typeface="Wingdings" panose="05000000000000000000" pitchFamily="2" charset="2"/>
              <a:buChar char="Ø"/>
            </a:pP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IO</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设备</a:t>
            </a:r>
            <a:r>
              <a:rPr lang="zh-CN" altLang="en-US" sz="5400" b="1" dirty="0">
                <a:solidFill>
                  <a:srgbClr val="FF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慢</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CPU</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和存储器</a:t>
            </a:r>
            <a:r>
              <a:rPr lang="zh-CN" altLang="en-US" sz="5400" b="1" dirty="0">
                <a:solidFill>
                  <a:srgbClr val="FF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快</a:t>
            </a:r>
          </a:p>
        </p:txBody>
      </p:sp>
      <p:pic>
        <p:nvPicPr>
          <p:cNvPr id="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005" y="2367915"/>
            <a:ext cx="11582400" cy="4231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左右箭头 2"/>
          <p:cNvSpPr/>
          <p:nvPr/>
        </p:nvSpPr>
        <p:spPr>
          <a:xfrm>
            <a:off x="4013835" y="1428750"/>
            <a:ext cx="802005" cy="443230"/>
          </a:xfrm>
          <a:prstGeom prst="leftRightArrow">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十字星 3"/>
          <p:cNvSpPr/>
          <p:nvPr/>
        </p:nvSpPr>
        <p:spPr>
          <a:xfrm>
            <a:off x="6278880" y="2606675"/>
            <a:ext cx="580390" cy="869950"/>
          </a:xfrm>
          <a:prstGeom prst="star4">
            <a:avLst/>
          </a:prstGeom>
          <a:solidFill>
            <a:srgbClr val="FFFF00"/>
          </a:solidFill>
          <a:effectLst>
            <a:glow rad="1397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十字星 4"/>
          <p:cNvSpPr/>
          <p:nvPr/>
        </p:nvSpPr>
        <p:spPr>
          <a:xfrm>
            <a:off x="9340215" y="3476625"/>
            <a:ext cx="580390" cy="869950"/>
          </a:xfrm>
          <a:prstGeom prst="star4">
            <a:avLst/>
          </a:prstGeom>
          <a:solidFill>
            <a:srgbClr val="FFFF00"/>
          </a:solidFill>
          <a:effectLst>
            <a:glow rad="1397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169545" y="97155"/>
            <a:ext cx="8565515" cy="92202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输入输出信息传输方式</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p:cNvSpPr txBox="1"/>
          <p:nvPr/>
        </p:nvSpPr>
        <p:spPr>
          <a:xfrm>
            <a:off x="1440815" y="3079750"/>
            <a:ext cx="2602230" cy="922020"/>
          </a:xfrm>
          <a:prstGeom prst="rect">
            <a:avLst/>
          </a:prstGeom>
          <a:noFill/>
          <a:ln w="28575">
            <a:solidFill>
              <a:srgbClr val="843C0C"/>
            </a:solidFill>
          </a:ln>
          <a:effectLst>
            <a:glow rad="228600">
              <a:schemeClr val="accent4">
                <a:satMod val="175000"/>
                <a:alpha val="40000"/>
              </a:schemeClr>
            </a:glow>
          </a:effectLst>
        </p:spPr>
        <p:txBody>
          <a:bodyPr wrap="square" rtlCol="0">
            <a:spAutoFit/>
          </a:bodyPr>
          <a:lstStyle/>
          <a:p>
            <a:pPr indent="0" algn="just">
              <a:buFont typeface="Wingdings" panose="05000000000000000000" pitchFamily="2" charset="2"/>
              <a:buNone/>
            </a:pPr>
            <a:r>
              <a:rPr lang="en-US" altLang="zh-CN"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I/O</a:t>
            </a:r>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设备</a:t>
            </a:r>
          </a:p>
        </p:txBody>
      </p:sp>
      <p:sp>
        <p:nvSpPr>
          <p:cNvPr id="3" name="文本框 2"/>
          <p:cNvSpPr txBox="1"/>
          <p:nvPr/>
        </p:nvSpPr>
        <p:spPr>
          <a:xfrm>
            <a:off x="6809740" y="4845050"/>
            <a:ext cx="1368425" cy="922020"/>
          </a:xfrm>
          <a:prstGeom prst="rect">
            <a:avLst/>
          </a:prstGeom>
          <a:noFill/>
          <a:ln w="28575">
            <a:solidFill>
              <a:srgbClr val="843C0C"/>
            </a:solidFill>
          </a:ln>
          <a:effectLst>
            <a:glow rad="228600">
              <a:schemeClr val="accent4">
                <a:satMod val="175000"/>
                <a:alpha val="40000"/>
              </a:schemeClr>
            </a:glow>
          </a:effectLst>
        </p:spPr>
        <p:txBody>
          <a:bodyPr wrap="square" rtlCol="0">
            <a:spAutoFit/>
          </a:bodyPr>
          <a:lstStyle/>
          <a:p>
            <a:pPr lvl="0" algn="just">
              <a:buClrTx/>
              <a:buSzTx/>
              <a:buFont typeface="Wingdings" panose="05000000000000000000" pitchFamily="2" charset="2"/>
            </a:pPr>
            <a:r>
              <a:rPr lang="en-US" altLang="zh-CN"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sym typeface="+mn-ea"/>
              </a:rPr>
              <a:t>CPU</a:t>
            </a:r>
          </a:p>
        </p:txBody>
      </p:sp>
      <p:sp>
        <p:nvSpPr>
          <p:cNvPr id="4" name="文本框 3"/>
          <p:cNvSpPr txBox="1"/>
          <p:nvPr/>
        </p:nvSpPr>
        <p:spPr>
          <a:xfrm>
            <a:off x="6704965" y="1994535"/>
            <a:ext cx="1577340" cy="922020"/>
          </a:xfrm>
          <a:prstGeom prst="rect">
            <a:avLst/>
          </a:prstGeom>
          <a:noFill/>
          <a:ln w="28575">
            <a:solidFill>
              <a:srgbClr val="843C0C"/>
            </a:solidFill>
          </a:ln>
          <a:effectLst>
            <a:glow rad="228600">
              <a:schemeClr val="accent4">
                <a:satMod val="175000"/>
                <a:alpha val="40000"/>
              </a:schemeClr>
            </a:glow>
          </a:effectLst>
        </p:spPr>
        <p:txBody>
          <a:bodyPr wrap="square" rtlCol="0">
            <a:spAutoFit/>
          </a:bodyPr>
          <a:lstStyle/>
          <a:p>
            <a:pPr indent="0" algn="just">
              <a:buFont typeface="Wingdings" panose="05000000000000000000" pitchFamily="2" charset="2"/>
              <a:buNone/>
            </a:pPr>
            <a:r>
              <a:rPr lang="zh-CN"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内存</a:t>
            </a:r>
          </a:p>
        </p:txBody>
      </p:sp>
      <p:sp>
        <p:nvSpPr>
          <p:cNvPr id="5" name="左右箭头 4"/>
          <p:cNvSpPr/>
          <p:nvPr/>
        </p:nvSpPr>
        <p:spPr>
          <a:xfrm rot="19800000">
            <a:off x="4361180" y="2693035"/>
            <a:ext cx="2139315" cy="375285"/>
          </a:xfrm>
          <a:prstGeom prst="leftRightArrow">
            <a:avLst/>
          </a:prstGeom>
          <a:solidFill>
            <a:srgbClr val="843C0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左右箭头 5"/>
          <p:cNvSpPr/>
          <p:nvPr/>
        </p:nvSpPr>
        <p:spPr>
          <a:xfrm rot="1800000">
            <a:off x="4361180" y="4265295"/>
            <a:ext cx="2139315" cy="375285"/>
          </a:xfrm>
          <a:prstGeom prst="leftRightArrow">
            <a:avLst/>
          </a:prstGeom>
          <a:solidFill>
            <a:srgbClr val="843C0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317240" y="4921885"/>
            <a:ext cx="2989580" cy="768350"/>
          </a:xfrm>
          <a:prstGeom prst="rect">
            <a:avLst/>
          </a:prstGeom>
          <a:noFill/>
        </p:spPr>
        <p:txBody>
          <a:bodyPr wrap="none" rtlCol="0" anchor="t">
            <a:spAutoFit/>
          </a:bodyPr>
          <a:lstStyle/>
          <a:p>
            <a:r>
              <a:rPr lang="zh-CN" altLang="en-US"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sym typeface="+mn-ea"/>
              </a:rPr>
              <a:t>控制和管理</a:t>
            </a:r>
          </a:p>
        </p:txBody>
      </p:sp>
      <p:sp>
        <p:nvSpPr>
          <p:cNvPr id="10" name="文本框 9"/>
          <p:cNvSpPr txBox="1"/>
          <p:nvPr/>
        </p:nvSpPr>
        <p:spPr>
          <a:xfrm>
            <a:off x="3675380" y="1718945"/>
            <a:ext cx="2631440" cy="829945"/>
          </a:xfrm>
          <a:prstGeom prst="rect">
            <a:avLst/>
          </a:prstGeom>
          <a:noFill/>
        </p:spPr>
        <p:txBody>
          <a:bodyPr wrap="none" rtlCol="0" anchor="t">
            <a:spAutoFit/>
          </a:bodyPr>
          <a:lstStyle/>
          <a:p>
            <a:r>
              <a:rPr lang="zh-CN" altLang="en-US" sz="48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sym typeface="+mn-ea"/>
              </a:rPr>
              <a:t>数据传输</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169545" y="97155"/>
            <a:ext cx="8565515" cy="92202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输入输出信息传输方式</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p:cNvSpPr txBox="1"/>
          <p:nvPr/>
        </p:nvSpPr>
        <p:spPr>
          <a:xfrm>
            <a:off x="169545" y="1019175"/>
            <a:ext cx="11813540" cy="3415030"/>
          </a:xfrm>
          <a:prstGeom prst="rect">
            <a:avLst/>
          </a:prstGeom>
          <a:noFill/>
        </p:spPr>
        <p:txBody>
          <a:bodyPr wrap="square" rtlCol="0">
            <a:spAutoFit/>
          </a:bodyPr>
          <a:lstStyle/>
          <a:p>
            <a:pPr marL="685800" indent="-685800" algn="just">
              <a:buFont typeface="Wingdings" panose="05000000000000000000" pitchFamily="2" charset="2"/>
              <a:buChar char="Ø"/>
            </a:pPr>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程序中断方式</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：基于中断信号的传输，外围设备请求ＣＰＵ中断，适用随机服务，需立即执行，服务开销大</a:t>
            </a:r>
          </a:p>
        </p:txBody>
      </p:sp>
      <p:sp>
        <p:nvSpPr>
          <p:cNvPr id="2" name="文本框 1"/>
          <p:cNvSpPr txBox="1"/>
          <p:nvPr/>
        </p:nvSpPr>
        <p:spPr>
          <a:xfrm>
            <a:off x="0" y="4130675"/>
            <a:ext cx="11813540" cy="2584450"/>
          </a:xfrm>
          <a:prstGeom prst="rect">
            <a:avLst/>
          </a:prstGeom>
          <a:noFill/>
        </p:spPr>
        <p:txBody>
          <a:bodyPr wrap="square" rtlCol="0">
            <a:spAutoFit/>
          </a:bodyPr>
          <a:lstStyle/>
          <a:p>
            <a:pPr marL="685800" indent="-685800" algn="just">
              <a:buFont typeface="Wingdings" panose="05000000000000000000" pitchFamily="2" charset="2"/>
              <a:buChar char="Ø"/>
            </a:pPr>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直接内存访问方式</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：ＤＭＡ方式，硬件控制实现数据传输，高速ＣＰＵ参与较少，无需中断请求</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1"/>
          <p:cNvPicPr>
            <a:picLocks noChangeAspect="1"/>
          </p:cNvPicPr>
          <p:nvPr>
            <p:custDataLst>
              <p:tags r:id="rId1"/>
            </p:custDataLst>
          </p:nvPr>
        </p:nvPicPr>
        <p:blipFill>
          <a:blip r:embed="rId3"/>
          <a:srcRect l="31264" t="48015" r="25163" b="24905"/>
          <a:stretch>
            <a:fillRect/>
          </a:stretch>
        </p:blipFill>
        <p:spPr>
          <a:xfrm>
            <a:off x="1311275" y="0"/>
            <a:ext cx="10168890" cy="4740910"/>
          </a:xfrm>
          <a:prstGeom prst="rect">
            <a:avLst/>
          </a:prstGeom>
          <a:noFill/>
          <a:ln>
            <a:noFill/>
          </a:ln>
        </p:spPr>
      </p:pic>
      <p:sp>
        <p:nvSpPr>
          <p:cNvPr id="8" name="文本框 7"/>
          <p:cNvSpPr txBox="1"/>
          <p:nvPr/>
        </p:nvSpPr>
        <p:spPr>
          <a:xfrm>
            <a:off x="189230" y="4740275"/>
            <a:ext cx="11813540" cy="1753235"/>
          </a:xfrm>
          <a:prstGeom prst="rect">
            <a:avLst/>
          </a:prstGeom>
          <a:noFill/>
        </p:spPr>
        <p:txBody>
          <a:bodyPr wrap="square" rtlCol="0">
            <a:spAutoFit/>
          </a:bodyPr>
          <a:lstStyle/>
          <a:p>
            <a:pPr marL="685800" indent="-685800" algn="just">
              <a:buFont typeface="Wingdings" panose="05000000000000000000" pitchFamily="2" charset="2"/>
              <a:buChar char="Ø"/>
            </a:pPr>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通道方式</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sym typeface="+mn-ea"/>
              </a:rPr>
              <a:t>通道处理器，</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代替</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CPU</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管理外围设备及其数据传输</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169545" y="97155"/>
            <a:ext cx="8565515" cy="92202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输入输出信息传输方式</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p:cNvSpPr txBox="1"/>
          <p:nvPr/>
        </p:nvSpPr>
        <p:spPr>
          <a:xfrm>
            <a:off x="169545" y="1367155"/>
            <a:ext cx="11813540" cy="2584450"/>
          </a:xfrm>
          <a:prstGeom prst="rect">
            <a:avLst/>
          </a:prstGeom>
          <a:noFill/>
        </p:spPr>
        <p:txBody>
          <a:bodyPr wrap="square" rtlCol="0">
            <a:spAutoFit/>
          </a:bodyPr>
          <a:lstStyle/>
          <a:p>
            <a:pPr marL="685800" indent="-685800" algn="just">
              <a:buFont typeface="Wingdings" panose="05000000000000000000" pitchFamily="2" charset="2"/>
              <a:buChar char="Ø"/>
            </a:pPr>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通道方式</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：通道是特殊处理器，代替</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CPU</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管理外围设备及其数据传输，即通道处理器</a:t>
            </a:r>
          </a:p>
        </p:txBody>
      </p:sp>
      <p:sp>
        <p:nvSpPr>
          <p:cNvPr id="2" name="文本框 1"/>
          <p:cNvSpPr txBox="1"/>
          <p:nvPr/>
        </p:nvSpPr>
        <p:spPr>
          <a:xfrm>
            <a:off x="0" y="4130675"/>
            <a:ext cx="11813540" cy="2584450"/>
          </a:xfrm>
          <a:prstGeom prst="rect">
            <a:avLst/>
          </a:prstGeom>
          <a:noFill/>
        </p:spPr>
        <p:txBody>
          <a:bodyPr wrap="square" rtlCol="0">
            <a:spAutoFit/>
          </a:bodyPr>
          <a:lstStyle/>
          <a:p>
            <a:pPr indent="0" algn="just">
              <a:buFont typeface="Wingdings" panose="05000000000000000000" pitchFamily="2" charset="2"/>
              <a:buNone/>
            </a:pP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1</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个</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DMA</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控制器对应</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个设备和内存传输，通道可以管理多台设备与内存传输</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57015-3765-5BC0-02D7-143751E6CEA6}"/>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3F23E9FD-795E-DC6E-5D80-F284CDDC92D7}"/>
              </a:ext>
            </a:extLst>
          </p:cNvPr>
          <p:cNvSpPr txBox="1"/>
          <p:nvPr/>
        </p:nvSpPr>
        <p:spPr>
          <a:xfrm>
            <a:off x="169480" y="97011"/>
            <a:ext cx="6109252" cy="92202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总线系统</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FDE5CB08-98AF-498D-EF0D-B3F7950E75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a:extLst>
              <a:ext uri="{FF2B5EF4-FFF2-40B4-BE49-F238E27FC236}">
                <a16:creationId xmlns:a16="http://schemas.microsoft.com/office/drawing/2014/main" id="{E6750B6D-F261-20B2-15F5-79C56A05F7F2}"/>
              </a:ext>
            </a:extLst>
          </p:cNvPr>
          <p:cNvSpPr txBox="1"/>
          <p:nvPr/>
        </p:nvSpPr>
        <p:spPr>
          <a:xfrm>
            <a:off x="-25300" y="1116552"/>
            <a:ext cx="12491620" cy="5909310"/>
          </a:xfrm>
          <a:prstGeom prst="rect">
            <a:avLst/>
          </a:prstGeom>
          <a:noFill/>
        </p:spPr>
        <p:txBody>
          <a:bodyPr wrap="square" rtlCol="0">
            <a:spAutoFit/>
          </a:bodyPr>
          <a:lstStyle/>
          <a:p>
            <a:pPr marL="685800" indent="-685800">
              <a:buFont typeface="Wingdings" panose="05000000000000000000" pitchFamily="2" charset="2"/>
              <a:buChar char="Ø"/>
            </a:pPr>
            <a:r>
              <a:rPr lang="zh-CN" altLang="en-US" sz="54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总线</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：连接两个或多个设备的信息传输线，是各部件共享信息的媒介</a:t>
            </a:r>
            <a:endPar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总线由许多传输线或通路组成，每条线可传输一位二进制代码</a:t>
            </a:r>
            <a:endPar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总线连接有效减少连接的复杂性，和电路使用空间，使系统能够实现小型化、微型化设计</a:t>
            </a:r>
          </a:p>
        </p:txBody>
      </p:sp>
    </p:spTree>
    <p:extLst>
      <p:ext uri="{BB962C8B-B14F-4D97-AF65-F5344CB8AC3E}">
        <p14:creationId xmlns:p14="http://schemas.microsoft.com/office/powerpoint/2010/main" val="232357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AC64F-6785-D257-D5ED-4367AA954D9F}"/>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42DE5429-6220-AF11-7CFA-D936B8A68D2F}"/>
              </a:ext>
            </a:extLst>
          </p:cNvPr>
          <p:cNvSpPr txBox="1"/>
          <p:nvPr/>
        </p:nvSpPr>
        <p:spPr>
          <a:xfrm>
            <a:off x="169480" y="0"/>
            <a:ext cx="6109252" cy="92202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总线系统指标</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14775458-4DDF-DC9B-5FF1-F8E3275D8C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a:extLst>
              <a:ext uri="{FF2B5EF4-FFF2-40B4-BE49-F238E27FC236}">
                <a16:creationId xmlns:a16="http://schemas.microsoft.com/office/drawing/2014/main" id="{8D8D87D4-0471-0A6E-7FAF-A5405C931744}"/>
              </a:ext>
            </a:extLst>
          </p:cNvPr>
          <p:cNvSpPr txBox="1"/>
          <p:nvPr/>
        </p:nvSpPr>
        <p:spPr>
          <a:xfrm>
            <a:off x="-25300" y="1116552"/>
            <a:ext cx="12491620" cy="5078313"/>
          </a:xfrm>
          <a:prstGeom prst="rect">
            <a:avLst/>
          </a:prstGeom>
          <a:noFill/>
        </p:spPr>
        <p:txBody>
          <a:bodyPr wrap="square" rtlCol="0">
            <a:spAutoFit/>
          </a:bodyPr>
          <a:lstStyle/>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总线带宽：总线的最高传输速率，单位为兆字节每秒</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MB/s</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p>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总线宽度：总线内设置的用于传输数据的信号线的数目，单位为二进制位，如</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8 </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位、</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16 </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位、</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32 </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位、</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64 </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位总线等</a:t>
            </a:r>
            <a:endPar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总线时钟频率和负载能力。</a:t>
            </a:r>
          </a:p>
        </p:txBody>
      </p:sp>
    </p:spTree>
    <p:extLst>
      <p:ext uri="{BB962C8B-B14F-4D97-AF65-F5344CB8AC3E}">
        <p14:creationId xmlns:p14="http://schemas.microsoft.com/office/powerpoint/2010/main" val="17776308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F6FA8-539E-D121-45E1-7BD009898D5F}"/>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D6B3CCAE-F473-6F0A-FF4A-C1BBAC1DE491}"/>
              </a:ext>
            </a:extLst>
          </p:cNvPr>
          <p:cNvSpPr txBox="1"/>
          <p:nvPr/>
        </p:nvSpPr>
        <p:spPr>
          <a:xfrm>
            <a:off x="169480" y="0"/>
            <a:ext cx="6109252" cy="92202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总线系统分类</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790A7595-1179-D02B-7A45-697F1F0D98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a:extLst>
              <a:ext uri="{FF2B5EF4-FFF2-40B4-BE49-F238E27FC236}">
                <a16:creationId xmlns:a16="http://schemas.microsoft.com/office/drawing/2014/main" id="{D06AA839-2D8F-07F4-7ACE-5B04EF6C6D51}"/>
              </a:ext>
            </a:extLst>
          </p:cNvPr>
          <p:cNvSpPr txBox="1"/>
          <p:nvPr/>
        </p:nvSpPr>
        <p:spPr>
          <a:xfrm>
            <a:off x="-25300" y="1116552"/>
            <a:ext cx="12491620" cy="5078313"/>
          </a:xfrm>
          <a:prstGeom prst="rect">
            <a:avLst/>
          </a:prstGeom>
          <a:noFill/>
        </p:spPr>
        <p:txBody>
          <a:bodyPr wrap="square" rtlCol="0">
            <a:spAutoFit/>
          </a:bodyPr>
          <a:lstStyle/>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按照总线连接部件性质分：内部总线和外部总线</a:t>
            </a:r>
            <a:endPar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内部总线：部件间传输信息的总线，如数据总线，地址总线和控制总线</a:t>
            </a:r>
            <a:endPar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外部总线：计算机与外部设备间的互联，如</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PCI</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总线和</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ISA</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总线</a:t>
            </a:r>
          </a:p>
        </p:txBody>
      </p:sp>
    </p:spTree>
    <p:extLst>
      <p:ext uri="{BB962C8B-B14F-4D97-AF65-F5344CB8AC3E}">
        <p14:creationId xmlns:p14="http://schemas.microsoft.com/office/powerpoint/2010/main" val="16989118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442255-B1C7-D966-4F6B-8264677A66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360" y="0"/>
            <a:ext cx="9707880" cy="6824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0806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632A7B4D-22A6-623E-9209-EF5DE1275803}"/>
              </a:ext>
            </a:extLst>
          </p:cNvPr>
          <p:cNvSpPr txBox="1"/>
          <p:nvPr/>
        </p:nvSpPr>
        <p:spPr>
          <a:xfrm>
            <a:off x="169480" y="0"/>
            <a:ext cx="6109252" cy="922020"/>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defRPr/>
            </a:pPr>
            <a:r>
              <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3.2 </a:t>
            </a: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软件系统</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sp>
        <p:nvSpPr>
          <p:cNvPr id="10" name="文本框 9">
            <a:extLst>
              <a:ext uri="{FF2B5EF4-FFF2-40B4-BE49-F238E27FC236}">
                <a16:creationId xmlns:a16="http://schemas.microsoft.com/office/drawing/2014/main" id="{E39FAF3B-2536-CFD3-C6B2-257F7803659D}"/>
              </a:ext>
            </a:extLst>
          </p:cNvPr>
          <p:cNvSpPr txBox="1"/>
          <p:nvPr/>
        </p:nvSpPr>
        <p:spPr>
          <a:xfrm>
            <a:off x="753761" y="1227839"/>
            <a:ext cx="8620232" cy="3785652"/>
          </a:xfrm>
          <a:prstGeom prst="rect">
            <a:avLst/>
          </a:prstGeom>
          <a:noFill/>
        </p:spPr>
        <p:txBody>
          <a:bodyPr wrap="square">
            <a:spAutoFit/>
          </a:bodyPr>
          <a:lstStyle/>
          <a:p>
            <a:pPr marL="685800" indent="-685800">
              <a:buFont typeface="Wingdings" panose="05000000000000000000" pitchFamily="2" charset="2"/>
              <a:buChar char="l"/>
            </a:pPr>
            <a:r>
              <a:rPr lang="zh-CN" altLang="en-US" sz="6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软件系统</a:t>
            </a:r>
          </a:p>
          <a:p>
            <a:pPr marL="685800" indent="-685800">
              <a:buFont typeface="Wingdings" panose="05000000000000000000" pitchFamily="2" charset="2"/>
              <a:buChar char="l"/>
            </a:pPr>
            <a:r>
              <a:rPr lang="zh-CN" altLang="en-US" sz="6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指令、程序和软件</a:t>
            </a:r>
          </a:p>
          <a:p>
            <a:pPr marL="685800" indent="-685800">
              <a:buFont typeface="Wingdings" panose="05000000000000000000" pitchFamily="2" charset="2"/>
              <a:buChar char="l"/>
            </a:pPr>
            <a:r>
              <a:rPr lang="zh-CN" altLang="en-US" sz="6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计算机语言</a:t>
            </a:r>
          </a:p>
          <a:p>
            <a:pPr marL="685800" indent="-685800">
              <a:buFont typeface="Wingdings" panose="05000000000000000000" pitchFamily="2" charset="2"/>
              <a:buChar char="l"/>
            </a:pPr>
            <a:r>
              <a:rPr lang="zh-CN" altLang="en-US" sz="6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语言处理程序</a:t>
            </a:r>
          </a:p>
        </p:txBody>
      </p:sp>
    </p:spTree>
    <p:extLst>
      <p:ext uri="{BB962C8B-B14F-4D97-AF65-F5344CB8AC3E}">
        <p14:creationId xmlns:p14="http://schemas.microsoft.com/office/powerpoint/2010/main" val="6535506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9D047-F4D3-8BBF-1967-BF42E820A975}"/>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C98A6B60-BAD7-5E0A-0402-6C57CDE3B421}"/>
              </a:ext>
            </a:extLst>
          </p:cNvPr>
          <p:cNvSpPr txBox="1"/>
          <p:nvPr/>
        </p:nvSpPr>
        <p:spPr>
          <a:xfrm>
            <a:off x="169480" y="0"/>
            <a:ext cx="6109252" cy="922020"/>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defRPr/>
            </a:pPr>
            <a:r>
              <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3.2 </a:t>
            </a: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软件系统</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51DCDD4F-6554-5273-2679-920D9B8F3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a:extLst>
              <a:ext uri="{FF2B5EF4-FFF2-40B4-BE49-F238E27FC236}">
                <a16:creationId xmlns:a16="http://schemas.microsoft.com/office/drawing/2014/main" id="{FE66EF30-5F54-FBEF-B4F6-7D5E095AE216}"/>
              </a:ext>
            </a:extLst>
          </p:cNvPr>
          <p:cNvSpPr txBox="1"/>
          <p:nvPr/>
        </p:nvSpPr>
        <p:spPr>
          <a:xfrm>
            <a:off x="0" y="1095138"/>
            <a:ext cx="7599992" cy="4247317"/>
          </a:xfrm>
          <a:prstGeom prst="rect">
            <a:avLst/>
          </a:prstGeom>
          <a:noFill/>
        </p:spPr>
        <p:txBody>
          <a:bodyPr wrap="square" rtlCol="0">
            <a:spAutoFit/>
          </a:bodyPr>
          <a:lstStyle/>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软件是计算机灵魂</a:t>
            </a:r>
            <a:endPar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软件分为：系统软件和应用软件</a:t>
            </a:r>
            <a:endPar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应用软件须在系统软件支持下才能运行</a:t>
            </a:r>
          </a:p>
        </p:txBody>
      </p:sp>
      <p:grpSp>
        <p:nvGrpSpPr>
          <p:cNvPr id="11" name="组合 10">
            <a:extLst>
              <a:ext uri="{FF2B5EF4-FFF2-40B4-BE49-F238E27FC236}">
                <a16:creationId xmlns:a16="http://schemas.microsoft.com/office/drawing/2014/main" id="{E570B627-8B59-DB72-3747-651272AFD003}"/>
              </a:ext>
            </a:extLst>
          </p:cNvPr>
          <p:cNvGrpSpPr/>
          <p:nvPr/>
        </p:nvGrpSpPr>
        <p:grpSpPr>
          <a:xfrm>
            <a:off x="6554143" y="0"/>
            <a:ext cx="6571104" cy="4762805"/>
            <a:chOff x="4355976" y="1015663"/>
            <a:chExt cx="6571104" cy="4762805"/>
          </a:xfrm>
        </p:grpSpPr>
        <p:graphicFrame>
          <p:nvGraphicFramePr>
            <p:cNvPr id="3" name="图示 2">
              <a:extLst>
                <a:ext uri="{FF2B5EF4-FFF2-40B4-BE49-F238E27FC236}">
                  <a16:creationId xmlns:a16="http://schemas.microsoft.com/office/drawing/2014/main" id="{B66D702F-2660-818B-43E6-9D01A5B14B87}"/>
                </a:ext>
              </a:extLst>
            </p:cNvPr>
            <p:cNvGraphicFramePr/>
            <p:nvPr>
              <p:extLst>
                <p:ext uri="{D42A27DB-BD31-4B8C-83A1-F6EECF244321}">
                  <p14:modId xmlns:p14="http://schemas.microsoft.com/office/powerpoint/2010/main" val="773250534"/>
                </p:ext>
              </p:extLst>
            </p:nvPr>
          </p:nvGraphicFramePr>
          <p:xfrm>
            <a:off x="4355976" y="1015663"/>
            <a:ext cx="6571104" cy="47628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文本框 4">
              <a:extLst>
                <a:ext uri="{FF2B5EF4-FFF2-40B4-BE49-F238E27FC236}">
                  <a16:creationId xmlns:a16="http://schemas.microsoft.com/office/drawing/2014/main" id="{DB6F66D3-B28A-F61F-B68F-A81AE6CCA803}"/>
                </a:ext>
              </a:extLst>
            </p:cNvPr>
            <p:cNvSpPr txBox="1"/>
            <p:nvPr/>
          </p:nvSpPr>
          <p:spPr>
            <a:xfrm>
              <a:off x="7034631" y="4464176"/>
              <a:ext cx="1213794" cy="707886"/>
            </a:xfrm>
            <a:prstGeom prst="rect">
              <a:avLst/>
            </a:prstGeom>
            <a:noFill/>
          </p:spPr>
          <p:txBody>
            <a:bodyPr wrap="none" rtlCol="0">
              <a:spAutoFit/>
            </a:bodyPr>
            <a:lstStyle/>
            <a:p>
              <a:r>
                <a:rPr lang="zh-CN" altLang="en-US" sz="4000" b="1" dirty="0">
                  <a:effectLst>
                    <a:glow rad="127000">
                      <a:srgbClr val="FFFF00"/>
                    </a:glow>
                    <a:outerShdw blurRad="38100" dist="38100" dir="2700000" algn="tl">
                      <a:srgbClr val="000000">
                        <a:alpha val="43137"/>
                      </a:srgbClr>
                    </a:outerShdw>
                  </a:effectLst>
                  <a:latin typeface="幼圆" panose="02010509060101010101" pitchFamily="49" charset="-122"/>
                  <a:ea typeface="幼圆" panose="02010509060101010101" pitchFamily="49" charset="-122"/>
                </a:rPr>
                <a:t>硬件</a:t>
              </a:r>
            </a:p>
          </p:txBody>
        </p:sp>
        <p:sp>
          <p:nvSpPr>
            <p:cNvPr id="6" name="文本框 5">
              <a:extLst>
                <a:ext uri="{FF2B5EF4-FFF2-40B4-BE49-F238E27FC236}">
                  <a16:creationId xmlns:a16="http://schemas.microsoft.com/office/drawing/2014/main" id="{9F95F7B7-A34F-3734-2FAC-3C057121BB01}"/>
                </a:ext>
              </a:extLst>
            </p:cNvPr>
            <p:cNvSpPr txBox="1"/>
            <p:nvPr/>
          </p:nvSpPr>
          <p:spPr>
            <a:xfrm>
              <a:off x="6520067" y="3149884"/>
              <a:ext cx="2242922" cy="707886"/>
            </a:xfrm>
            <a:prstGeom prst="rect">
              <a:avLst/>
            </a:prstGeom>
            <a:noFill/>
          </p:spPr>
          <p:txBody>
            <a:bodyPr wrap="none" rtlCol="0">
              <a:spAutoFit/>
            </a:bodyPr>
            <a:lstStyle/>
            <a:p>
              <a:r>
                <a:rPr lang="zh-CN" altLang="en-US" sz="4000" b="1" dirty="0">
                  <a:effectLst>
                    <a:glow rad="127000">
                      <a:srgbClr val="FFFF00"/>
                    </a:glow>
                    <a:outerShdw blurRad="38100" dist="38100" dir="2700000" algn="tl">
                      <a:srgbClr val="000000">
                        <a:alpha val="43137"/>
                      </a:srgbClr>
                    </a:outerShdw>
                  </a:effectLst>
                  <a:latin typeface="幼圆" panose="02010509060101010101" pitchFamily="49" charset="-122"/>
                  <a:ea typeface="幼圆" panose="02010509060101010101" pitchFamily="49" charset="-122"/>
                </a:rPr>
                <a:t>系统软件</a:t>
              </a:r>
            </a:p>
          </p:txBody>
        </p:sp>
        <p:sp>
          <p:nvSpPr>
            <p:cNvPr id="7" name="文本框 6">
              <a:extLst>
                <a:ext uri="{FF2B5EF4-FFF2-40B4-BE49-F238E27FC236}">
                  <a16:creationId xmlns:a16="http://schemas.microsoft.com/office/drawing/2014/main" id="{3EA8E237-CDDE-E7B9-F9EE-A473DDF71A09}"/>
                </a:ext>
              </a:extLst>
            </p:cNvPr>
            <p:cNvSpPr txBox="1"/>
            <p:nvPr/>
          </p:nvSpPr>
          <p:spPr>
            <a:xfrm>
              <a:off x="6520067" y="2133525"/>
              <a:ext cx="2242922" cy="707886"/>
            </a:xfrm>
            <a:prstGeom prst="rect">
              <a:avLst/>
            </a:prstGeom>
            <a:noFill/>
          </p:spPr>
          <p:txBody>
            <a:bodyPr wrap="none" rtlCol="0">
              <a:spAutoFit/>
            </a:bodyPr>
            <a:lstStyle/>
            <a:p>
              <a:r>
                <a:rPr lang="zh-CN" altLang="en-US" sz="4000" b="1" dirty="0">
                  <a:effectLst>
                    <a:glow rad="127000">
                      <a:srgbClr val="FFFF00"/>
                    </a:glow>
                    <a:outerShdw blurRad="38100" dist="38100" dir="2700000" algn="tl">
                      <a:srgbClr val="000000">
                        <a:alpha val="43137"/>
                      </a:srgbClr>
                    </a:outerShdw>
                  </a:effectLst>
                  <a:latin typeface="幼圆" panose="02010509060101010101" pitchFamily="49" charset="-122"/>
                  <a:ea typeface="幼圆" panose="02010509060101010101" pitchFamily="49" charset="-122"/>
                </a:rPr>
                <a:t>应用软件</a:t>
              </a:r>
            </a:p>
          </p:txBody>
        </p:sp>
        <p:sp>
          <p:nvSpPr>
            <p:cNvPr id="10" name="文本框 9">
              <a:extLst>
                <a:ext uri="{FF2B5EF4-FFF2-40B4-BE49-F238E27FC236}">
                  <a16:creationId xmlns:a16="http://schemas.microsoft.com/office/drawing/2014/main" id="{F9550DDA-2894-5075-F770-3E2C51100F29}"/>
                </a:ext>
              </a:extLst>
            </p:cNvPr>
            <p:cNvSpPr txBox="1"/>
            <p:nvPr/>
          </p:nvSpPr>
          <p:spPr>
            <a:xfrm>
              <a:off x="7034631" y="1116552"/>
              <a:ext cx="1213794" cy="707886"/>
            </a:xfrm>
            <a:prstGeom prst="rect">
              <a:avLst/>
            </a:prstGeom>
            <a:noFill/>
          </p:spPr>
          <p:txBody>
            <a:bodyPr wrap="none" rtlCol="0">
              <a:spAutoFit/>
            </a:bodyPr>
            <a:lstStyle/>
            <a:p>
              <a:r>
                <a:rPr lang="zh-CN" altLang="en-US" sz="4000" b="1" dirty="0">
                  <a:effectLst>
                    <a:glow rad="127000">
                      <a:srgbClr val="FFFF00"/>
                    </a:glow>
                    <a:outerShdw blurRad="38100" dist="38100" dir="2700000" algn="tl">
                      <a:srgbClr val="000000">
                        <a:alpha val="43137"/>
                      </a:srgbClr>
                    </a:outerShdw>
                  </a:effectLst>
                  <a:latin typeface="幼圆" panose="02010509060101010101" pitchFamily="49" charset="-122"/>
                  <a:ea typeface="幼圆" panose="02010509060101010101" pitchFamily="49" charset="-122"/>
                </a:rPr>
                <a:t>用户</a:t>
              </a:r>
            </a:p>
          </p:txBody>
        </p:sp>
      </p:grpSp>
      <p:sp>
        <p:nvSpPr>
          <p:cNvPr id="14" name="文本框 13">
            <a:extLst>
              <a:ext uri="{FF2B5EF4-FFF2-40B4-BE49-F238E27FC236}">
                <a16:creationId xmlns:a16="http://schemas.microsoft.com/office/drawing/2014/main" id="{0AC9C373-1940-4EF7-0663-FC689861F8FB}"/>
              </a:ext>
            </a:extLst>
          </p:cNvPr>
          <p:cNvSpPr txBox="1"/>
          <p:nvPr/>
        </p:nvSpPr>
        <p:spPr>
          <a:xfrm>
            <a:off x="-60284" y="5140682"/>
            <a:ext cx="12252284" cy="2585323"/>
          </a:xfrm>
          <a:prstGeom prst="rect">
            <a:avLst/>
          </a:prstGeom>
          <a:noFill/>
        </p:spPr>
        <p:txBody>
          <a:bodyPr wrap="square">
            <a:spAutoFit/>
          </a:bodyPr>
          <a:lstStyle/>
          <a:p>
            <a:pPr marL="685800" marR="0" lvl="0" indent="-685800" algn="l"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无系统软件计算机无法运行</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有系统软件无应用软件</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计算机无法解决实际问题</a:t>
            </a:r>
            <a:r>
              <a:rPr kumimoji="0" lang="zh-CN" altLang="en-US" sz="2800" b="0" i="0" u="none" strike="noStrike" kern="1200" cap="none" spc="0" normalizeH="0" baseline="0" noProof="0" dirty="0">
                <a:ln>
                  <a:noFill/>
                </a:ln>
                <a:solidFill>
                  <a:prstClr val="black"/>
                </a:solidFill>
                <a:effectLst/>
                <a:uLnTx/>
                <a:uFillTx/>
                <a:latin typeface="Trebuchet MS"/>
                <a:ea typeface="方正姚体" panose="02010601030101010101" pitchFamily="2" charset="-122"/>
                <a:cs typeface="+mn-cs"/>
              </a:rPr>
              <a:t>。</a:t>
            </a:r>
          </a:p>
        </p:txBody>
      </p:sp>
    </p:spTree>
    <p:extLst>
      <p:ext uri="{BB962C8B-B14F-4D97-AF65-F5344CB8AC3E}">
        <p14:creationId xmlns:p14="http://schemas.microsoft.com/office/powerpoint/2010/main" val="11594518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示 3">
            <a:extLst>
              <a:ext uri="{FF2B5EF4-FFF2-40B4-BE49-F238E27FC236}">
                <a16:creationId xmlns:a16="http://schemas.microsoft.com/office/drawing/2014/main" id="{0F1A5BBA-40F9-8815-D284-A5AC498A3A6B}"/>
              </a:ext>
            </a:extLst>
          </p:cNvPr>
          <p:cNvGraphicFramePr/>
          <p:nvPr>
            <p:extLst>
              <p:ext uri="{D42A27DB-BD31-4B8C-83A1-F6EECF244321}">
                <p14:modId xmlns:p14="http://schemas.microsoft.com/office/powerpoint/2010/main" val="1520459825"/>
              </p:ext>
            </p:extLst>
          </p:nvPr>
        </p:nvGraphicFramePr>
        <p:xfrm>
          <a:off x="144088" y="447252"/>
          <a:ext cx="11903823" cy="55952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9822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CE744-A681-2187-D844-64DE8D747F8A}"/>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95C6792B-97A6-E1A0-DD8C-708B0D2961B1}"/>
              </a:ext>
            </a:extLst>
          </p:cNvPr>
          <p:cNvSpPr txBox="1"/>
          <p:nvPr/>
        </p:nvSpPr>
        <p:spPr>
          <a:xfrm>
            <a:off x="169480" y="0"/>
            <a:ext cx="6109252" cy="92202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软件系统</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B06D1500-5227-E330-626E-7273FC90E5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a:extLst>
              <a:ext uri="{FF2B5EF4-FFF2-40B4-BE49-F238E27FC236}">
                <a16:creationId xmlns:a16="http://schemas.microsoft.com/office/drawing/2014/main" id="{6CBB9B12-E847-0EC4-A064-991AEC4B1722}"/>
              </a:ext>
            </a:extLst>
          </p:cNvPr>
          <p:cNvSpPr txBox="1"/>
          <p:nvPr/>
        </p:nvSpPr>
        <p:spPr>
          <a:xfrm>
            <a:off x="-1" y="1095138"/>
            <a:ext cx="11540917" cy="5909310"/>
          </a:xfrm>
          <a:prstGeom prst="rect">
            <a:avLst/>
          </a:prstGeom>
          <a:noFill/>
        </p:spPr>
        <p:txBody>
          <a:bodyPr wrap="square" rtlCol="0">
            <a:spAutoFit/>
          </a:bodyPr>
          <a:lstStyle/>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系统软件</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是用户与计算机接口，为应用软件和用户提供控制访问硬件的手段</a:t>
            </a:r>
            <a:endPar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如操作系统，设备驱动程序，语言处理程序如编译器，数据库管理系统</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Oracle</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，系统诊断程序，查毒软件</a:t>
            </a:r>
          </a:p>
        </p:txBody>
      </p:sp>
    </p:spTree>
    <p:extLst>
      <p:ext uri="{BB962C8B-B14F-4D97-AF65-F5344CB8AC3E}">
        <p14:creationId xmlns:p14="http://schemas.microsoft.com/office/powerpoint/2010/main" val="3241649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07045-2C10-D9B4-E5BD-B4D6C8A224E8}"/>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C147794A-4D87-5A10-7C8D-ABAC04E46B77}"/>
              </a:ext>
            </a:extLst>
          </p:cNvPr>
          <p:cNvSpPr txBox="1"/>
          <p:nvPr/>
        </p:nvSpPr>
        <p:spPr>
          <a:xfrm>
            <a:off x="169480" y="0"/>
            <a:ext cx="6109252" cy="92202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软件系统</a:t>
            </a:r>
            <a:endParaRPr kumimoji="0" lang="en-US" altLang="zh-CN"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9E42E66F-5214-BBB6-19C4-CDE054C90C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a:extLst>
              <a:ext uri="{FF2B5EF4-FFF2-40B4-BE49-F238E27FC236}">
                <a16:creationId xmlns:a16="http://schemas.microsoft.com/office/drawing/2014/main" id="{F69130FB-6A46-63FA-E02E-B0D416B6FFB5}"/>
              </a:ext>
            </a:extLst>
          </p:cNvPr>
          <p:cNvSpPr txBox="1"/>
          <p:nvPr/>
        </p:nvSpPr>
        <p:spPr>
          <a:xfrm>
            <a:off x="-1" y="1095138"/>
            <a:ext cx="11540917" cy="4247317"/>
          </a:xfrm>
          <a:prstGeom prst="rect">
            <a:avLst/>
          </a:prstGeom>
          <a:noFill/>
        </p:spPr>
        <p:txBody>
          <a:bodyPr wrap="square" rtlCol="0">
            <a:spAutoFit/>
          </a:bodyPr>
          <a:lstStyle/>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应用软件</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是为了各类实际问题而设计的</a:t>
            </a:r>
            <a:endPar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如</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Office</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软件，音乐播放软件，程序集成开发环境如</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PyCharm</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en-US" altLang="zh-CN"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PS</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，下载工具迅雷，生活类应用淘宝</a:t>
            </a:r>
          </a:p>
        </p:txBody>
      </p:sp>
    </p:spTree>
    <p:extLst>
      <p:ext uri="{BB962C8B-B14F-4D97-AF65-F5344CB8AC3E}">
        <p14:creationId xmlns:p14="http://schemas.microsoft.com/office/powerpoint/2010/main" val="10003244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0672F-4266-8B7B-6923-0C5E440A3445}"/>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B6D389FC-B6F5-DF78-C4AF-6EA7F7F6B29B}"/>
              </a:ext>
            </a:extLst>
          </p:cNvPr>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指令、程序和软件</a:t>
            </a:r>
          </a:p>
        </p:txBody>
      </p:sp>
      <p:pic>
        <p:nvPicPr>
          <p:cNvPr id="9" name="Picture 2">
            <a:extLst>
              <a:ext uri="{FF2B5EF4-FFF2-40B4-BE49-F238E27FC236}">
                <a16:creationId xmlns:a16="http://schemas.microsoft.com/office/drawing/2014/main" id="{EA57CAF5-EA70-052D-8ADE-ED91607B8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a:extLst>
              <a:ext uri="{FF2B5EF4-FFF2-40B4-BE49-F238E27FC236}">
                <a16:creationId xmlns:a16="http://schemas.microsoft.com/office/drawing/2014/main" id="{1934CCC9-2A17-BB66-7A50-E549AACAD14F}"/>
              </a:ext>
            </a:extLst>
          </p:cNvPr>
          <p:cNvSpPr txBox="1"/>
          <p:nvPr/>
        </p:nvSpPr>
        <p:spPr>
          <a:xfrm>
            <a:off x="-1" y="1095138"/>
            <a:ext cx="12443255" cy="5078313"/>
          </a:xfrm>
          <a:prstGeom prst="rect">
            <a:avLst/>
          </a:prstGeom>
          <a:noFill/>
        </p:spPr>
        <p:txBody>
          <a:bodyPr wrap="square" rtlCol="0">
            <a:spAutoFit/>
          </a:bodyPr>
          <a:lstStyle/>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指令</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就是指挥机器工作的命令。</a:t>
            </a:r>
          </a:p>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程序</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由一系列指令组成，为解决某一问题而设计的有序指令集合，执行程序过程是计算机工作过程。</a:t>
            </a:r>
          </a:p>
          <a:p>
            <a:pPr marL="685800" indent="-685800">
              <a:buFont typeface="Wingdings" panose="05000000000000000000" pitchFamily="2" charset="2"/>
              <a:buChar char="Ø"/>
            </a:pPr>
            <a:r>
              <a:rPr lang="zh-CN" altLang="en-US" sz="5400" b="1" dirty="0">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计算机软件</a:t>
            </a:r>
            <a:r>
              <a:rPr lang="zh-CN" altLang="en-US" sz="5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指程序，数据和文档的总和</a:t>
            </a:r>
          </a:p>
        </p:txBody>
      </p:sp>
    </p:spTree>
    <p:extLst>
      <p:ext uri="{BB962C8B-B14F-4D97-AF65-F5344CB8AC3E}">
        <p14:creationId xmlns:p14="http://schemas.microsoft.com/office/powerpoint/2010/main" val="31705633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56F53-4CF6-644E-4665-AFA2FDC78E30}"/>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902148F8-BCB6-EF45-F66D-FA453EE46C1D}"/>
              </a:ext>
            </a:extLst>
          </p:cNvPr>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指令、程序和软件</a:t>
            </a:r>
          </a:p>
        </p:txBody>
      </p:sp>
      <p:pic>
        <p:nvPicPr>
          <p:cNvPr id="9" name="Picture 2">
            <a:extLst>
              <a:ext uri="{FF2B5EF4-FFF2-40B4-BE49-F238E27FC236}">
                <a16:creationId xmlns:a16="http://schemas.microsoft.com/office/drawing/2014/main" id="{FA4850CA-CF94-0F77-26D7-8F6519C8EB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6" name="组合 15">
            <a:extLst>
              <a:ext uri="{FF2B5EF4-FFF2-40B4-BE49-F238E27FC236}">
                <a16:creationId xmlns:a16="http://schemas.microsoft.com/office/drawing/2014/main" id="{E5026D9B-B05A-0FAC-0857-27CC62A9764D}"/>
              </a:ext>
            </a:extLst>
          </p:cNvPr>
          <p:cNvGrpSpPr/>
          <p:nvPr/>
        </p:nvGrpSpPr>
        <p:grpSpPr>
          <a:xfrm>
            <a:off x="169480" y="1492414"/>
            <a:ext cx="10763392" cy="2893100"/>
            <a:chOff x="1156761" y="1220566"/>
            <a:chExt cx="10763392" cy="2893100"/>
          </a:xfrm>
        </p:grpSpPr>
        <p:grpSp>
          <p:nvGrpSpPr>
            <p:cNvPr id="14" name="组合 13">
              <a:extLst>
                <a:ext uri="{FF2B5EF4-FFF2-40B4-BE49-F238E27FC236}">
                  <a16:creationId xmlns:a16="http://schemas.microsoft.com/office/drawing/2014/main" id="{04BB190C-8D50-3E3F-1D1B-CF36587D4E17}"/>
                </a:ext>
              </a:extLst>
            </p:cNvPr>
            <p:cNvGrpSpPr/>
            <p:nvPr/>
          </p:nvGrpSpPr>
          <p:grpSpPr>
            <a:xfrm>
              <a:off x="4596713" y="1220566"/>
              <a:ext cx="7323440" cy="2893100"/>
              <a:chOff x="2434280" y="1095138"/>
              <a:chExt cx="7323440" cy="2893100"/>
            </a:xfrm>
          </p:grpSpPr>
          <p:sp>
            <p:nvSpPr>
              <p:cNvPr id="3" name="文本框 2">
                <a:extLst>
                  <a:ext uri="{FF2B5EF4-FFF2-40B4-BE49-F238E27FC236}">
                    <a16:creationId xmlns:a16="http://schemas.microsoft.com/office/drawing/2014/main" id="{28373D00-BAAE-9598-A9BC-A4CAD1DDA657}"/>
                  </a:ext>
                </a:extLst>
              </p:cNvPr>
              <p:cNvSpPr txBox="1"/>
              <p:nvPr/>
            </p:nvSpPr>
            <p:spPr>
              <a:xfrm>
                <a:off x="2434280" y="1095138"/>
                <a:ext cx="6697363" cy="2893100"/>
              </a:xfrm>
              <a:prstGeom prst="rect">
                <a:avLst/>
              </a:prstGeom>
              <a:noFill/>
            </p:spPr>
            <p:txBody>
              <a:bodyPr wrap="square">
                <a:spAutoFit/>
              </a:bodyPr>
              <a:lstStyle/>
              <a:p>
                <a:r>
                  <a:rPr lang="zh-CN" altLang="en-US" sz="4400" b="1" dirty="0">
                    <a:solidFill>
                      <a:srgbClr val="0000FF"/>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a = 5</a:t>
                </a:r>
                <a:endParaRPr lang="en-US" altLang="zh-CN" sz="4400" b="1" dirty="0">
                  <a:solidFill>
                    <a:srgbClr val="0000FF"/>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a:p>
                <a:r>
                  <a:rPr lang="zh-CN" altLang="en-US" sz="4400" b="1" dirty="0">
                    <a:solidFill>
                      <a:srgbClr val="0000FF"/>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b = 10</a:t>
                </a:r>
                <a:endParaRPr lang="en-US" altLang="zh-CN" sz="4400" b="1" dirty="0">
                  <a:solidFill>
                    <a:srgbClr val="0000FF"/>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a:p>
                <a:r>
                  <a:rPr lang="zh-CN" altLang="en-US" sz="4400" b="1" dirty="0">
                    <a:solidFill>
                      <a:srgbClr val="0000FF"/>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sum = a + b</a:t>
                </a:r>
                <a:endParaRPr lang="en-US" altLang="zh-CN" sz="4400" b="1" dirty="0">
                  <a:solidFill>
                    <a:srgbClr val="0000FF"/>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a:p>
                <a:r>
                  <a:rPr lang="zh-CN" altLang="en-US" sz="4400" b="1" dirty="0">
                    <a:solidFill>
                      <a:srgbClr val="0000FF"/>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print("Sum:", sum</a:t>
                </a:r>
                <a:r>
                  <a:rPr lang="zh-CN" altLang="en-US" sz="5000" b="1" dirty="0">
                    <a:solidFill>
                      <a:srgbClr val="0000FF"/>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a:t>
                </a:r>
              </a:p>
            </p:txBody>
          </p:sp>
          <p:sp>
            <p:nvSpPr>
              <p:cNvPr id="5" name="文本框 4">
                <a:extLst>
                  <a:ext uri="{FF2B5EF4-FFF2-40B4-BE49-F238E27FC236}">
                    <a16:creationId xmlns:a16="http://schemas.microsoft.com/office/drawing/2014/main" id="{13138774-0086-1E43-4AC8-C430731E9806}"/>
                  </a:ext>
                </a:extLst>
              </p:cNvPr>
              <p:cNvSpPr txBox="1"/>
              <p:nvPr/>
            </p:nvSpPr>
            <p:spPr>
              <a:xfrm>
                <a:off x="5539945" y="2804654"/>
                <a:ext cx="2282176" cy="385042"/>
              </a:xfrm>
              <a:prstGeom prst="rect">
                <a:avLst/>
              </a:prstGeom>
              <a:noFill/>
            </p:spPr>
            <p:txBody>
              <a:bodyPr wrap="square">
                <a:spAutoFit/>
              </a:bodyPr>
              <a:lstStyle/>
              <a:p>
                <a:pPr algn="l">
                  <a:lnSpc>
                    <a:spcPts val="1800"/>
                  </a:lnSpc>
                </a:pPr>
                <a:r>
                  <a:rPr lang="zh-CN" altLang="en-US" sz="3000" b="1" i="0" dirty="0">
                    <a:solidFill>
                      <a:srgbClr val="060607"/>
                    </a:solidFill>
                    <a:effectLst/>
                    <a:latin typeface="-apple-system"/>
                  </a:rPr>
                  <a:t> </a:t>
                </a:r>
                <a:r>
                  <a:rPr lang="zh-CN" altLang="en-US" sz="3500" b="1" dirty="0">
                    <a:solidFill>
                      <a:srgbClr val="843C0C"/>
                    </a:solidFill>
                    <a:latin typeface="-apple-system"/>
                  </a:rPr>
                  <a:t>加法指令</a:t>
                </a:r>
              </a:p>
            </p:txBody>
          </p:sp>
          <p:sp>
            <p:nvSpPr>
              <p:cNvPr id="6" name="文本框 5">
                <a:extLst>
                  <a:ext uri="{FF2B5EF4-FFF2-40B4-BE49-F238E27FC236}">
                    <a16:creationId xmlns:a16="http://schemas.microsoft.com/office/drawing/2014/main" id="{A1B0C5FD-F869-2F63-E2F6-A6E6662B8B0F}"/>
                  </a:ext>
                </a:extLst>
              </p:cNvPr>
              <p:cNvSpPr txBox="1"/>
              <p:nvPr/>
            </p:nvSpPr>
            <p:spPr>
              <a:xfrm>
                <a:off x="4213210" y="2058729"/>
                <a:ext cx="2282176" cy="385042"/>
              </a:xfrm>
              <a:prstGeom prst="rect">
                <a:avLst/>
              </a:prstGeom>
              <a:noFill/>
            </p:spPr>
            <p:txBody>
              <a:bodyPr wrap="square">
                <a:spAutoFit/>
              </a:bodyPr>
              <a:lstStyle/>
              <a:p>
                <a:pPr algn="l">
                  <a:lnSpc>
                    <a:spcPts val="1800"/>
                  </a:lnSpc>
                </a:pPr>
                <a:r>
                  <a:rPr lang="zh-CN" altLang="en-US" sz="3000" b="1" i="0" dirty="0">
                    <a:solidFill>
                      <a:srgbClr val="060607"/>
                    </a:solidFill>
                    <a:effectLst/>
                    <a:latin typeface="-apple-system"/>
                  </a:rPr>
                  <a:t> </a:t>
                </a:r>
                <a:r>
                  <a:rPr lang="zh-CN" altLang="en-US" sz="3500" b="1" i="0" dirty="0">
                    <a:solidFill>
                      <a:srgbClr val="843C0C"/>
                    </a:solidFill>
                    <a:effectLst/>
                    <a:latin typeface="-apple-system"/>
                  </a:rPr>
                  <a:t>赋值指令</a:t>
                </a:r>
              </a:p>
            </p:txBody>
          </p:sp>
          <p:sp>
            <p:nvSpPr>
              <p:cNvPr id="7" name="文本框 6">
                <a:extLst>
                  <a:ext uri="{FF2B5EF4-FFF2-40B4-BE49-F238E27FC236}">
                    <a16:creationId xmlns:a16="http://schemas.microsoft.com/office/drawing/2014/main" id="{3E74DE5A-C219-784E-2BF0-CB2159269549}"/>
                  </a:ext>
                </a:extLst>
              </p:cNvPr>
              <p:cNvSpPr txBox="1"/>
              <p:nvPr/>
            </p:nvSpPr>
            <p:spPr>
              <a:xfrm>
                <a:off x="4131578" y="1436075"/>
                <a:ext cx="2282176" cy="385042"/>
              </a:xfrm>
              <a:prstGeom prst="rect">
                <a:avLst/>
              </a:prstGeom>
              <a:noFill/>
            </p:spPr>
            <p:txBody>
              <a:bodyPr wrap="square">
                <a:spAutoFit/>
              </a:bodyPr>
              <a:lstStyle/>
              <a:p>
                <a:pPr algn="l">
                  <a:lnSpc>
                    <a:spcPts val="1800"/>
                  </a:lnSpc>
                </a:pPr>
                <a:r>
                  <a:rPr lang="zh-CN" altLang="en-US" sz="3000" b="1" i="0" dirty="0">
                    <a:solidFill>
                      <a:srgbClr val="060607"/>
                    </a:solidFill>
                    <a:effectLst/>
                    <a:latin typeface="-apple-system"/>
                  </a:rPr>
                  <a:t> </a:t>
                </a:r>
                <a:r>
                  <a:rPr lang="zh-CN" altLang="en-US" sz="3500" b="1" i="0" dirty="0">
                    <a:solidFill>
                      <a:srgbClr val="843C0C"/>
                    </a:solidFill>
                    <a:effectLst/>
                    <a:latin typeface="-apple-system"/>
                  </a:rPr>
                  <a:t>赋值指令</a:t>
                </a:r>
              </a:p>
            </p:txBody>
          </p:sp>
          <p:sp>
            <p:nvSpPr>
              <p:cNvPr id="10" name="文本框 9">
                <a:extLst>
                  <a:ext uri="{FF2B5EF4-FFF2-40B4-BE49-F238E27FC236}">
                    <a16:creationId xmlns:a16="http://schemas.microsoft.com/office/drawing/2014/main" id="{D491599E-D388-40F8-768A-705531D18970}"/>
                  </a:ext>
                </a:extLst>
              </p:cNvPr>
              <p:cNvSpPr txBox="1"/>
              <p:nvPr/>
            </p:nvSpPr>
            <p:spPr>
              <a:xfrm>
                <a:off x="7475544" y="3550579"/>
                <a:ext cx="2282176" cy="385042"/>
              </a:xfrm>
              <a:prstGeom prst="rect">
                <a:avLst/>
              </a:prstGeom>
              <a:noFill/>
            </p:spPr>
            <p:txBody>
              <a:bodyPr wrap="square">
                <a:spAutoFit/>
              </a:bodyPr>
              <a:lstStyle/>
              <a:p>
                <a:pPr algn="l">
                  <a:lnSpc>
                    <a:spcPts val="1800"/>
                  </a:lnSpc>
                </a:pPr>
                <a:r>
                  <a:rPr lang="zh-CN" altLang="en-US" sz="3000" b="1" i="0" dirty="0">
                    <a:solidFill>
                      <a:srgbClr val="060607"/>
                    </a:solidFill>
                    <a:effectLst/>
                    <a:latin typeface="-apple-system"/>
                  </a:rPr>
                  <a:t> </a:t>
                </a:r>
                <a:r>
                  <a:rPr lang="zh-CN" altLang="en-US" sz="3500" b="1" i="0" dirty="0">
                    <a:solidFill>
                      <a:srgbClr val="843C0C"/>
                    </a:solidFill>
                    <a:effectLst/>
                    <a:latin typeface="-apple-system"/>
                  </a:rPr>
                  <a:t>输出</a:t>
                </a:r>
                <a:r>
                  <a:rPr lang="zh-CN" altLang="en-US" sz="3500" b="1" dirty="0">
                    <a:solidFill>
                      <a:srgbClr val="843C0C"/>
                    </a:solidFill>
                    <a:latin typeface="-apple-system"/>
                  </a:rPr>
                  <a:t>指令</a:t>
                </a:r>
              </a:p>
            </p:txBody>
          </p:sp>
        </p:grpSp>
        <p:sp>
          <p:nvSpPr>
            <p:cNvPr id="13" name="文本框 12">
              <a:extLst>
                <a:ext uri="{FF2B5EF4-FFF2-40B4-BE49-F238E27FC236}">
                  <a16:creationId xmlns:a16="http://schemas.microsoft.com/office/drawing/2014/main" id="{1ADF34F2-C69D-1C33-7615-3E0FF5D97DF0}"/>
                </a:ext>
              </a:extLst>
            </p:cNvPr>
            <p:cNvSpPr txBox="1"/>
            <p:nvPr/>
          </p:nvSpPr>
          <p:spPr>
            <a:xfrm>
              <a:off x="1156761" y="2282395"/>
              <a:ext cx="3330589"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1" i="0" u="none" strike="noStrike" kern="1200" cap="none" spc="0" normalizeH="0" baseline="0" noProof="0" dirty="0">
                  <a:ln>
                    <a:noFill/>
                  </a:ln>
                  <a:solidFill>
                    <a:srgbClr val="843C0C"/>
                  </a:solidFill>
                  <a:effectLst>
                    <a:outerShdw blurRad="38100" dist="38100" dir="2700000" algn="tl">
                      <a:srgbClr val="000000">
                        <a:alpha val="43137"/>
                      </a:srgbClr>
                    </a:outerShdw>
                  </a:effectLst>
                  <a:uLnTx/>
                  <a:uFillTx/>
                  <a:latin typeface="幼圆" panose="02010509060101010101" pitchFamily="49" charset="-122"/>
                  <a:ea typeface="幼圆" panose="02010509060101010101" pitchFamily="49" charset="-122"/>
                  <a:cs typeface="+mn-cs"/>
                </a:rPr>
                <a:t>Python</a:t>
              </a:r>
              <a:r>
                <a:rPr kumimoji="0" lang="zh-CN" altLang="en-US" sz="4400" b="1" i="0" u="none" strike="noStrike" kern="1200" cap="none" spc="0" normalizeH="0" baseline="0" noProof="0" dirty="0">
                  <a:ln>
                    <a:noFill/>
                  </a:ln>
                  <a:solidFill>
                    <a:srgbClr val="843C0C"/>
                  </a:solidFill>
                  <a:effectLst>
                    <a:outerShdw blurRad="38100" dist="38100" dir="2700000" algn="tl">
                      <a:srgbClr val="000000">
                        <a:alpha val="43137"/>
                      </a:srgbClr>
                    </a:outerShdw>
                  </a:effectLst>
                  <a:uLnTx/>
                  <a:uFillTx/>
                  <a:latin typeface="幼圆" panose="02010509060101010101" pitchFamily="49" charset="-122"/>
                  <a:ea typeface="幼圆" panose="02010509060101010101" pitchFamily="49" charset="-122"/>
                  <a:cs typeface="+mn-cs"/>
                </a:rPr>
                <a:t>程序</a:t>
              </a:r>
              <a:endParaRPr kumimoji="0" lang="en-US" altLang="zh-CN" sz="4400" b="1" i="0" u="none" strike="noStrike" kern="1200" cap="none" spc="0" normalizeH="0" baseline="0" noProof="0" dirty="0">
                <a:ln>
                  <a:noFill/>
                </a:ln>
                <a:solidFill>
                  <a:srgbClr val="843C0C"/>
                </a:solidFill>
                <a:effectLst>
                  <a:outerShdw blurRad="38100" dist="38100" dir="2700000" algn="tl">
                    <a:srgbClr val="000000">
                      <a:alpha val="43137"/>
                    </a:srgbClr>
                  </a:outerShdw>
                </a:effectLst>
                <a:uLnTx/>
                <a:uFillTx/>
                <a:latin typeface="幼圆" panose="02010509060101010101" pitchFamily="49" charset="-122"/>
                <a:ea typeface="幼圆" panose="02010509060101010101" pitchFamily="49" charset="-122"/>
                <a:cs typeface="+mn-cs"/>
              </a:endParaRPr>
            </a:p>
          </p:txBody>
        </p:sp>
        <p:sp>
          <p:nvSpPr>
            <p:cNvPr id="15" name="左大括号 14">
              <a:extLst>
                <a:ext uri="{FF2B5EF4-FFF2-40B4-BE49-F238E27FC236}">
                  <a16:creationId xmlns:a16="http://schemas.microsoft.com/office/drawing/2014/main" id="{468CB938-BD42-B4DD-5163-900935A30287}"/>
                </a:ext>
              </a:extLst>
            </p:cNvPr>
            <p:cNvSpPr/>
            <p:nvPr/>
          </p:nvSpPr>
          <p:spPr>
            <a:xfrm>
              <a:off x="4183686" y="1561503"/>
              <a:ext cx="358345" cy="2474841"/>
            </a:xfrm>
            <a:prstGeom prst="leftBrace">
              <a:avLst>
                <a:gd name="adj1" fmla="val 8333"/>
                <a:gd name="adj2" fmla="val 48502"/>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extLst>
      <p:ext uri="{BB962C8B-B14F-4D97-AF65-F5344CB8AC3E}">
        <p14:creationId xmlns:p14="http://schemas.microsoft.com/office/powerpoint/2010/main" val="42723710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a:extLst>
              <a:ext uri="{FF2B5EF4-FFF2-40B4-BE49-F238E27FC236}">
                <a16:creationId xmlns:a16="http://schemas.microsoft.com/office/drawing/2014/main" id="{8BC5E6BB-E741-1F7B-05C0-FB35C931CBAE}"/>
              </a:ext>
            </a:extLst>
          </p:cNvPr>
          <p:cNvSpPr>
            <a:spLocks noGrp="1"/>
          </p:cNvSpPr>
          <p:nvPr>
            <p:ph idx="1"/>
          </p:nvPr>
        </p:nvSpPr>
        <p:spPr>
          <a:xfrm>
            <a:off x="389962" y="1321703"/>
            <a:ext cx="8229600" cy="3394472"/>
          </a:xfrm>
        </p:spPr>
        <p:txBody>
          <a:bodyPr>
            <a:normAutofit/>
          </a:bodyPr>
          <a:lstStyle/>
          <a:p>
            <a:r>
              <a:rPr lang="zh-CN" altLang="en-US" sz="4500" b="1" dirty="0">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指令执行过程</a:t>
            </a:r>
          </a:p>
        </p:txBody>
      </p:sp>
      <p:grpSp>
        <p:nvGrpSpPr>
          <p:cNvPr id="5" name="画布 57">
            <a:extLst>
              <a:ext uri="{FF2B5EF4-FFF2-40B4-BE49-F238E27FC236}">
                <a16:creationId xmlns:a16="http://schemas.microsoft.com/office/drawing/2014/main" id="{ABA2659A-D5E0-2B37-74D2-7B16DD4B5216}"/>
              </a:ext>
            </a:extLst>
          </p:cNvPr>
          <p:cNvGrpSpPr/>
          <p:nvPr/>
        </p:nvGrpSpPr>
        <p:grpSpPr>
          <a:xfrm>
            <a:off x="5200149" y="1273483"/>
            <a:ext cx="6242207" cy="5117538"/>
            <a:chOff x="0" y="-169212"/>
            <a:chExt cx="3238500" cy="2213277"/>
          </a:xfrm>
        </p:grpSpPr>
        <p:sp>
          <p:nvSpPr>
            <p:cNvPr id="6" name="矩形 5">
              <a:extLst>
                <a:ext uri="{FF2B5EF4-FFF2-40B4-BE49-F238E27FC236}">
                  <a16:creationId xmlns:a16="http://schemas.microsoft.com/office/drawing/2014/main" id="{13F60436-04FD-DB0E-DADF-6B4BDB4DEC04}"/>
                </a:ext>
              </a:extLst>
            </p:cNvPr>
            <p:cNvSpPr/>
            <p:nvPr/>
          </p:nvSpPr>
          <p:spPr>
            <a:xfrm>
              <a:off x="0" y="0"/>
              <a:ext cx="3238500" cy="2044065"/>
            </a:xfrm>
            <a:prstGeom prst="rect">
              <a:avLst/>
            </a:prstGeom>
            <a:ln w="28575">
              <a:noFill/>
            </a:ln>
          </p:spPr>
        </p:sp>
        <p:sp>
          <p:nvSpPr>
            <p:cNvPr id="7" name="菱形 6">
              <a:extLst>
                <a:ext uri="{FF2B5EF4-FFF2-40B4-BE49-F238E27FC236}">
                  <a16:creationId xmlns:a16="http://schemas.microsoft.com/office/drawing/2014/main" id="{B6008BA3-05F9-11B1-B548-D101D4367923}"/>
                </a:ext>
              </a:extLst>
            </p:cNvPr>
            <p:cNvSpPr/>
            <p:nvPr/>
          </p:nvSpPr>
          <p:spPr>
            <a:xfrm>
              <a:off x="257175" y="1052804"/>
              <a:ext cx="1516840" cy="533818"/>
            </a:xfrm>
            <a:prstGeom prst="diamond">
              <a:avLst/>
            </a:prstGeom>
            <a:solidFill>
              <a:schemeClr val="bg1"/>
            </a:solidFill>
            <a:ln w="28575">
              <a:solidFill>
                <a:srgbClr val="843C0C"/>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indent="127000" algn="just">
                <a:spcAft>
                  <a:spcPts val="0"/>
                </a:spcAft>
              </a:pPr>
              <a:r>
                <a:rPr lang="zh-CN" sz="3500" b="1" dirty="0">
                  <a:solidFill>
                    <a:srgbClr val="000000"/>
                  </a:solidFill>
                  <a:effectLst>
                    <a:outerShdw blurRad="38100" dist="38100" dir="2700000" algn="tl">
                      <a:srgbClr val="000000">
                        <a:alpha val="43137"/>
                      </a:srgbClr>
                    </a:outerShdw>
                  </a:effectLst>
                  <a:latin typeface="Times New Roman"/>
                  <a:ea typeface="宋体"/>
                  <a:cs typeface="Century"/>
                </a:rPr>
                <a:t>分析指令？</a:t>
              </a:r>
              <a:endParaRPr lang="zh-CN" sz="3500" b="1" dirty="0">
                <a:effectLst>
                  <a:outerShdw blurRad="38100" dist="38100" dir="2700000" algn="tl">
                    <a:srgbClr val="000000">
                      <a:alpha val="43137"/>
                    </a:srgbClr>
                  </a:outerShdw>
                </a:effectLst>
                <a:latin typeface="Times New Roman"/>
                <a:ea typeface="宋体"/>
                <a:cs typeface="Century"/>
              </a:endParaRPr>
            </a:p>
          </p:txBody>
        </p:sp>
        <p:sp>
          <p:nvSpPr>
            <p:cNvPr id="8" name="圆角矩形 9">
              <a:extLst>
                <a:ext uri="{FF2B5EF4-FFF2-40B4-BE49-F238E27FC236}">
                  <a16:creationId xmlns:a16="http://schemas.microsoft.com/office/drawing/2014/main" id="{E5F895ED-51E4-D4E3-7417-C4429E4555F4}"/>
                </a:ext>
              </a:extLst>
            </p:cNvPr>
            <p:cNvSpPr/>
            <p:nvPr/>
          </p:nvSpPr>
          <p:spPr>
            <a:xfrm>
              <a:off x="2221384" y="1729375"/>
              <a:ext cx="1013465" cy="304395"/>
            </a:xfrm>
            <a:prstGeom prst="roundRect">
              <a:avLst/>
            </a:prstGeom>
            <a:solidFill>
              <a:schemeClr val="bg1"/>
            </a:solidFill>
            <a:ln w="28575">
              <a:solidFill>
                <a:srgbClr val="843C0C"/>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indent="127000" algn="ctr">
                <a:lnSpc>
                  <a:spcPts val="1560"/>
                </a:lnSpc>
                <a:spcAft>
                  <a:spcPts val="0"/>
                </a:spcAft>
              </a:pPr>
              <a:r>
                <a:rPr lang="zh-CN" sz="3200" b="1">
                  <a:solidFill>
                    <a:srgbClr val="000000"/>
                  </a:solidFill>
                  <a:effectLst>
                    <a:outerShdw blurRad="38100" dist="38100" dir="2700000" algn="tl">
                      <a:srgbClr val="000000">
                        <a:alpha val="43137"/>
                      </a:srgbClr>
                    </a:outerShdw>
                  </a:effectLst>
                  <a:latin typeface="Times New Roman"/>
                  <a:ea typeface="宋体"/>
                  <a:cs typeface="Century"/>
                </a:rPr>
                <a:t>结束</a:t>
              </a:r>
              <a:endParaRPr lang="zh-CN" sz="4000" b="1">
                <a:effectLst>
                  <a:outerShdw blurRad="38100" dist="38100" dir="2700000" algn="tl">
                    <a:srgbClr val="000000">
                      <a:alpha val="43137"/>
                    </a:srgbClr>
                  </a:outerShdw>
                </a:effectLst>
                <a:latin typeface="Times New Roman"/>
                <a:ea typeface="宋体"/>
                <a:cs typeface="Century"/>
              </a:endParaRPr>
            </a:p>
          </p:txBody>
        </p:sp>
        <p:sp>
          <p:nvSpPr>
            <p:cNvPr id="9" name="矩形 8">
              <a:extLst>
                <a:ext uri="{FF2B5EF4-FFF2-40B4-BE49-F238E27FC236}">
                  <a16:creationId xmlns:a16="http://schemas.microsoft.com/office/drawing/2014/main" id="{7C06F5CC-66C2-C202-2ED2-A7C338F58EED}"/>
                </a:ext>
              </a:extLst>
            </p:cNvPr>
            <p:cNvSpPr/>
            <p:nvPr/>
          </p:nvSpPr>
          <p:spPr>
            <a:xfrm>
              <a:off x="468913" y="-169212"/>
              <a:ext cx="1085851" cy="285681"/>
            </a:xfrm>
            <a:prstGeom prst="rect">
              <a:avLst/>
            </a:prstGeom>
            <a:solidFill>
              <a:schemeClr val="bg1"/>
            </a:solidFill>
            <a:ln w="28575">
              <a:solidFill>
                <a:srgbClr val="843C0C"/>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indent="127000" algn="ctr">
                <a:lnSpc>
                  <a:spcPts val="1560"/>
                </a:lnSpc>
                <a:spcAft>
                  <a:spcPts val="0"/>
                </a:spcAft>
              </a:pPr>
              <a:r>
                <a:rPr lang="zh-CN" sz="3200" b="1" dirty="0">
                  <a:solidFill>
                    <a:srgbClr val="000000"/>
                  </a:solidFill>
                  <a:effectLst>
                    <a:outerShdw blurRad="38100" dist="38100" dir="2700000" algn="tl">
                      <a:srgbClr val="000000">
                        <a:alpha val="43137"/>
                      </a:srgbClr>
                    </a:outerShdw>
                  </a:effectLst>
                  <a:latin typeface="Times New Roman"/>
                  <a:ea typeface="宋体"/>
                  <a:cs typeface="Century"/>
                </a:rPr>
                <a:t>程序</a:t>
              </a:r>
              <a:endParaRPr lang="zh-CN" sz="4000" b="1" dirty="0">
                <a:effectLst>
                  <a:outerShdw blurRad="38100" dist="38100" dir="2700000" algn="tl">
                    <a:srgbClr val="000000">
                      <a:alpha val="43137"/>
                    </a:srgbClr>
                  </a:outerShdw>
                </a:effectLst>
                <a:latin typeface="Times New Roman"/>
                <a:ea typeface="宋体"/>
                <a:cs typeface="Century"/>
              </a:endParaRPr>
            </a:p>
          </p:txBody>
        </p:sp>
        <p:sp>
          <p:nvSpPr>
            <p:cNvPr id="10" name="矩形 9">
              <a:extLst>
                <a:ext uri="{FF2B5EF4-FFF2-40B4-BE49-F238E27FC236}">
                  <a16:creationId xmlns:a16="http://schemas.microsoft.com/office/drawing/2014/main" id="{9DBF52DF-8AF5-679D-BE61-CB8B527FB2DA}"/>
                </a:ext>
              </a:extLst>
            </p:cNvPr>
            <p:cNvSpPr/>
            <p:nvPr/>
          </p:nvSpPr>
          <p:spPr>
            <a:xfrm>
              <a:off x="278414" y="370229"/>
              <a:ext cx="1466850" cy="492179"/>
            </a:xfrm>
            <a:prstGeom prst="rect">
              <a:avLst/>
            </a:prstGeom>
            <a:solidFill>
              <a:schemeClr val="bg1"/>
            </a:solidFill>
            <a:ln w="28575">
              <a:solidFill>
                <a:srgbClr val="843C0C"/>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indent="127000" algn="ctr">
                <a:spcAft>
                  <a:spcPts val="0"/>
                </a:spcAft>
              </a:pPr>
              <a:r>
                <a:rPr lang="zh-CN" sz="3600" b="1" dirty="0">
                  <a:solidFill>
                    <a:srgbClr val="000000"/>
                  </a:solidFill>
                  <a:effectLst>
                    <a:outerShdw blurRad="38100" dist="38100" dir="2700000" algn="tl">
                      <a:srgbClr val="000000">
                        <a:alpha val="43137"/>
                      </a:srgbClr>
                    </a:outerShdw>
                  </a:effectLst>
                  <a:latin typeface="Times New Roman"/>
                  <a:ea typeface="宋体"/>
                  <a:cs typeface="Century"/>
                </a:rPr>
                <a:t>从存储器取一条指令</a:t>
              </a:r>
              <a:endParaRPr lang="zh-CN" sz="3600" b="1" dirty="0">
                <a:effectLst>
                  <a:outerShdw blurRad="38100" dist="38100" dir="2700000" algn="tl">
                    <a:srgbClr val="000000">
                      <a:alpha val="43137"/>
                    </a:srgbClr>
                  </a:outerShdw>
                </a:effectLst>
                <a:latin typeface="Times New Roman"/>
                <a:ea typeface="宋体"/>
                <a:cs typeface="Century"/>
              </a:endParaRPr>
            </a:p>
          </p:txBody>
        </p:sp>
        <p:sp>
          <p:nvSpPr>
            <p:cNvPr id="11" name="矩形 10">
              <a:extLst>
                <a:ext uri="{FF2B5EF4-FFF2-40B4-BE49-F238E27FC236}">
                  <a16:creationId xmlns:a16="http://schemas.microsoft.com/office/drawing/2014/main" id="{10D4CD21-85FE-E596-E306-DBA8CE608276}"/>
                </a:ext>
              </a:extLst>
            </p:cNvPr>
            <p:cNvSpPr/>
            <p:nvPr/>
          </p:nvSpPr>
          <p:spPr>
            <a:xfrm>
              <a:off x="278590" y="1738060"/>
              <a:ext cx="1466850" cy="305165"/>
            </a:xfrm>
            <a:prstGeom prst="rect">
              <a:avLst/>
            </a:prstGeom>
            <a:solidFill>
              <a:schemeClr val="bg1"/>
            </a:solidFill>
            <a:ln w="28575">
              <a:solidFill>
                <a:srgbClr val="843C0C"/>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indent="127000" algn="ctr">
                <a:lnSpc>
                  <a:spcPts val="1560"/>
                </a:lnSpc>
                <a:spcAft>
                  <a:spcPts val="0"/>
                </a:spcAft>
              </a:pPr>
              <a:r>
                <a:rPr lang="zh-CN" sz="3200" b="1">
                  <a:solidFill>
                    <a:srgbClr val="000000"/>
                  </a:solidFill>
                  <a:effectLst>
                    <a:outerShdw blurRad="38100" dist="38100" dir="2700000" algn="tl">
                      <a:srgbClr val="000000">
                        <a:alpha val="43137"/>
                      </a:srgbClr>
                    </a:outerShdw>
                  </a:effectLst>
                  <a:latin typeface="Times New Roman"/>
                  <a:ea typeface="宋体"/>
                  <a:cs typeface="Century"/>
                </a:rPr>
                <a:t>执行指令</a:t>
              </a:r>
              <a:endParaRPr lang="zh-CN" sz="4000" b="1">
                <a:effectLst>
                  <a:outerShdw blurRad="38100" dist="38100" dir="2700000" algn="tl">
                    <a:srgbClr val="000000">
                      <a:alpha val="43137"/>
                    </a:srgbClr>
                  </a:outerShdw>
                </a:effectLst>
                <a:latin typeface="Times New Roman"/>
                <a:ea typeface="宋体"/>
                <a:cs typeface="Century"/>
              </a:endParaRPr>
            </a:p>
          </p:txBody>
        </p:sp>
        <p:cxnSp>
          <p:nvCxnSpPr>
            <p:cNvPr id="12" name="直接箭头连接符 11">
              <a:extLst>
                <a:ext uri="{FF2B5EF4-FFF2-40B4-BE49-F238E27FC236}">
                  <a16:creationId xmlns:a16="http://schemas.microsoft.com/office/drawing/2014/main" id="{F36E69F0-6B95-11B4-6E11-BB143D883D3C}"/>
                </a:ext>
              </a:extLst>
            </p:cNvPr>
            <p:cNvCxnSpPr>
              <a:cxnSpLocks/>
              <a:stCxn id="9" idx="2"/>
              <a:endCxn id="10" idx="0"/>
            </p:cNvCxnSpPr>
            <p:nvPr/>
          </p:nvCxnSpPr>
          <p:spPr>
            <a:xfrm>
              <a:off x="1011839" y="116469"/>
              <a:ext cx="1" cy="253760"/>
            </a:xfrm>
            <a:prstGeom prst="straightConnector1">
              <a:avLst/>
            </a:prstGeom>
            <a:ln w="28575">
              <a:solidFill>
                <a:srgbClr val="843C0C"/>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A0100A96-E9BF-68B6-CFF4-70E6A8BAD1E6}"/>
                </a:ext>
              </a:extLst>
            </p:cNvPr>
            <p:cNvCxnSpPr>
              <a:cxnSpLocks/>
              <a:stCxn id="10" idx="2"/>
              <a:endCxn id="7" idx="0"/>
            </p:cNvCxnSpPr>
            <p:nvPr/>
          </p:nvCxnSpPr>
          <p:spPr>
            <a:xfrm>
              <a:off x="1011839" y="862408"/>
              <a:ext cx="3756" cy="190396"/>
            </a:xfrm>
            <a:prstGeom prst="straightConnector1">
              <a:avLst/>
            </a:prstGeom>
            <a:ln w="28575">
              <a:solidFill>
                <a:srgbClr val="843C0C"/>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8FB92A42-EB7C-21E4-D8AB-62A41391AA50}"/>
                </a:ext>
              </a:extLst>
            </p:cNvPr>
            <p:cNvCxnSpPr>
              <a:stCxn id="7" idx="2"/>
              <a:endCxn id="11" idx="0"/>
            </p:cNvCxnSpPr>
            <p:nvPr/>
          </p:nvCxnSpPr>
          <p:spPr>
            <a:xfrm flipH="1">
              <a:off x="1012015" y="1586622"/>
              <a:ext cx="3580" cy="151438"/>
            </a:xfrm>
            <a:prstGeom prst="straightConnector1">
              <a:avLst/>
            </a:prstGeom>
            <a:ln w="28575">
              <a:solidFill>
                <a:srgbClr val="843C0C"/>
              </a:solidFill>
              <a:tailEnd type="triangle"/>
            </a:ln>
          </p:spPr>
          <p:style>
            <a:lnRef idx="1">
              <a:schemeClr val="accent1"/>
            </a:lnRef>
            <a:fillRef idx="0">
              <a:schemeClr val="accent1"/>
            </a:fillRef>
            <a:effectRef idx="0">
              <a:schemeClr val="accent1"/>
            </a:effectRef>
            <a:fontRef idx="minor">
              <a:schemeClr val="tx1"/>
            </a:fontRef>
          </p:style>
        </p:cxnSp>
        <p:cxnSp>
          <p:nvCxnSpPr>
            <p:cNvPr id="15" name="肘形连接符 16">
              <a:extLst>
                <a:ext uri="{FF2B5EF4-FFF2-40B4-BE49-F238E27FC236}">
                  <a16:creationId xmlns:a16="http://schemas.microsoft.com/office/drawing/2014/main" id="{E2593435-1D72-16EB-09F1-5E627686D997}"/>
                </a:ext>
              </a:extLst>
            </p:cNvPr>
            <p:cNvCxnSpPr>
              <a:stCxn id="7" idx="3"/>
              <a:endCxn id="8" idx="0"/>
            </p:cNvCxnSpPr>
            <p:nvPr/>
          </p:nvCxnSpPr>
          <p:spPr>
            <a:xfrm>
              <a:off x="1774015" y="1319713"/>
              <a:ext cx="954102" cy="409662"/>
            </a:xfrm>
            <a:prstGeom prst="bentConnector2">
              <a:avLst/>
            </a:prstGeom>
            <a:ln w="28575">
              <a:solidFill>
                <a:srgbClr val="843C0C"/>
              </a:solidFill>
              <a:tailEnd type="triangle"/>
            </a:ln>
          </p:spPr>
          <p:style>
            <a:lnRef idx="1">
              <a:schemeClr val="dk1"/>
            </a:lnRef>
            <a:fillRef idx="0">
              <a:schemeClr val="dk1"/>
            </a:fillRef>
            <a:effectRef idx="0">
              <a:schemeClr val="dk1"/>
            </a:effectRef>
            <a:fontRef idx="minor">
              <a:schemeClr val="tx1"/>
            </a:fontRef>
          </p:style>
        </p:cxnSp>
        <p:cxnSp>
          <p:nvCxnSpPr>
            <p:cNvPr id="16" name="肘形连接符 17">
              <a:extLst>
                <a:ext uri="{FF2B5EF4-FFF2-40B4-BE49-F238E27FC236}">
                  <a16:creationId xmlns:a16="http://schemas.microsoft.com/office/drawing/2014/main" id="{149B0DB4-29E9-23F2-D067-41389805B223}"/>
                </a:ext>
              </a:extLst>
            </p:cNvPr>
            <p:cNvCxnSpPr>
              <a:cxnSpLocks/>
              <a:stCxn id="11" idx="1"/>
              <a:endCxn id="10" idx="1"/>
            </p:cNvCxnSpPr>
            <p:nvPr/>
          </p:nvCxnSpPr>
          <p:spPr>
            <a:xfrm rot="10800000">
              <a:off x="278415" y="616319"/>
              <a:ext cx="176" cy="1274324"/>
            </a:xfrm>
            <a:prstGeom prst="bentConnector3">
              <a:avLst>
                <a:gd name="adj1" fmla="val 67533628"/>
              </a:avLst>
            </a:prstGeom>
            <a:ln w="28575">
              <a:solidFill>
                <a:srgbClr val="843C0C"/>
              </a:solidFill>
              <a:tailEnd type="triangle"/>
            </a:ln>
          </p:spPr>
          <p:style>
            <a:lnRef idx="1">
              <a:schemeClr val="dk1"/>
            </a:lnRef>
            <a:fillRef idx="0">
              <a:schemeClr val="dk1"/>
            </a:fillRef>
            <a:effectRef idx="0">
              <a:schemeClr val="dk1"/>
            </a:effectRef>
            <a:fontRef idx="minor">
              <a:schemeClr val="tx1"/>
            </a:fontRef>
          </p:style>
        </p:cxnSp>
      </p:grpSp>
      <p:sp>
        <p:nvSpPr>
          <p:cNvPr id="17" name="文本框 16">
            <a:extLst>
              <a:ext uri="{FF2B5EF4-FFF2-40B4-BE49-F238E27FC236}">
                <a16:creationId xmlns:a16="http://schemas.microsoft.com/office/drawing/2014/main" id="{F9EC41E2-9FE0-59C9-4B4E-6F5571E59895}"/>
              </a:ext>
            </a:extLst>
          </p:cNvPr>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指令、程序和软件</a:t>
            </a:r>
          </a:p>
        </p:txBody>
      </p:sp>
      <p:pic>
        <p:nvPicPr>
          <p:cNvPr id="18" name="Picture 2">
            <a:extLst>
              <a:ext uri="{FF2B5EF4-FFF2-40B4-BE49-F238E27FC236}">
                <a16:creationId xmlns:a16="http://schemas.microsoft.com/office/drawing/2014/main" id="{847A288D-9EFF-14F1-8D7D-15AEB8297B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4941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BA982-574E-B23E-4C91-1CB40F4C3C18}"/>
            </a:ext>
          </a:extLst>
        </p:cNvPr>
        <p:cNvGrpSpPr/>
        <p:nvPr/>
      </p:nvGrpSpPr>
      <p:grpSpPr>
        <a:xfrm>
          <a:off x="0" y="0"/>
          <a:ext cx="0" cy="0"/>
          <a:chOff x="0" y="0"/>
          <a:chExt cx="0" cy="0"/>
        </a:xfrm>
      </p:grpSpPr>
      <p:sp>
        <p:nvSpPr>
          <p:cNvPr id="4" name="内容占位符 1">
            <a:extLst>
              <a:ext uri="{FF2B5EF4-FFF2-40B4-BE49-F238E27FC236}">
                <a16:creationId xmlns:a16="http://schemas.microsoft.com/office/drawing/2014/main" id="{515F2397-977F-2666-A190-83635BA99D12}"/>
              </a:ext>
            </a:extLst>
          </p:cNvPr>
          <p:cNvSpPr>
            <a:spLocks noGrp="1"/>
          </p:cNvSpPr>
          <p:nvPr>
            <p:ph idx="1"/>
          </p:nvPr>
        </p:nvSpPr>
        <p:spPr>
          <a:xfrm>
            <a:off x="389962" y="1321703"/>
            <a:ext cx="8229600" cy="791302"/>
          </a:xfrm>
        </p:spPr>
        <p:txBody>
          <a:bodyPr>
            <a:normAutofit/>
          </a:bodyPr>
          <a:lstStyle/>
          <a:p>
            <a:r>
              <a:rPr lang="zh-CN" altLang="en-US" sz="4500" b="1" dirty="0">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程序特性</a:t>
            </a:r>
          </a:p>
        </p:txBody>
      </p:sp>
      <p:sp>
        <p:nvSpPr>
          <p:cNvPr id="17" name="文本框 16">
            <a:extLst>
              <a:ext uri="{FF2B5EF4-FFF2-40B4-BE49-F238E27FC236}">
                <a16:creationId xmlns:a16="http://schemas.microsoft.com/office/drawing/2014/main" id="{947F06D6-0A95-758E-640B-1655CAA3D190}"/>
              </a:ext>
            </a:extLst>
          </p:cNvPr>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指令、程序和软件</a:t>
            </a:r>
          </a:p>
        </p:txBody>
      </p:sp>
      <p:pic>
        <p:nvPicPr>
          <p:cNvPr id="18" name="Picture 2">
            <a:extLst>
              <a:ext uri="{FF2B5EF4-FFF2-40B4-BE49-F238E27FC236}">
                <a16:creationId xmlns:a16="http://schemas.microsoft.com/office/drawing/2014/main" id="{8590CDB4-5409-E1DE-0EB6-9AFE17336D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a:extLst>
              <a:ext uri="{FF2B5EF4-FFF2-40B4-BE49-F238E27FC236}">
                <a16:creationId xmlns:a16="http://schemas.microsoft.com/office/drawing/2014/main" id="{22A76980-A10D-E879-5F74-44DAB363FD87}"/>
              </a:ext>
            </a:extLst>
          </p:cNvPr>
          <p:cNvSpPr txBox="1"/>
          <p:nvPr/>
        </p:nvSpPr>
        <p:spPr>
          <a:xfrm>
            <a:off x="259491" y="2113005"/>
            <a:ext cx="12097265" cy="4154984"/>
          </a:xfrm>
          <a:prstGeom prst="rect">
            <a:avLst/>
          </a:prstGeom>
          <a:noFill/>
        </p:spPr>
        <p:txBody>
          <a:bodyPr wrap="square">
            <a:sp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4000" b="1" i="0" u="none" strike="noStrike" kern="1200" cap="none" spc="0" normalizeH="0" baseline="0" noProof="0" dirty="0">
                <a:ln>
                  <a:noFill/>
                </a:ln>
                <a:solidFill>
                  <a:prstClr val="black"/>
                </a:solidFill>
                <a:effectLst/>
                <a:highlight>
                  <a:srgbClr val="FFE1E1"/>
                </a:highlight>
                <a:uLnTx/>
                <a:uFillTx/>
                <a:latin typeface="华文楷体" panose="02010600040101010101" pitchFamily="2" charset="-122"/>
                <a:ea typeface="华文楷体" panose="02010600040101010101" pitchFamily="2" charset="-122"/>
                <a:cs typeface="+mn-cs"/>
              </a:rPr>
              <a:t>目的性</a:t>
            </a:r>
            <a:r>
              <a:rPr kumimoji="0" lang="zh-CN" altLang="en-US" sz="40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40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为实现某个目标某个功能。</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zh-CN" altLang="en-US" sz="4000" b="1" dirty="0">
                <a:solidFill>
                  <a:prstClr val="black"/>
                </a:solidFill>
                <a:highlight>
                  <a:srgbClr val="FFE1E1"/>
                </a:highlight>
                <a:latin typeface="华文楷体" panose="02010600040101010101" pitchFamily="2" charset="-122"/>
                <a:ea typeface="华文楷体" panose="02010600040101010101" pitchFamily="2" charset="-122"/>
              </a:rPr>
              <a:t>确定性</a:t>
            </a:r>
            <a:r>
              <a:rPr kumimoji="0" lang="zh-CN" altLang="en-US" sz="40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40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每条指令都是确定的，而非含糊不清。</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zh-CN" altLang="en-US" sz="4000" b="1" dirty="0">
                <a:solidFill>
                  <a:prstClr val="black"/>
                </a:solidFill>
                <a:highlight>
                  <a:srgbClr val="FFE1E1"/>
                </a:highlight>
                <a:latin typeface="华文楷体" panose="02010600040101010101" pitchFamily="2" charset="-122"/>
                <a:ea typeface="华文楷体" panose="02010600040101010101" pitchFamily="2" charset="-122"/>
              </a:rPr>
              <a:t>有穷性</a:t>
            </a:r>
            <a:r>
              <a:rPr kumimoji="0" lang="zh-CN" altLang="en-US" sz="40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40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程序不论多大，都应有有限操作步骤</a:t>
            </a:r>
            <a:r>
              <a:rPr lang="zh-CN" altLang="en-US" sz="4000" dirty="0">
                <a:solidFill>
                  <a:prstClr val="black"/>
                </a:solidFill>
                <a:latin typeface="华文楷体" panose="02010600040101010101" pitchFamily="2" charset="-122"/>
                <a:ea typeface="华文楷体" panose="02010600040101010101" pitchFamily="2" charset="-122"/>
              </a:rPr>
              <a:t>，</a:t>
            </a:r>
            <a:r>
              <a:rPr kumimoji="0" lang="zh-CN" altLang="en-US" sz="40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在一定时间范围内完成。</a:t>
            </a:r>
          </a:p>
          <a:p>
            <a:pPr marL="742950" lvl="1" indent="-285750">
              <a:spcBef>
                <a:spcPct val="20000"/>
              </a:spcBef>
              <a:buFont typeface="Arial" pitchFamily="34" charset="0"/>
              <a:buChar char="–"/>
              <a:defRPr/>
            </a:pPr>
            <a:r>
              <a:rPr lang="zh-CN" altLang="en-US" sz="4000" b="1" dirty="0">
                <a:solidFill>
                  <a:prstClr val="black"/>
                </a:solidFill>
                <a:highlight>
                  <a:srgbClr val="FFE1E1"/>
                </a:highlight>
                <a:latin typeface="华文楷体" panose="02010600040101010101" pitchFamily="2" charset="-122"/>
                <a:ea typeface="华文楷体" panose="02010600040101010101" pitchFamily="2" charset="-122"/>
              </a:rPr>
              <a:t>有序性</a:t>
            </a:r>
            <a:r>
              <a:rPr kumimoji="0" lang="zh-CN" altLang="en-US" sz="40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40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程序执行步骤是有序的，</a:t>
            </a:r>
            <a:r>
              <a:rPr lang="zh-CN" altLang="en-US" sz="4000" dirty="0">
                <a:solidFill>
                  <a:prstClr val="black"/>
                </a:solidFill>
                <a:latin typeface="华文楷体" panose="02010600040101010101" pitchFamily="2" charset="-122"/>
                <a:ea typeface="华文楷体" panose="02010600040101010101" pitchFamily="2" charset="-122"/>
              </a:rPr>
              <a:t>执行顺序</a:t>
            </a:r>
            <a:r>
              <a:rPr kumimoji="0" lang="zh-CN" altLang="en-US" sz="40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不可随意更改。</a:t>
            </a:r>
          </a:p>
        </p:txBody>
      </p:sp>
    </p:spTree>
    <p:extLst>
      <p:ext uri="{BB962C8B-B14F-4D97-AF65-F5344CB8AC3E}">
        <p14:creationId xmlns:p14="http://schemas.microsoft.com/office/powerpoint/2010/main" val="119171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计算机语言</a:t>
            </a: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1" y="1095138"/>
            <a:ext cx="12443255" cy="5077460"/>
          </a:xfrm>
          <a:prstGeom prst="rect">
            <a:avLst/>
          </a:prstGeom>
          <a:noFill/>
        </p:spPr>
        <p:txBody>
          <a:bodyPr wrap="square" rtlCol="0">
            <a:spAutoFit/>
          </a:bodyPr>
          <a:lstStyle/>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rPr>
              <a:t>语言分</a:t>
            </a:r>
            <a:r>
              <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rPr>
              <a:t>3</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rPr>
              <a:t>类</a:t>
            </a:r>
            <a:r>
              <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rPr>
              <a:t>:</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机器语言、汇编语言和高级语言</a:t>
            </a:r>
            <a:endPar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endParaRP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rPr>
              <a:t>机器语言</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：二进制代码集合，是计算机唯一能识别和执行的语言。</a:t>
            </a:r>
            <a:endPar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a:p>
            <a:pPr marR="0" lvl="0" algn="l" defTabSz="914400" rtl="0" eaLnBrk="1" fontAlgn="auto" latinLnBrk="0" hangingPunct="1">
              <a:lnSpc>
                <a:spcPct val="100000"/>
              </a:lnSpc>
              <a:spcBef>
                <a:spcPts val="0"/>
              </a:spcBef>
              <a:spcAft>
                <a:spcPts val="0"/>
              </a:spcAft>
              <a:buClrTx/>
              <a:buSzTx/>
              <a:tabLst/>
              <a:defRPr/>
            </a:pPr>
            <a:r>
              <a:rPr lang="en-US" altLang="zh-CN"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a:t>
            </a:r>
            <a:r>
              <a:rPr lang="zh-CN" altLang="en-US" sz="5400" b="1" dirty="0">
                <a:solidFill>
                  <a:prstClr val="black"/>
                </a:solidFill>
                <a:effectLst>
                  <a:outerShdw blurRad="38100" dist="38100" dir="2700000" algn="tl">
                    <a:srgbClr val="000000">
                      <a:alpha val="43137"/>
                    </a:srgbClr>
                  </a:outerShdw>
                </a:effectLst>
                <a:highlight>
                  <a:srgbClr val="00FF00"/>
                </a:highlight>
                <a:latin typeface="仿宋" panose="02010609060101010101" pitchFamily="49" charset="-122"/>
                <a:ea typeface="仿宋" panose="02010609060101010101" pitchFamily="49" charset="-122"/>
              </a:rPr>
              <a:t>优</a:t>
            </a: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占用内存少，执行速度快</a:t>
            </a:r>
            <a:endParaRPr lang="en-US" altLang="zh-CN"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R="0" lvl="0" algn="l" defTabSz="914400" rtl="0" eaLnBrk="1" fontAlgn="auto" latinLnBrk="0" hangingPunct="1">
              <a:lnSpc>
                <a:spcPct val="100000"/>
              </a:lnSpc>
              <a:spcBef>
                <a:spcPts val="0"/>
              </a:spcBef>
              <a:spcAft>
                <a:spcPts val="0"/>
              </a:spcAft>
              <a:buClrTx/>
              <a:buSzTx/>
              <a:tabLst/>
              <a:defRPr/>
            </a:pPr>
            <a:r>
              <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  </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rPr>
              <a:t>缺</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：难编程，难阅读，难移植。</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计算机语言</a:t>
            </a: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1" y="1095138"/>
            <a:ext cx="12443255" cy="5078313"/>
          </a:xfrm>
          <a:prstGeom prst="rect">
            <a:avLst/>
          </a:prstGeom>
          <a:noFill/>
        </p:spPr>
        <p:txBody>
          <a:bodyPr wrap="square" rtlCol="0">
            <a:spAutoFit/>
          </a:bodyPr>
          <a:lstStyle/>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rPr>
              <a:t>汇编语言</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：用简单助记符替代二进制代码，比机器语言易读，且和机器语言对应，面向硬件操作，是低级语言。</a:t>
            </a:r>
            <a:endPar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a:p>
            <a:pPr marR="0" lvl="0" algn="l" defTabSz="914400" rtl="0" eaLnBrk="1" fontAlgn="auto" latinLnBrk="0" hangingPunct="1">
              <a:lnSpc>
                <a:spcPct val="100000"/>
              </a:lnSpc>
              <a:spcBef>
                <a:spcPts val="0"/>
              </a:spcBef>
              <a:spcAft>
                <a:spcPts val="0"/>
              </a:spcAft>
              <a:buClrTx/>
              <a:buSzTx/>
              <a:tabLst/>
              <a:defRPr/>
            </a:pP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a:t>
            </a:r>
            <a:r>
              <a:rPr lang="zh-CN" altLang="en-US" sz="5400" b="1" dirty="0">
                <a:solidFill>
                  <a:prstClr val="black"/>
                </a:solidFill>
                <a:effectLst>
                  <a:outerShdw blurRad="38100" dist="38100" dir="2700000" algn="tl">
                    <a:srgbClr val="000000">
                      <a:alpha val="43137"/>
                    </a:srgbClr>
                  </a:outerShdw>
                </a:effectLst>
                <a:highlight>
                  <a:srgbClr val="00FF00"/>
                </a:highlight>
                <a:latin typeface="仿宋" panose="02010609060101010101" pitchFamily="49" charset="-122"/>
                <a:ea typeface="仿宋" panose="02010609060101010101" pitchFamily="49" charset="-122"/>
              </a:rPr>
              <a:t>优</a:t>
            </a: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：易读懂，执行速度快，占用内存少</a:t>
            </a:r>
          </a:p>
          <a:p>
            <a:pPr marR="0" lvl="0" algn="l" defTabSz="914400" rtl="0" eaLnBrk="1" fontAlgn="auto" latinLnBrk="0" hangingPunct="1">
              <a:lnSpc>
                <a:spcPct val="100000"/>
              </a:lnSpc>
              <a:spcBef>
                <a:spcPts val="0"/>
              </a:spcBef>
              <a:spcAft>
                <a:spcPts val="0"/>
              </a:spcAft>
              <a:buClrTx/>
              <a:buSzTx/>
              <a:tabLst/>
              <a:defRPr/>
            </a:pP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a:t>
            </a:r>
            <a:r>
              <a:rPr lang="zh-CN" altLang="en-US" sz="5400" b="1" dirty="0">
                <a:solidFill>
                  <a:prstClr val="black"/>
                </a:solidFill>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缺</a:t>
            </a: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：较难编写、阅读和移植</a:t>
            </a:r>
            <a:endPar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83762-13BD-18C1-CC52-AC895C7E6BDE}"/>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2F935A1F-2203-36FC-8000-CBAD6F903EE1}"/>
              </a:ext>
            </a:extLst>
          </p:cNvPr>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计算机语言</a:t>
            </a:r>
          </a:p>
        </p:txBody>
      </p:sp>
      <p:pic>
        <p:nvPicPr>
          <p:cNvPr id="9" name="Picture 2">
            <a:extLst>
              <a:ext uri="{FF2B5EF4-FFF2-40B4-BE49-F238E27FC236}">
                <a16:creationId xmlns:a16="http://schemas.microsoft.com/office/drawing/2014/main" id="{492F1DC6-74C5-C306-3214-BD3FFDABCB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圆角 2">
            <a:extLst>
              <a:ext uri="{FF2B5EF4-FFF2-40B4-BE49-F238E27FC236}">
                <a16:creationId xmlns:a16="http://schemas.microsoft.com/office/drawing/2014/main" id="{64BF7193-F9BA-99E2-34BB-3D78188E5C22}"/>
              </a:ext>
            </a:extLst>
          </p:cNvPr>
          <p:cNvSpPr/>
          <p:nvPr/>
        </p:nvSpPr>
        <p:spPr>
          <a:xfrm>
            <a:off x="864972" y="2190276"/>
            <a:ext cx="3113904" cy="914400"/>
          </a:xfrm>
          <a:prstGeom prst="roundRect">
            <a:avLst/>
          </a:prstGeom>
          <a:solidFill>
            <a:srgbClr val="FFE1E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4400" b="1" dirty="0">
                <a:solidFill>
                  <a:schemeClr val="tx1"/>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汇编源程序</a:t>
            </a:r>
          </a:p>
        </p:txBody>
      </p:sp>
      <p:sp>
        <p:nvSpPr>
          <p:cNvPr id="4" name="矩形: 圆角 3">
            <a:extLst>
              <a:ext uri="{FF2B5EF4-FFF2-40B4-BE49-F238E27FC236}">
                <a16:creationId xmlns:a16="http://schemas.microsoft.com/office/drawing/2014/main" id="{C4D4B824-2C83-ECA2-22F3-0C56A2EF2455}"/>
              </a:ext>
            </a:extLst>
          </p:cNvPr>
          <p:cNvSpPr/>
          <p:nvPr/>
        </p:nvSpPr>
        <p:spPr>
          <a:xfrm>
            <a:off x="7739450" y="2147110"/>
            <a:ext cx="2870886" cy="914400"/>
          </a:xfrm>
          <a:prstGeom prst="roundRect">
            <a:avLst/>
          </a:prstGeom>
          <a:solidFill>
            <a:schemeClr val="accent6">
              <a:lumMod val="20000"/>
              <a:lumOff val="80000"/>
            </a:schemeClr>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4400" b="1" dirty="0">
                <a:solidFill>
                  <a:schemeClr val="tx1"/>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目标程序</a:t>
            </a:r>
          </a:p>
        </p:txBody>
      </p:sp>
      <p:sp>
        <p:nvSpPr>
          <p:cNvPr id="5" name="箭头: 右 4">
            <a:extLst>
              <a:ext uri="{FF2B5EF4-FFF2-40B4-BE49-F238E27FC236}">
                <a16:creationId xmlns:a16="http://schemas.microsoft.com/office/drawing/2014/main" id="{32404EE3-3FDA-764B-73D8-329838C33CBF}"/>
              </a:ext>
            </a:extLst>
          </p:cNvPr>
          <p:cNvSpPr/>
          <p:nvPr/>
        </p:nvSpPr>
        <p:spPr>
          <a:xfrm>
            <a:off x="4576421" y="2394162"/>
            <a:ext cx="2244508" cy="506627"/>
          </a:xfrm>
          <a:prstGeom prst="rightArrow">
            <a:avLst/>
          </a:prstGeom>
          <a:solidFill>
            <a:srgbClr val="843C0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3849ACAA-C114-F4D0-9CDD-B7486F387B84}"/>
              </a:ext>
            </a:extLst>
          </p:cNvPr>
          <p:cNvSpPr txBox="1"/>
          <p:nvPr/>
        </p:nvSpPr>
        <p:spPr>
          <a:xfrm>
            <a:off x="4131578" y="1743702"/>
            <a:ext cx="3794557" cy="769441"/>
          </a:xfrm>
          <a:prstGeom prst="rect">
            <a:avLst/>
          </a:prstGeom>
          <a:noFill/>
        </p:spPr>
        <p:txBody>
          <a:bodyPr wrap="square">
            <a:spAutoFit/>
          </a:bodyPr>
          <a:lstStyle/>
          <a:p>
            <a:r>
              <a:rPr kumimoji="0" lang="zh-CN" alt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汇编处理程序</a:t>
            </a:r>
            <a:endParaRPr lang="zh-CN" altLang="en-US" dirty="0"/>
          </a:p>
        </p:txBody>
      </p:sp>
      <p:sp>
        <p:nvSpPr>
          <p:cNvPr id="10" name="文本框 9">
            <a:extLst>
              <a:ext uri="{FF2B5EF4-FFF2-40B4-BE49-F238E27FC236}">
                <a16:creationId xmlns:a16="http://schemas.microsoft.com/office/drawing/2014/main" id="{9DAD71B5-26BC-9CD9-8355-D741965467B4}"/>
              </a:ext>
            </a:extLst>
          </p:cNvPr>
          <p:cNvSpPr txBox="1"/>
          <p:nvPr/>
        </p:nvSpPr>
        <p:spPr>
          <a:xfrm>
            <a:off x="982362" y="3104676"/>
            <a:ext cx="2650524"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汇编</a:t>
            </a:r>
            <a:r>
              <a:rPr lang="zh-CN" altLang="en-US" sz="4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语言</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11" name="文本框 10">
            <a:extLst>
              <a:ext uri="{FF2B5EF4-FFF2-40B4-BE49-F238E27FC236}">
                <a16:creationId xmlns:a16="http://schemas.microsoft.com/office/drawing/2014/main" id="{065EBBF3-EA0E-6431-D076-61B373A6FEDC}"/>
              </a:ext>
            </a:extLst>
          </p:cNvPr>
          <p:cNvSpPr txBox="1"/>
          <p:nvPr/>
        </p:nvSpPr>
        <p:spPr>
          <a:xfrm>
            <a:off x="7959812" y="3027050"/>
            <a:ext cx="2650524"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机器语言</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13" name="文本框 12">
            <a:extLst>
              <a:ext uri="{FF2B5EF4-FFF2-40B4-BE49-F238E27FC236}">
                <a16:creationId xmlns:a16="http://schemas.microsoft.com/office/drawing/2014/main" id="{A450550D-9303-C49B-7954-D4FC4C022636}"/>
              </a:ext>
            </a:extLst>
          </p:cNvPr>
          <p:cNvSpPr txBox="1"/>
          <p:nvPr/>
        </p:nvSpPr>
        <p:spPr>
          <a:xfrm>
            <a:off x="0" y="4118523"/>
            <a:ext cx="12035481" cy="2123658"/>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汇编</a:t>
            </a:r>
            <a:r>
              <a:rPr lang="zh-CN" altLang="en-US" sz="4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语言只有被翻译成，机器语言形式的目标程序，才能安置在内存预定位置，被</a:t>
            </a:r>
            <a:r>
              <a:rPr lang="en-US" altLang="zh-CN" sz="4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CPU</a:t>
            </a:r>
            <a:r>
              <a:rPr lang="zh-CN" altLang="en-US" sz="4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处理和执行</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14" name="文本框 13">
            <a:extLst>
              <a:ext uri="{FF2B5EF4-FFF2-40B4-BE49-F238E27FC236}">
                <a16:creationId xmlns:a16="http://schemas.microsoft.com/office/drawing/2014/main" id="{2E03FBF3-C380-6E2D-F05A-AA89F0553695}"/>
              </a:ext>
            </a:extLst>
          </p:cNvPr>
          <p:cNvSpPr txBox="1"/>
          <p:nvPr/>
        </p:nvSpPr>
        <p:spPr>
          <a:xfrm>
            <a:off x="4477568" y="2723131"/>
            <a:ext cx="3794557" cy="769441"/>
          </a:xfrm>
          <a:prstGeom prst="rect">
            <a:avLst/>
          </a:prstGeom>
          <a:noFill/>
        </p:spPr>
        <p:txBody>
          <a:bodyPr wrap="square">
            <a:spAutoFit/>
          </a:bodyPr>
          <a:lstStyle/>
          <a:p>
            <a:r>
              <a:rPr kumimoji="0" lang="zh-CN" alt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进行翻译</a:t>
            </a:r>
            <a:endParaRPr lang="zh-CN" altLang="en-US" dirty="0"/>
          </a:p>
        </p:txBody>
      </p:sp>
    </p:spTree>
    <p:extLst>
      <p:ext uri="{BB962C8B-B14F-4D97-AF65-F5344CB8AC3E}">
        <p14:creationId xmlns:p14="http://schemas.microsoft.com/office/powerpoint/2010/main" val="4943695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计算机语言</a:t>
            </a: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1" y="1095138"/>
            <a:ext cx="12443255" cy="4247317"/>
          </a:xfrm>
          <a:prstGeom prst="rect">
            <a:avLst/>
          </a:prstGeom>
          <a:noFill/>
        </p:spPr>
        <p:txBody>
          <a:bodyPr wrap="square" rtlCol="0">
            <a:spAutoFit/>
          </a:bodyPr>
          <a:lstStyle/>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rPr>
              <a:t>高级语言</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：和人类自然语言接近，屏蔽了硬件操作细节如内存分配，寄存器使用，是面向用户的语言。</a:t>
            </a:r>
            <a:endPar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a:p>
            <a:pPr marR="0" lvl="0" algn="l" defTabSz="914400" rtl="0" eaLnBrk="1" fontAlgn="auto" latinLnBrk="0" hangingPunct="1">
              <a:lnSpc>
                <a:spcPct val="100000"/>
              </a:lnSpc>
              <a:spcBef>
                <a:spcPts val="0"/>
              </a:spcBef>
              <a:spcAft>
                <a:spcPts val="0"/>
              </a:spcAft>
              <a:buClrTx/>
              <a:buSzTx/>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  </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00FF00"/>
                </a:highlight>
                <a:uLnTx/>
                <a:uFillTx/>
                <a:latin typeface="仿宋" panose="02010609060101010101" pitchFamily="49" charset="-122"/>
                <a:ea typeface="仿宋" panose="02010609060101010101" pitchFamily="49" charset="-122"/>
                <a:cs typeface="+mn-cs"/>
              </a:rPr>
              <a:t>优</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：易编写、可读性强、易移植。</a:t>
            </a:r>
          </a:p>
          <a:p>
            <a:pPr marR="0" lvl="0" algn="l" defTabSz="914400" rtl="0" eaLnBrk="1" fontAlgn="auto" latinLnBrk="0" hangingPunct="1">
              <a:lnSpc>
                <a:spcPct val="100000"/>
              </a:lnSpc>
              <a:spcBef>
                <a:spcPts val="0"/>
              </a:spcBef>
              <a:spcAft>
                <a:spcPts val="0"/>
              </a:spcAft>
              <a:buClrTx/>
              <a:buSzTx/>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  </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rPr>
              <a:t>缺</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：占用内存大、执行速度慢</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C104CD15-93A7-FF81-0B92-A6DE2D7A79CE}"/>
              </a:ext>
            </a:extLst>
          </p:cNvPr>
          <p:cNvSpPr>
            <a:spLocks noGrp="1"/>
          </p:cNvSpPr>
          <p:nvPr>
            <p:ph idx="1"/>
          </p:nvPr>
        </p:nvSpPr>
        <p:spPr>
          <a:xfrm>
            <a:off x="271868" y="0"/>
            <a:ext cx="11648263" cy="5996762"/>
          </a:xfrm>
        </p:spPr>
        <p:txBody>
          <a:bodyPr>
            <a:noAutofit/>
          </a:bodyPr>
          <a:lstStyle/>
          <a:p>
            <a:pPr marL="0" lvl="1" indent="0">
              <a:buNone/>
            </a:pPr>
            <a:r>
              <a:rPr lang="en-US" altLang="zh-CN" sz="3600" b="1" dirty="0">
                <a:effectLst>
                  <a:outerShdw blurRad="38100" dist="38100" dir="2700000" algn="tl">
                    <a:srgbClr val="000000">
                      <a:alpha val="43137"/>
                    </a:srgbClr>
                  </a:outerShdw>
                </a:effectLst>
                <a:highlight>
                  <a:srgbClr val="DBDBF9"/>
                </a:highlight>
                <a:latin typeface="幼圆" panose="02010509060101010101" pitchFamily="49" charset="-122"/>
                <a:ea typeface="幼圆" panose="02010509060101010101" pitchFamily="49" charset="-122"/>
              </a:rPr>
              <a:t>【</a:t>
            </a:r>
            <a:r>
              <a:rPr lang="zh-CN" altLang="zh-CN" sz="3600" b="1" dirty="0">
                <a:effectLst>
                  <a:outerShdw blurRad="38100" dist="38100" dir="2700000" algn="tl">
                    <a:srgbClr val="000000">
                      <a:alpha val="43137"/>
                    </a:srgbClr>
                  </a:outerShdw>
                </a:effectLst>
                <a:highlight>
                  <a:srgbClr val="DBDBF9"/>
                </a:highlight>
                <a:latin typeface="幼圆" panose="02010509060101010101" pitchFamily="49" charset="-122"/>
                <a:ea typeface="幼圆" panose="02010509060101010101" pitchFamily="49" charset="-122"/>
              </a:rPr>
              <a:t>例</a:t>
            </a:r>
            <a:r>
              <a:rPr lang="en-US" altLang="zh-CN" sz="3600" b="1" dirty="0">
                <a:effectLst>
                  <a:outerShdw blurRad="38100" dist="38100" dir="2700000" algn="tl">
                    <a:srgbClr val="000000">
                      <a:alpha val="43137"/>
                    </a:srgbClr>
                  </a:outerShdw>
                </a:effectLst>
                <a:highlight>
                  <a:srgbClr val="DBDBF9"/>
                </a:highlight>
                <a:latin typeface="幼圆" panose="02010509060101010101" pitchFamily="49" charset="-122"/>
                <a:ea typeface="幼圆" panose="02010509060101010101" pitchFamily="49" charset="-122"/>
              </a:rPr>
              <a:t>】</a:t>
            </a:r>
            <a:r>
              <a:rPr lang="zh-CN" altLang="en-US" sz="3600" b="1" dirty="0">
                <a:effectLst>
                  <a:outerShdw blurRad="38100" dist="38100" dir="2700000" algn="tl">
                    <a:srgbClr val="000000">
                      <a:alpha val="43137"/>
                    </a:srgbClr>
                  </a:outerShdw>
                </a:effectLst>
                <a:highlight>
                  <a:srgbClr val="DBDBF9"/>
                </a:highlight>
                <a:latin typeface="幼圆" panose="02010509060101010101" pitchFamily="49" charset="-122"/>
                <a:ea typeface="幼圆" panose="02010509060101010101" pitchFamily="49" charset="-122"/>
              </a:rPr>
              <a:t>用不同编程语言对2+6进行描述。</a:t>
            </a:r>
          </a:p>
          <a:p>
            <a:pPr lvl="1" algn="just">
              <a:lnSpc>
                <a:spcPct val="90000"/>
              </a:lnSpc>
            </a:pPr>
            <a:r>
              <a:rPr lang="zh-CN" altLang="en-US" sz="3600" b="1" dirty="0">
                <a:solidFill>
                  <a:srgbClr val="FF0000"/>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机器语言描述</a:t>
            </a:r>
            <a:r>
              <a:rPr lang="zh-CN" altLang="en-US" sz="3600" b="1" dirty="0">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：2+6</a:t>
            </a:r>
          </a:p>
          <a:p>
            <a:pPr lvl="2" algn="just">
              <a:lnSpc>
                <a:spcPct val="90000"/>
              </a:lnSpc>
            </a:pPr>
            <a:r>
              <a:rPr lang="zh-CN" altLang="en-US" sz="3600" b="1" dirty="0">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101100</a:t>
            </a:r>
            <a:r>
              <a:rPr lang="zh-CN" altLang="en-US" sz="3600" b="1" dirty="0">
                <a:solidFill>
                  <a:schemeClr val="accent2"/>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000000</a:t>
            </a:r>
            <a:r>
              <a:rPr lang="zh-CN" altLang="en-US" sz="3600" b="1" dirty="0">
                <a:solidFill>
                  <a:srgbClr val="0000C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0110 </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将</a:t>
            </a:r>
            <a:r>
              <a:rPr lang="en-US" altLang="zh-CN"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6</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复制到寄存器</a:t>
            </a:r>
            <a:r>
              <a:rPr lang="en-US" altLang="zh-CN"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AL</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中</a:t>
            </a:r>
            <a:endParaRPr lang="zh-CN" altLang="en-US" sz="3600" b="1" dirty="0">
              <a:solidFill>
                <a:srgbClr val="0000C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a:p>
            <a:pPr lvl="2" algn="just">
              <a:lnSpc>
                <a:spcPct val="90000"/>
              </a:lnSpc>
            </a:pPr>
            <a:r>
              <a:rPr lang="zh-CN" altLang="en-US" sz="3600" b="1" dirty="0">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000001</a:t>
            </a:r>
            <a:r>
              <a:rPr lang="zh-CN" altLang="en-US" sz="3600" b="1" dirty="0">
                <a:solidFill>
                  <a:schemeClr val="accent2"/>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000000</a:t>
            </a:r>
            <a:r>
              <a:rPr lang="zh-CN" altLang="en-US" sz="3600" b="1" dirty="0">
                <a:solidFill>
                  <a:srgbClr val="0000C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0010 </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读取</a:t>
            </a:r>
            <a:r>
              <a:rPr lang="en-US" altLang="zh-CN"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2</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，将</a:t>
            </a:r>
            <a:r>
              <a:rPr lang="en-US" altLang="zh-CN"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2</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和</a:t>
            </a:r>
            <a:r>
              <a:rPr lang="en-US" altLang="zh-CN"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6</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相加</a:t>
            </a:r>
          </a:p>
          <a:p>
            <a:pPr lvl="2" algn="just">
              <a:lnSpc>
                <a:spcPct val="90000"/>
              </a:lnSpc>
            </a:pPr>
            <a:r>
              <a:rPr lang="zh-CN" altLang="en-US" sz="3600" b="1" dirty="0">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101000100101000000</a:t>
            </a:r>
            <a:r>
              <a:rPr lang="zh-CN" altLang="en-US" sz="3600" b="1" dirty="0">
                <a:solidFill>
                  <a:schemeClr val="accent2"/>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000000 </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将结果送到</a:t>
            </a:r>
            <a:r>
              <a:rPr lang="en-US" altLang="zh-CN"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VC</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内存单元</a:t>
            </a:r>
          </a:p>
          <a:p>
            <a:pPr lvl="1" algn="just">
              <a:lnSpc>
                <a:spcPct val="90000"/>
              </a:lnSpc>
            </a:pPr>
            <a:r>
              <a:rPr lang="zh-CN" altLang="en-US" sz="3600" b="1" dirty="0">
                <a:solidFill>
                  <a:srgbClr val="FF0000"/>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汇编语言描述</a:t>
            </a:r>
            <a:r>
              <a:rPr lang="zh-CN" altLang="en-US" sz="3600" b="1" dirty="0">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：2+6</a:t>
            </a:r>
          </a:p>
          <a:p>
            <a:pPr lvl="2" algn="just">
              <a:lnSpc>
                <a:spcPct val="90000"/>
              </a:lnSpc>
            </a:pPr>
            <a:r>
              <a:rPr lang="en-US" altLang="zh-CN" sz="3600" b="1" dirty="0">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MOV  AL，</a:t>
            </a:r>
            <a:r>
              <a:rPr lang="en-US" altLang="zh-CN" sz="3600" b="1" dirty="0">
                <a:solidFill>
                  <a:srgbClr val="0000C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6   </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将</a:t>
            </a:r>
            <a:r>
              <a:rPr lang="en-US" altLang="zh-CN"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6</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复制到寄存器</a:t>
            </a:r>
            <a:r>
              <a:rPr lang="en-US" altLang="zh-CN"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AL</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中</a:t>
            </a:r>
            <a:endParaRPr lang="en-US" altLang="zh-CN"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a:p>
            <a:pPr lvl="2" algn="just">
              <a:lnSpc>
                <a:spcPct val="90000"/>
              </a:lnSpc>
            </a:pPr>
            <a:r>
              <a:rPr lang="en-US" altLang="zh-CN" sz="3600" b="1" dirty="0">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ADD  AL，</a:t>
            </a:r>
            <a:r>
              <a:rPr lang="en-US" altLang="zh-CN" sz="3600" b="1" dirty="0">
                <a:solidFill>
                  <a:srgbClr val="0000C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2   </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读取</a:t>
            </a:r>
            <a:r>
              <a:rPr lang="en-US" altLang="zh-CN"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2</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，将</a:t>
            </a:r>
            <a:r>
              <a:rPr lang="en-US" altLang="zh-CN"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2</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和</a:t>
            </a:r>
            <a:r>
              <a:rPr lang="en-US" altLang="zh-CN"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6</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相加，结果保存在</a:t>
            </a:r>
            <a:r>
              <a:rPr lang="en-US" altLang="zh-CN"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AL</a:t>
            </a:r>
          </a:p>
          <a:p>
            <a:pPr lvl="2" algn="just">
              <a:lnSpc>
                <a:spcPct val="90000"/>
              </a:lnSpc>
            </a:pPr>
            <a:r>
              <a:rPr lang="en-US" altLang="zh-CN" sz="3600" b="1" dirty="0">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MOV  VC，AL  </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将结果送到</a:t>
            </a:r>
            <a:r>
              <a:rPr lang="en-US" altLang="zh-CN"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VC</a:t>
            </a:r>
            <a:r>
              <a:rPr lang="zh-CN" altLang="en-US"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内存单元</a:t>
            </a:r>
            <a:endParaRPr lang="en-US" altLang="zh-CN" sz="36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a:p>
            <a:pPr lvl="1" algn="just">
              <a:lnSpc>
                <a:spcPct val="90000"/>
              </a:lnSpc>
            </a:pPr>
            <a:r>
              <a:rPr lang="zh-CN" altLang="en-US" sz="3600" b="1" dirty="0">
                <a:solidFill>
                  <a:srgbClr val="FF0000"/>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高级语言描述</a:t>
            </a:r>
            <a:r>
              <a:rPr lang="zh-CN" altLang="en-US" sz="3600" b="1" dirty="0">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a:t>
            </a:r>
            <a:r>
              <a:rPr lang="en-US" altLang="zh-CN" sz="3600" b="1" dirty="0">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2</a:t>
            </a:r>
            <a:r>
              <a:rPr lang="zh-CN" altLang="en-US" sz="3600" b="1" dirty="0">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+6</a:t>
            </a:r>
          </a:p>
          <a:p>
            <a:pPr lvl="2" algn="just">
              <a:lnSpc>
                <a:spcPct val="90000"/>
              </a:lnSpc>
            </a:pPr>
            <a:r>
              <a:rPr lang="en-US" altLang="zh-CN" sz="3600" b="1" dirty="0">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A=</a:t>
            </a:r>
            <a:r>
              <a:rPr lang="en-US" altLang="zh-CN" sz="3600" b="1" dirty="0">
                <a:solidFill>
                  <a:srgbClr val="0000C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2</a:t>
            </a:r>
            <a:r>
              <a:rPr lang="en-US" altLang="zh-CN" sz="3600" b="1" dirty="0">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a:t>
            </a:r>
            <a:r>
              <a:rPr lang="en-US" altLang="zh-CN" sz="3600" b="1" dirty="0">
                <a:solidFill>
                  <a:srgbClr val="0000C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6</a:t>
            </a:r>
            <a:endParaRPr lang="zh-CN" altLang="zh-CN" sz="3600" b="1" dirty="0">
              <a:solidFill>
                <a:srgbClr val="0000C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384873096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FE697-5DA2-B8B8-DC2B-3BD5D2B182C8}"/>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8165D7BD-C67A-9272-7AC7-986181042D85}"/>
              </a:ext>
            </a:extLst>
          </p:cNvPr>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计算机语言</a:t>
            </a:r>
          </a:p>
        </p:txBody>
      </p:sp>
      <p:pic>
        <p:nvPicPr>
          <p:cNvPr id="9" name="Picture 2">
            <a:extLst>
              <a:ext uri="{FF2B5EF4-FFF2-40B4-BE49-F238E27FC236}">
                <a16:creationId xmlns:a16="http://schemas.microsoft.com/office/drawing/2014/main" id="{93987180-6074-DFC3-558B-C839A51A8E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A980C06F-8BED-9BB7-7E7B-F1EBF6D3F7F6}"/>
              </a:ext>
            </a:extLst>
          </p:cNvPr>
          <p:cNvSpPr txBox="1"/>
          <p:nvPr/>
        </p:nvSpPr>
        <p:spPr>
          <a:xfrm>
            <a:off x="-1" y="1095138"/>
            <a:ext cx="12443255" cy="4247317"/>
          </a:xfrm>
          <a:prstGeom prst="rect">
            <a:avLst/>
          </a:prstGeom>
          <a:noFill/>
        </p:spPr>
        <p:txBody>
          <a:bodyPr wrap="square" rtlCol="0">
            <a:spAutoFit/>
          </a:bodyPr>
          <a:lstStyle/>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rPr>
              <a:t>高级语言</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：和人类自然语言接近，屏蔽了硬件操作细节如内存分配，寄存器使用，是面向用户的语言。</a:t>
            </a:r>
            <a:endPar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a:p>
            <a:pPr marR="0" lvl="0" algn="l" defTabSz="914400" rtl="0" eaLnBrk="1" fontAlgn="auto" latinLnBrk="0" hangingPunct="1">
              <a:lnSpc>
                <a:spcPct val="100000"/>
              </a:lnSpc>
              <a:spcBef>
                <a:spcPts val="0"/>
              </a:spcBef>
              <a:spcAft>
                <a:spcPts val="0"/>
              </a:spcAft>
              <a:buClrTx/>
              <a:buSzTx/>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  </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00FF00"/>
                </a:highlight>
                <a:uLnTx/>
                <a:uFillTx/>
                <a:latin typeface="仿宋" panose="02010609060101010101" pitchFamily="49" charset="-122"/>
                <a:ea typeface="仿宋" panose="02010609060101010101" pitchFamily="49" charset="-122"/>
                <a:cs typeface="+mn-cs"/>
              </a:rPr>
              <a:t>优</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：易编写、可读性强、易移植。</a:t>
            </a:r>
          </a:p>
          <a:p>
            <a:pPr marR="0" lvl="0" algn="l" defTabSz="914400" rtl="0" eaLnBrk="1" fontAlgn="auto" latinLnBrk="0" hangingPunct="1">
              <a:lnSpc>
                <a:spcPct val="100000"/>
              </a:lnSpc>
              <a:spcBef>
                <a:spcPts val="0"/>
              </a:spcBef>
              <a:spcAft>
                <a:spcPts val="0"/>
              </a:spcAft>
              <a:buClrTx/>
              <a:buSzTx/>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  </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rPr>
              <a:t>缺</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：占用内存大、执行速度慢</a:t>
            </a:r>
          </a:p>
        </p:txBody>
      </p:sp>
    </p:spTree>
    <p:extLst>
      <p:ext uri="{BB962C8B-B14F-4D97-AF65-F5344CB8AC3E}">
        <p14:creationId xmlns:p14="http://schemas.microsoft.com/office/powerpoint/2010/main" val="6600371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8D58773-7E6B-3B19-AF37-ABE66ABF5C6D}"/>
              </a:ext>
            </a:extLst>
          </p:cNvPr>
          <p:cNvSpPr>
            <a:spLocks noGrp="1"/>
          </p:cNvSpPr>
          <p:nvPr>
            <p:ph idx="1"/>
          </p:nvPr>
        </p:nvSpPr>
        <p:spPr/>
        <p:txBody>
          <a:bodyPr/>
          <a:lstStyle/>
          <a:p>
            <a:endParaRPr lang="zh-CN" altLang="en-US"/>
          </a:p>
        </p:txBody>
      </p:sp>
      <p:graphicFrame>
        <p:nvGraphicFramePr>
          <p:cNvPr id="4" name="表格 3">
            <a:extLst>
              <a:ext uri="{FF2B5EF4-FFF2-40B4-BE49-F238E27FC236}">
                <a16:creationId xmlns:a16="http://schemas.microsoft.com/office/drawing/2014/main" id="{7C00CA5E-82D3-0769-534F-8115246C0A25}"/>
              </a:ext>
            </a:extLst>
          </p:cNvPr>
          <p:cNvGraphicFramePr>
            <a:graphicFrameLocks noGrp="1"/>
          </p:cNvGraphicFramePr>
          <p:nvPr/>
        </p:nvGraphicFramePr>
        <p:xfrm>
          <a:off x="-1" y="609371"/>
          <a:ext cx="12192001" cy="6135180"/>
        </p:xfrm>
        <a:graphic>
          <a:graphicData uri="http://schemas.openxmlformats.org/drawingml/2006/table">
            <a:tbl>
              <a:tblPr firstRow="1" firstCol="1" bandRow="1">
                <a:tableStyleId>{5C22544A-7EE6-4342-B048-85BDC9FD1C3A}</a:tableStyleId>
              </a:tblPr>
              <a:tblGrid>
                <a:gridCol w="971421">
                  <a:extLst>
                    <a:ext uri="{9D8B030D-6E8A-4147-A177-3AD203B41FA5}">
                      <a16:colId xmlns:a16="http://schemas.microsoft.com/office/drawing/2014/main" val="756436236"/>
                    </a:ext>
                  </a:extLst>
                </a:gridCol>
                <a:gridCol w="1550453">
                  <a:extLst>
                    <a:ext uri="{9D8B030D-6E8A-4147-A177-3AD203B41FA5}">
                      <a16:colId xmlns:a16="http://schemas.microsoft.com/office/drawing/2014/main" val="3477108290"/>
                    </a:ext>
                  </a:extLst>
                </a:gridCol>
                <a:gridCol w="2517466">
                  <a:extLst>
                    <a:ext uri="{9D8B030D-6E8A-4147-A177-3AD203B41FA5}">
                      <a16:colId xmlns:a16="http://schemas.microsoft.com/office/drawing/2014/main" val="3688729358"/>
                    </a:ext>
                  </a:extLst>
                </a:gridCol>
                <a:gridCol w="1235954">
                  <a:extLst>
                    <a:ext uri="{9D8B030D-6E8A-4147-A177-3AD203B41FA5}">
                      <a16:colId xmlns:a16="http://schemas.microsoft.com/office/drawing/2014/main" val="712027223"/>
                    </a:ext>
                  </a:extLst>
                </a:gridCol>
                <a:gridCol w="1021389">
                  <a:extLst>
                    <a:ext uri="{9D8B030D-6E8A-4147-A177-3AD203B41FA5}">
                      <a16:colId xmlns:a16="http://schemas.microsoft.com/office/drawing/2014/main" val="282696881"/>
                    </a:ext>
                  </a:extLst>
                </a:gridCol>
                <a:gridCol w="1862014">
                  <a:extLst>
                    <a:ext uri="{9D8B030D-6E8A-4147-A177-3AD203B41FA5}">
                      <a16:colId xmlns:a16="http://schemas.microsoft.com/office/drawing/2014/main" val="352605914"/>
                    </a:ext>
                  </a:extLst>
                </a:gridCol>
                <a:gridCol w="1809107">
                  <a:extLst>
                    <a:ext uri="{9D8B030D-6E8A-4147-A177-3AD203B41FA5}">
                      <a16:colId xmlns:a16="http://schemas.microsoft.com/office/drawing/2014/main" val="277200740"/>
                    </a:ext>
                  </a:extLst>
                </a:gridCol>
                <a:gridCol w="1224197">
                  <a:extLst>
                    <a:ext uri="{9D8B030D-6E8A-4147-A177-3AD203B41FA5}">
                      <a16:colId xmlns:a16="http://schemas.microsoft.com/office/drawing/2014/main" val="1862608413"/>
                    </a:ext>
                  </a:extLst>
                </a:gridCol>
              </a:tblGrid>
              <a:tr h="452660">
                <a:tc>
                  <a:txBody>
                    <a:bodyPr/>
                    <a:lstStyle/>
                    <a:p>
                      <a:pPr algn="just">
                        <a:lnSpc>
                          <a:spcPct val="150000"/>
                        </a:lnSpc>
                        <a:spcAft>
                          <a:spcPts val="0"/>
                        </a:spcAft>
                      </a:pPr>
                      <a:r>
                        <a:rPr lang="zh-CN" sz="2600" kern="0" dirty="0">
                          <a:effectLst/>
                          <a:latin typeface="黑体" panose="02010609060101010101" pitchFamily="49" charset="-122"/>
                          <a:ea typeface="黑体" panose="02010609060101010101" pitchFamily="49" charset="-122"/>
                        </a:rPr>
                        <a:t>排名</a:t>
                      </a:r>
                      <a:endParaRPr lang="zh-CN" sz="2600" kern="100" dirty="0">
                        <a:effectLst/>
                        <a:latin typeface="黑体" panose="02010609060101010101" pitchFamily="49" charset="-122"/>
                        <a:ea typeface="黑体" panose="02010609060101010101" pitchFamily="49" charset="-122"/>
                      </a:endParaRPr>
                    </a:p>
                  </a:txBody>
                  <a:tcPr marL="68580" marR="68580" marT="0" marB="0">
                    <a:solidFill>
                      <a:srgbClr val="003399"/>
                    </a:solidFill>
                  </a:tcPr>
                </a:tc>
                <a:tc>
                  <a:txBody>
                    <a:bodyPr/>
                    <a:lstStyle/>
                    <a:p>
                      <a:pPr marL="0" algn="just" defTabSz="914400" rtl="0" eaLnBrk="1" latinLnBrk="0" hangingPunct="1">
                        <a:lnSpc>
                          <a:spcPct val="150000"/>
                        </a:lnSpc>
                        <a:spcAft>
                          <a:spcPts val="0"/>
                        </a:spcAft>
                      </a:pPr>
                      <a:r>
                        <a:rPr lang="zh-CN" altLang="en-US" sz="2600" b="1" kern="0" dirty="0">
                          <a:solidFill>
                            <a:schemeClr val="lt1"/>
                          </a:solidFill>
                          <a:effectLst/>
                          <a:latin typeface="黑体" panose="02010609060101010101" pitchFamily="49" charset="-122"/>
                          <a:ea typeface="黑体" panose="02010609060101010101" pitchFamily="49" charset="-122"/>
                          <a:cs typeface="+mn-cs"/>
                        </a:rPr>
                        <a:t>编程语言</a:t>
                      </a:r>
                    </a:p>
                  </a:txBody>
                  <a:tcPr marL="68580" marR="68580" marT="0" marB="0">
                    <a:solidFill>
                      <a:srgbClr val="003399"/>
                    </a:solidFill>
                  </a:tcPr>
                </a:tc>
                <a:tc>
                  <a:txBody>
                    <a:bodyPr/>
                    <a:lstStyle/>
                    <a:p>
                      <a:pPr marL="0" algn="just" defTabSz="914400" rtl="0" eaLnBrk="1" latinLnBrk="0" hangingPunct="1">
                        <a:lnSpc>
                          <a:spcPct val="150000"/>
                        </a:lnSpc>
                        <a:spcAft>
                          <a:spcPts val="0"/>
                        </a:spcAft>
                      </a:pPr>
                      <a:r>
                        <a:rPr lang="zh-CN" altLang="en-US" sz="2600" b="1" kern="0" dirty="0">
                          <a:solidFill>
                            <a:schemeClr val="lt1"/>
                          </a:solidFill>
                          <a:effectLst/>
                          <a:latin typeface="黑体" panose="02010609060101010101" pitchFamily="49" charset="-122"/>
                          <a:ea typeface="黑体" panose="02010609060101010101" pitchFamily="49" charset="-122"/>
                          <a:cs typeface="+mn-cs"/>
                        </a:rPr>
                        <a:t>应用领域</a:t>
                      </a:r>
                    </a:p>
                  </a:txBody>
                  <a:tcPr marL="68580" marR="68580" marT="0" marB="0">
                    <a:solidFill>
                      <a:srgbClr val="003399"/>
                    </a:solidFill>
                  </a:tcPr>
                </a:tc>
                <a:tc>
                  <a:txBody>
                    <a:bodyPr/>
                    <a:lstStyle/>
                    <a:p>
                      <a:pPr marL="0" algn="just" defTabSz="914400" rtl="0" eaLnBrk="1" latinLnBrk="0" hangingPunct="1">
                        <a:lnSpc>
                          <a:spcPct val="150000"/>
                        </a:lnSpc>
                        <a:spcAft>
                          <a:spcPts val="0"/>
                        </a:spcAft>
                      </a:pPr>
                      <a:r>
                        <a:rPr lang="zh-CN" altLang="en-US" sz="2600" b="1" kern="0" dirty="0">
                          <a:solidFill>
                            <a:schemeClr val="lt1"/>
                          </a:solidFill>
                          <a:effectLst/>
                          <a:latin typeface="黑体" panose="02010609060101010101" pitchFamily="49" charset="-122"/>
                          <a:ea typeface="黑体" panose="02010609060101010101" pitchFamily="49" charset="-122"/>
                          <a:cs typeface="+mn-cs"/>
                        </a:rPr>
                        <a:t>关注度</a:t>
                      </a:r>
                    </a:p>
                  </a:txBody>
                  <a:tcPr marL="68580" marR="68580" marT="0" marB="0">
                    <a:solidFill>
                      <a:srgbClr val="003399"/>
                    </a:solidFill>
                  </a:tcPr>
                </a:tc>
                <a:tc>
                  <a:txBody>
                    <a:bodyPr/>
                    <a:lstStyle/>
                    <a:p>
                      <a:pPr marL="0" algn="just" defTabSz="914400" rtl="0" eaLnBrk="1" latinLnBrk="0" hangingPunct="1">
                        <a:lnSpc>
                          <a:spcPct val="150000"/>
                        </a:lnSpc>
                        <a:spcAft>
                          <a:spcPts val="0"/>
                        </a:spcAft>
                      </a:pPr>
                      <a:r>
                        <a:rPr lang="zh-CN" altLang="en-US" sz="2600" b="1" kern="0" dirty="0">
                          <a:solidFill>
                            <a:schemeClr val="lt1"/>
                          </a:solidFill>
                          <a:effectLst/>
                          <a:latin typeface="黑体" panose="02010609060101010101" pitchFamily="49" charset="-122"/>
                          <a:ea typeface="黑体" panose="02010609060101010101" pitchFamily="49" charset="-122"/>
                          <a:cs typeface="+mn-cs"/>
                        </a:rPr>
                        <a:t>排名</a:t>
                      </a:r>
                    </a:p>
                  </a:txBody>
                  <a:tcPr marL="68580" marR="68580" marT="0" marB="0">
                    <a:solidFill>
                      <a:srgbClr val="003399"/>
                    </a:solidFill>
                  </a:tcPr>
                </a:tc>
                <a:tc>
                  <a:txBody>
                    <a:bodyPr/>
                    <a:lstStyle/>
                    <a:p>
                      <a:pPr marL="0" algn="just" defTabSz="914400" rtl="0" eaLnBrk="1" latinLnBrk="0" hangingPunct="1">
                        <a:lnSpc>
                          <a:spcPct val="150000"/>
                        </a:lnSpc>
                        <a:spcAft>
                          <a:spcPts val="0"/>
                        </a:spcAft>
                      </a:pPr>
                      <a:r>
                        <a:rPr lang="zh-CN" altLang="en-US" sz="2600" b="1" kern="0" dirty="0">
                          <a:solidFill>
                            <a:schemeClr val="lt1"/>
                          </a:solidFill>
                          <a:effectLst/>
                          <a:latin typeface="黑体" panose="02010609060101010101" pitchFamily="49" charset="-122"/>
                          <a:ea typeface="黑体" panose="02010609060101010101" pitchFamily="49" charset="-122"/>
                          <a:cs typeface="+mn-cs"/>
                        </a:rPr>
                        <a:t>编程语言</a:t>
                      </a:r>
                    </a:p>
                  </a:txBody>
                  <a:tcPr marL="68580" marR="68580" marT="0" marB="0">
                    <a:solidFill>
                      <a:srgbClr val="003399"/>
                    </a:solidFill>
                  </a:tcPr>
                </a:tc>
                <a:tc>
                  <a:txBody>
                    <a:bodyPr/>
                    <a:lstStyle/>
                    <a:p>
                      <a:pPr marL="0" algn="just" defTabSz="914400" rtl="0" eaLnBrk="1" latinLnBrk="0" hangingPunct="1">
                        <a:lnSpc>
                          <a:spcPct val="150000"/>
                        </a:lnSpc>
                        <a:spcAft>
                          <a:spcPts val="0"/>
                        </a:spcAft>
                      </a:pPr>
                      <a:r>
                        <a:rPr lang="zh-CN" altLang="en-US" sz="2600" b="1" kern="0" dirty="0">
                          <a:solidFill>
                            <a:schemeClr val="lt1"/>
                          </a:solidFill>
                          <a:effectLst/>
                          <a:latin typeface="黑体" panose="02010609060101010101" pitchFamily="49" charset="-122"/>
                          <a:ea typeface="黑体" panose="02010609060101010101" pitchFamily="49" charset="-122"/>
                          <a:cs typeface="+mn-cs"/>
                        </a:rPr>
                        <a:t>应用领域</a:t>
                      </a:r>
                    </a:p>
                  </a:txBody>
                  <a:tcPr marL="68580" marR="68580" marT="0" marB="0">
                    <a:solidFill>
                      <a:srgbClr val="003399"/>
                    </a:solidFill>
                  </a:tcPr>
                </a:tc>
                <a:tc>
                  <a:txBody>
                    <a:bodyPr/>
                    <a:lstStyle/>
                    <a:p>
                      <a:pPr marL="0" algn="just" defTabSz="914400" rtl="0" eaLnBrk="1" latinLnBrk="0" hangingPunct="1">
                        <a:lnSpc>
                          <a:spcPct val="150000"/>
                        </a:lnSpc>
                        <a:spcAft>
                          <a:spcPts val="0"/>
                        </a:spcAft>
                      </a:pPr>
                      <a:r>
                        <a:rPr lang="zh-CN" altLang="en-US" sz="2600" b="1" kern="0" dirty="0">
                          <a:solidFill>
                            <a:schemeClr val="lt1"/>
                          </a:solidFill>
                          <a:effectLst/>
                          <a:latin typeface="黑体" panose="02010609060101010101" pitchFamily="49" charset="-122"/>
                          <a:ea typeface="黑体" panose="02010609060101010101" pitchFamily="49" charset="-122"/>
                          <a:cs typeface="+mn-cs"/>
                        </a:rPr>
                        <a:t>关注度</a:t>
                      </a:r>
                    </a:p>
                  </a:txBody>
                  <a:tcPr marL="68580" marR="68580" marT="0" marB="0">
                    <a:solidFill>
                      <a:srgbClr val="003399"/>
                    </a:solidFill>
                  </a:tcPr>
                </a:tc>
                <a:extLst>
                  <a:ext uri="{0D108BD9-81ED-4DB2-BD59-A6C34878D82A}">
                    <a16:rowId xmlns:a16="http://schemas.microsoft.com/office/drawing/2014/main" val="3168731953"/>
                  </a:ext>
                </a:extLst>
              </a:tr>
              <a:tr h="429824">
                <a:tc>
                  <a:txBody>
                    <a:bodyPr/>
                    <a:lstStyle/>
                    <a:p>
                      <a:pPr algn="ctr">
                        <a:lnSpc>
                          <a:spcPct val="150000"/>
                        </a:lnSpc>
                        <a:spcAft>
                          <a:spcPts val="0"/>
                        </a:spcAft>
                      </a:pPr>
                      <a:r>
                        <a:rPr lang="en-US" sz="2800" kern="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endParaRPr lang="zh-CN" sz="2800" kern="10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a:effectLst/>
                          <a:latin typeface="Times New Roman" panose="02020603050405020304" pitchFamily="18" charset="0"/>
                          <a:ea typeface="黑体" panose="02010609060101010101" pitchFamily="49" charset="-122"/>
                          <a:cs typeface="Times New Roman" panose="02020603050405020304" pitchFamily="18" charset="0"/>
                        </a:rPr>
                        <a:t>Python</a:t>
                      </a:r>
                      <a:endParaRPr lang="zh-CN" sz="2800" b="1"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l">
                        <a:lnSpc>
                          <a:spcPct val="150000"/>
                        </a:lnSpc>
                        <a:spcAft>
                          <a:spcPts val="0"/>
                        </a:spcAft>
                      </a:pPr>
                      <a:r>
                        <a:rPr lang="zh-CN" sz="2800" kern="0" dirty="0">
                          <a:effectLst/>
                          <a:latin typeface="Times New Roman" panose="02020603050405020304" pitchFamily="18" charset="0"/>
                          <a:ea typeface="黑体" panose="02010609060101010101" pitchFamily="49" charset="-122"/>
                          <a:cs typeface="Times New Roman" panose="02020603050405020304" pitchFamily="18" charset="0"/>
                        </a:rPr>
                        <a:t>网络</a:t>
                      </a:r>
                      <a:r>
                        <a:rPr lang="en-US" altLang="zh-CN" sz="2800" kern="0" dirty="0">
                          <a:effectLst/>
                          <a:latin typeface="Times New Roman" panose="02020603050405020304" pitchFamily="18" charset="0"/>
                          <a:ea typeface="黑体" panose="02010609060101010101" pitchFamily="49" charset="-122"/>
                          <a:cs typeface="Times New Roman" panose="02020603050405020304" pitchFamily="18" charset="0"/>
                        </a:rPr>
                        <a:t>/</a:t>
                      </a:r>
                      <a:r>
                        <a:rPr lang="en-US" sz="2800" kern="0" dirty="0">
                          <a:effectLst/>
                          <a:latin typeface="Times New Roman" panose="02020603050405020304" pitchFamily="18" charset="0"/>
                          <a:ea typeface="黑体" panose="02010609060101010101" pitchFamily="49" charset="-122"/>
                          <a:cs typeface="Times New Roman" panose="02020603050405020304" pitchFamily="18" charset="0"/>
                        </a:rPr>
                        <a:t>PC</a:t>
                      </a:r>
                      <a:endParaRPr lang="zh-CN" sz="280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just">
                        <a:lnSpc>
                          <a:spcPct val="150000"/>
                        </a:lnSpc>
                        <a:spcAft>
                          <a:spcPts val="0"/>
                        </a:spcAft>
                      </a:pPr>
                      <a:r>
                        <a:rPr lang="en-US" sz="2800" kern="0">
                          <a:effectLst/>
                          <a:latin typeface="Times New Roman" panose="02020603050405020304" pitchFamily="18" charset="0"/>
                          <a:ea typeface="黑体" panose="02010609060101010101" pitchFamily="49" charset="-122"/>
                          <a:cs typeface="Times New Roman" panose="02020603050405020304" pitchFamily="18" charset="0"/>
                        </a:rPr>
                        <a:t>100.0</a:t>
                      </a:r>
                      <a:endParaRPr lang="zh-CN" sz="2800"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800" b="1" kern="0">
                          <a:solidFill>
                            <a:schemeClr val="tx1"/>
                          </a:solidFill>
                          <a:effectLst/>
                          <a:latin typeface="Times New Roman" panose="02020603050405020304" pitchFamily="18" charset="0"/>
                          <a:cs typeface="Times New Roman" panose="02020603050405020304" pitchFamily="18" charset="0"/>
                        </a:rPr>
                        <a:t>11</a:t>
                      </a:r>
                      <a:endParaRPr lang="zh-CN" sz="2800" b="1"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a:effectLst/>
                          <a:latin typeface="Times New Roman" panose="02020603050405020304" pitchFamily="18" charset="0"/>
                          <a:cs typeface="Times New Roman" panose="02020603050405020304" pitchFamily="18" charset="0"/>
                        </a:rPr>
                        <a:t>Ruby</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50000"/>
                        </a:lnSpc>
                        <a:spcAft>
                          <a:spcPts val="0"/>
                        </a:spcAft>
                      </a:pPr>
                      <a:r>
                        <a:rPr lang="zh-CN" sz="2800" b="0" kern="0" dirty="0">
                          <a:effectLst/>
                          <a:latin typeface="Times New Roman" panose="02020603050405020304" pitchFamily="18" charset="0"/>
                          <a:ea typeface="黑体" panose="02010609060101010101" pitchFamily="49" charset="-122"/>
                          <a:cs typeface="Times New Roman" panose="02020603050405020304" pitchFamily="18" charset="0"/>
                        </a:rPr>
                        <a:t>网络</a:t>
                      </a:r>
                      <a:r>
                        <a:rPr lang="en-US" altLang="zh-CN" sz="2800" b="0" kern="0" dirty="0">
                          <a:effectLst/>
                          <a:latin typeface="Times New Roman" panose="02020603050405020304" pitchFamily="18" charset="0"/>
                          <a:ea typeface="黑体" panose="02010609060101010101" pitchFamily="49" charset="-122"/>
                          <a:cs typeface="Times New Roman" panose="02020603050405020304" pitchFamily="18" charset="0"/>
                        </a:rPr>
                        <a:t>/</a:t>
                      </a:r>
                      <a:r>
                        <a:rPr lang="en-US" sz="2800" b="0" kern="0" dirty="0">
                          <a:effectLst/>
                          <a:latin typeface="Times New Roman" panose="02020603050405020304" pitchFamily="18" charset="0"/>
                          <a:ea typeface="黑体" panose="02010609060101010101" pitchFamily="49" charset="-122"/>
                          <a:cs typeface="Times New Roman" panose="02020603050405020304" pitchFamily="18" charset="0"/>
                        </a:rPr>
                        <a:t>PC</a:t>
                      </a:r>
                      <a:endParaRPr lang="zh-CN" sz="2800" b="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just">
                        <a:lnSpc>
                          <a:spcPct val="150000"/>
                        </a:lnSpc>
                        <a:spcAft>
                          <a:spcPts val="0"/>
                        </a:spcAft>
                      </a:pPr>
                      <a:r>
                        <a:rPr lang="en-US" sz="2800" b="0" kern="0">
                          <a:effectLst/>
                          <a:latin typeface="Times New Roman" panose="02020603050405020304" pitchFamily="18" charset="0"/>
                          <a:cs typeface="Times New Roman" panose="02020603050405020304" pitchFamily="18" charset="0"/>
                        </a:rPr>
                        <a:t>66.8</a:t>
                      </a:r>
                      <a:endParaRPr lang="zh-CN" sz="2800" b="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2594510"/>
                  </a:ext>
                </a:extLst>
              </a:tr>
              <a:tr h="466196">
                <a:tc>
                  <a:txBody>
                    <a:bodyPr/>
                    <a:lstStyle/>
                    <a:p>
                      <a:pPr algn="ctr">
                        <a:lnSpc>
                          <a:spcPct val="150000"/>
                        </a:lnSpc>
                        <a:spcAft>
                          <a:spcPts val="0"/>
                        </a:spcAft>
                      </a:pPr>
                      <a:r>
                        <a:rPr lang="en-US" sz="2800" kern="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endParaRPr lang="zh-CN" sz="2800" kern="10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a:effectLst/>
                          <a:latin typeface="Times New Roman" panose="02020603050405020304" pitchFamily="18" charset="0"/>
                          <a:ea typeface="黑体" panose="02010609060101010101" pitchFamily="49" charset="-122"/>
                          <a:cs typeface="Times New Roman" panose="02020603050405020304" pitchFamily="18" charset="0"/>
                        </a:rPr>
                        <a:t>Java</a:t>
                      </a:r>
                      <a:endParaRPr lang="zh-CN" sz="2800" b="1"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l">
                        <a:lnSpc>
                          <a:spcPct val="150000"/>
                        </a:lnSpc>
                        <a:spcAft>
                          <a:spcPts val="0"/>
                        </a:spcAft>
                      </a:pPr>
                      <a:r>
                        <a:rPr lang="en-US" sz="2800" kern="0" dirty="0">
                          <a:effectLst/>
                          <a:latin typeface="Times New Roman" panose="02020603050405020304" pitchFamily="18" charset="0"/>
                          <a:ea typeface="黑体" panose="02010609060101010101" pitchFamily="49" charset="-122"/>
                          <a:cs typeface="Times New Roman" panose="02020603050405020304" pitchFamily="18" charset="0"/>
                        </a:rPr>
                        <a:t>PC/</a:t>
                      </a:r>
                      <a:r>
                        <a:rPr lang="zh-CN" sz="2800" kern="0" dirty="0">
                          <a:effectLst/>
                          <a:latin typeface="Times New Roman" panose="02020603050405020304" pitchFamily="18" charset="0"/>
                          <a:ea typeface="黑体" panose="02010609060101010101" pitchFamily="49" charset="-122"/>
                          <a:cs typeface="Times New Roman" panose="02020603050405020304" pitchFamily="18" charset="0"/>
                        </a:rPr>
                        <a:t>手机</a:t>
                      </a:r>
                      <a:r>
                        <a:rPr lang="en-US" altLang="zh-CN" sz="2800" kern="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2800" kern="0" dirty="0">
                          <a:effectLst/>
                          <a:latin typeface="Times New Roman" panose="02020603050405020304" pitchFamily="18" charset="0"/>
                          <a:ea typeface="黑体" panose="02010609060101010101" pitchFamily="49" charset="-122"/>
                          <a:cs typeface="Times New Roman" panose="02020603050405020304" pitchFamily="18" charset="0"/>
                        </a:rPr>
                        <a:t>网络</a:t>
                      </a:r>
                      <a:endParaRPr lang="zh-CN" sz="280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just">
                        <a:lnSpc>
                          <a:spcPct val="150000"/>
                        </a:lnSpc>
                        <a:spcAft>
                          <a:spcPts val="0"/>
                        </a:spcAft>
                      </a:pPr>
                      <a:r>
                        <a:rPr lang="en-US" sz="2800" kern="0">
                          <a:effectLst/>
                          <a:latin typeface="Times New Roman" panose="02020603050405020304" pitchFamily="18" charset="0"/>
                          <a:ea typeface="黑体" panose="02010609060101010101" pitchFamily="49" charset="-122"/>
                          <a:cs typeface="Times New Roman" panose="02020603050405020304" pitchFamily="18" charset="0"/>
                        </a:rPr>
                        <a:t>95.3</a:t>
                      </a:r>
                      <a:endParaRPr lang="zh-CN" sz="2800"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800" b="1" kern="0">
                          <a:solidFill>
                            <a:schemeClr val="tx1"/>
                          </a:solidFill>
                          <a:effectLst/>
                          <a:latin typeface="Times New Roman" panose="02020603050405020304" pitchFamily="18" charset="0"/>
                          <a:cs typeface="Times New Roman" panose="02020603050405020304" pitchFamily="18" charset="0"/>
                        </a:rPr>
                        <a:t>12</a:t>
                      </a:r>
                      <a:endParaRPr lang="zh-CN" sz="2800" b="1"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a:effectLst/>
                          <a:latin typeface="Times New Roman" panose="02020603050405020304" pitchFamily="18" charset="0"/>
                          <a:cs typeface="Times New Roman" panose="02020603050405020304" pitchFamily="18" charset="0"/>
                        </a:rPr>
                        <a:t>Dart</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50000"/>
                        </a:lnSpc>
                        <a:spcAft>
                          <a:spcPts val="0"/>
                        </a:spcAft>
                      </a:pPr>
                      <a:r>
                        <a:rPr lang="zh-CN" sz="2800" b="0" kern="0" dirty="0">
                          <a:effectLst/>
                          <a:latin typeface="Times New Roman" panose="02020603050405020304" pitchFamily="18" charset="0"/>
                          <a:ea typeface="黑体" panose="02010609060101010101" pitchFamily="49" charset="-122"/>
                          <a:cs typeface="Times New Roman" panose="02020603050405020304" pitchFamily="18" charset="0"/>
                        </a:rPr>
                        <a:t>网络</a:t>
                      </a:r>
                      <a:r>
                        <a:rPr lang="en-US" altLang="zh-CN" sz="2800" b="0" kern="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2800" b="0" kern="0" dirty="0">
                          <a:effectLst/>
                          <a:latin typeface="Times New Roman" panose="02020603050405020304" pitchFamily="18" charset="0"/>
                          <a:ea typeface="黑体" panose="02010609060101010101" pitchFamily="49" charset="-122"/>
                          <a:cs typeface="Times New Roman" panose="02020603050405020304" pitchFamily="18" charset="0"/>
                        </a:rPr>
                        <a:t>手机</a:t>
                      </a:r>
                      <a:endParaRPr lang="zh-CN" sz="2800" b="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indent="228600" algn="ctr">
                        <a:lnSpc>
                          <a:spcPct val="150000"/>
                        </a:lnSpc>
                        <a:spcAft>
                          <a:spcPts val="0"/>
                        </a:spcAft>
                      </a:pPr>
                      <a:r>
                        <a:rPr lang="en-US" sz="2800" b="0" kern="0" dirty="0">
                          <a:effectLst/>
                          <a:latin typeface="Times New Roman" panose="02020603050405020304" pitchFamily="18" charset="0"/>
                          <a:cs typeface="Times New Roman" panose="02020603050405020304" pitchFamily="18" charset="0"/>
                        </a:rPr>
                        <a:t>65.6</a:t>
                      </a:r>
                      <a:endParaRPr lang="zh-CN" sz="28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965258773"/>
                  </a:ext>
                </a:extLst>
              </a:tr>
              <a:tr h="466196">
                <a:tc>
                  <a:txBody>
                    <a:bodyPr/>
                    <a:lstStyle/>
                    <a:p>
                      <a:pPr algn="ctr">
                        <a:lnSpc>
                          <a:spcPct val="150000"/>
                        </a:lnSpc>
                        <a:spcAft>
                          <a:spcPts val="0"/>
                        </a:spcAft>
                      </a:pPr>
                      <a:r>
                        <a:rPr lang="en-US" sz="2800" kern="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endParaRPr lang="zh-CN" sz="2800" kern="10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a:effectLst/>
                          <a:latin typeface="Times New Roman" panose="02020603050405020304" pitchFamily="18" charset="0"/>
                          <a:ea typeface="黑体" panose="02010609060101010101" pitchFamily="49" charset="-122"/>
                          <a:cs typeface="Times New Roman" panose="02020603050405020304" pitchFamily="18" charset="0"/>
                        </a:rPr>
                        <a:t>C</a:t>
                      </a:r>
                      <a:endParaRPr lang="zh-CN" sz="2800" b="1"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l">
                        <a:lnSpc>
                          <a:spcPct val="150000"/>
                        </a:lnSpc>
                        <a:spcAft>
                          <a:spcPts val="0"/>
                        </a:spcAft>
                      </a:pPr>
                      <a:r>
                        <a:rPr lang="en-US" sz="2800" kern="0" dirty="0">
                          <a:effectLst/>
                          <a:latin typeface="Times New Roman" panose="02020603050405020304" pitchFamily="18" charset="0"/>
                          <a:ea typeface="黑体" panose="02010609060101010101" pitchFamily="49" charset="-122"/>
                          <a:cs typeface="Times New Roman" panose="02020603050405020304" pitchFamily="18" charset="0"/>
                        </a:rPr>
                        <a:t>PC</a:t>
                      </a:r>
                      <a:r>
                        <a:rPr lang="en-US" altLang="zh-CN" sz="2800" kern="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2800" kern="0" dirty="0">
                          <a:effectLst/>
                          <a:latin typeface="Times New Roman" panose="02020603050405020304" pitchFamily="18" charset="0"/>
                          <a:ea typeface="黑体" panose="02010609060101010101" pitchFamily="49" charset="-122"/>
                          <a:cs typeface="Times New Roman" panose="02020603050405020304" pitchFamily="18" charset="0"/>
                        </a:rPr>
                        <a:t>手机</a:t>
                      </a:r>
                      <a:r>
                        <a:rPr lang="en-US" altLang="zh-CN" sz="2800" kern="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2800" kern="0" dirty="0">
                          <a:effectLst/>
                          <a:latin typeface="Times New Roman" panose="02020603050405020304" pitchFamily="18" charset="0"/>
                          <a:ea typeface="黑体" panose="02010609060101010101" pitchFamily="49" charset="-122"/>
                          <a:cs typeface="Times New Roman" panose="02020603050405020304" pitchFamily="18" charset="0"/>
                        </a:rPr>
                        <a:t>嵌入</a:t>
                      </a:r>
                      <a:endParaRPr lang="zh-CN" sz="280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just">
                        <a:lnSpc>
                          <a:spcPct val="150000"/>
                        </a:lnSpc>
                        <a:spcAft>
                          <a:spcPts val="0"/>
                        </a:spcAft>
                      </a:pPr>
                      <a:r>
                        <a:rPr lang="en-US" sz="2800" kern="0">
                          <a:effectLst/>
                          <a:latin typeface="Times New Roman" panose="02020603050405020304" pitchFamily="18" charset="0"/>
                          <a:ea typeface="黑体" panose="02010609060101010101" pitchFamily="49" charset="-122"/>
                          <a:cs typeface="Times New Roman" panose="02020603050405020304" pitchFamily="18" charset="0"/>
                        </a:rPr>
                        <a:t>94.6</a:t>
                      </a:r>
                      <a:endParaRPr lang="zh-CN" sz="2800"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800" b="1" kern="0">
                          <a:solidFill>
                            <a:schemeClr val="tx1"/>
                          </a:solidFill>
                          <a:effectLst/>
                          <a:latin typeface="Times New Roman" panose="02020603050405020304" pitchFamily="18" charset="0"/>
                          <a:cs typeface="Times New Roman" panose="02020603050405020304" pitchFamily="18" charset="0"/>
                        </a:rPr>
                        <a:t>13</a:t>
                      </a:r>
                      <a:endParaRPr lang="zh-CN" sz="2800" b="1"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a:effectLst/>
                          <a:latin typeface="Times New Roman" panose="02020603050405020304" pitchFamily="18" charset="0"/>
                          <a:cs typeface="Times New Roman" panose="02020603050405020304" pitchFamily="18" charset="0"/>
                        </a:rPr>
                        <a:t>SQL</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50000"/>
                        </a:lnSpc>
                        <a:spcAft>
                          <a:spcPts val="0"/>
                        </a:spcAft>
                      </a:pPr>
                      <a:r>
                        <a:rPr lang="en-US" sz="2800" b="0" kern="0">
                          <a:effectLst/>
                          <a:latin typeface="Times New Roman" panose="02020603050405020304" pitchFamily="18" charset="0"/>
                          <a:ea typeface="黑体" panose="02010609060101010101" pitchFamily="49" charset="-122"/>
                          <a:cs typeface="Times New Roman" panose="02020603050405020304" pitchFamily="18" charset="0"/>
                        </a:rPr>
                        <a:t>PC</a:t>
                      </a:r>
                      <a:endParaRPr lang="zh-CN" sz="2800" b="0"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indent="228600" algn="ctr">
                        <a:lnSpc>
                          <a:spcPct val="150000"/>
                        </a:lnSpc>
                        <a:spcAft>
                          <a:spcPts val="0"/>
                        </a:spcAft>
                      </a:pPr>
                      <a:r>
                        <a:rPr lang="en-US" sz="2800" b="0" kern="0" dirty="0">
                          <a:effectLst/>
                          <a:latin typeface="Times New Roman" panose="02020603050405020304" pitchFamily="18" charset="0"/>
                          <a:cs typeface="Times New Roman" panose="02020603050405020304" pitchFamily="18" charset="0"/>
                        </a:rPr>
                        <a:t>64.6</a:t>
                      </a:r>
                      <a:endParaRPr lang="zh-CN" sz="28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44149586"/>
                  </a:ext>
                </a:extLst>
              </a:tr>
              <a:tr h="466196">
                <a:tc>
                  <a:txBody>
                    <a:bodyPr/>
                    <a:lstStyle/>
                    <a:p>
                      <a:pPr algn="ctr">
                        <a:lnSpc>
                          <a:spcPct val="150000"/>
                        </a:lnSpc>
                        <a:spcAft>
                          <a:spcPts val="0"/>
                        </a:spcAft>
                      </a:pPr>
                      <a:r>
                        <a:rPr lang="en-US" sz="2800" kern="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endParaRPr lang="zh-CN" sz="2800" kern="10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dirty="0">
                          <a:effectLst/>
                          <a:latin typeface="Times New Roman" panose="02020603050405020304" pitchFamily="18" charset="0"/>
                          <a:ea typeface="黑体" panose="02010609060101010101" pitchFamily="49" charset="-122"/>
                          <a:cs typeface="Times New Roman" panose="02020603050405020304" pitchFamily="18" charset="0"/>
                        </a:rPr>
                        <a:t>C++</a:t>
                      </a:r>
                      <a:endParaRPr lang="zh-CN" sz="2800" b="1"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l">
                        <a:lnSpc>
                          <a:spcPct val="150000"/>
                        </a:lnSpc>
                        <a:spcAft>
                          <a:spcPts val="0"/>
                        </a:spcAft>
                      </a:pPr>
                      <a:r>
                        <a:rPr lang="en-US" sz="2800" kern="0" dirty="0">
                          <a:effectLst/>
                          <a:latin typeface="Times New Roman" panose="02020603050405020304" pitchFamily="18" charset="0"/>
                          <a:ea typeface="黑体" panose="02010609060101010101" pitchFamily="49" charset="-122"/>
                          <a:cs typeface="Times New Roman" panose="02020603050405020304" pitchFamily="18" charset="0"/>
                        </a:rPr>
                        <a:t>PC</a:t>
                      </a:r>
                      <a:r>
                        <a:rPr lang="en-US" altLang="zh-CN" sz="2800" kern="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2800" kern="0" dirty="0">
                          <a:effectLst/>
                          <a:latin typeface="Times New Roman" panose="02020603050405020304" pitchFamily="18" charset="0"/>
                          <a:ea typeface="黑体" panose="02010609060101010101" pitchFamily="49" charset="-122"/>
                          <a:cs typeface="Times New Roman" panose="02020603050405020304" pitchFamily="18" charset="0"/>
                        </a:rPr>
                        <a:t>手机</a:t>
                      </a:r>
                      <a:r>
                        <a:rPr lang="en-US" altLang="zh-CN" sz="2800" kern="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2800" kern="0" dirty="0">
                          <a:effectLst/>
                          <a:latin typeface="Times New Roman" panose="02020603050405020304" pitchFamily="18" charset="0"/>
                          <a:ea typeface="黑体" panose="02010609060101010101" pitchFamily="49" charset="-122"/>
                          <a:cs typeface="Times New Roman" panose="02020603050405020304" pitchFamily="18" charset="0"/>
                        </a:rPr>
                        <a:t>嵌入</a:t>
                      </a:r>
                      <a:endParaRPr lang="zh-CN" sz="280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just">
                        <a:lnSpc>
                          <a:spcPct val="150000"/>
                        </a:lnSpc>
                        <a:spcAft>
                          <a:spcPts val="0"/>
                        </a:spcAft>
                      </a:pPr>
                      <a:r>
                        <a:rPr lang="en-US" sz="2800" kern="0">
                          <a:effectLst/>
                          <a:latin typeface="Times New Roman" panose="02020603050405020304" pitchFamily="18" charset="0"/>
                          <a:ea typeface="黑体" panose="02010609060101010101" pitchFamily="49" charset="-122"/>
                          <a:cs typeface="Times New Roman" panose="02020603050405020304" pitchFamily="18" charset="0"/>
                        </a:rPr>
                        <a:t>87.0</a:t>
                      </a:r>
                      <a:endParaRPr lang="zh-CN" sz="2800"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800" b="1" kern="0">
                          <a:solidFill>
                            <a:schemeClr val="tx1"/>
                          </a:solidFill>
                          <a:effectLst/>
                          <a:latin typeface="Times New Roman" panose="02020603050405020304" pitchFamily="18" charset="0"/>
                          <a:cs typeface="Times New Roman" panose="02020603050405020304" pitchFamily="18" charset="0"/>
                        </a:rPr>
                        <a:t>14</a:t>
                      </a:r>
                      <a:endParaRPr lang="zh-CN" sz="2800" b="1"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a:effectLst/>
                          <a:latin typeface="Times New Roman" panose="02020603050405020304" pitchFamily="18" charset="0"/>
                          <a:cs typeface="Times New Roman" panose="02020603050405020304" pitchFamily="18" charset="0"/>
                        </a:rPr>
                        <a:t>PHP</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50000"/>
                        </a:lnSpc>
                        <a:spcAft>
                          <a:spcPts val="0"/>
                        </a:spcAft>
                      </a:pPr>
                      <a:r>
                        <a:rPr lang="zh-CN" sz="2800" b="0" kern="0">
                          <a:effectLst/>
                          <a:latin typeface="Times New Roman" panose="02020603050405020304" pitchFamily="18" charset="0"/>
                          <a:ea typeface="黑体" panose="02010609060101010101" pitchFamily="49" charset="-122"/>
                          <a:cs typeface="Times New Roman" panose="02020603050405020304" pitchFamily="18" charset="0"/>
                        </a:rPr>
                        <a:t>网络</a:t>
                      </a:r>
                      <a:endParaRPr lang="zh-CN" sz="2800" b="0"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indent="228600" algn="ctr">
                        <a:lnSpc>
                          <a:spcPct val="150000"/>
                        </a:lnSpc>
                        <a:spcAft>
                          <a:spcPts val="0"/>
                        </a:spcAft>
                      </a:pPr>
                      <a:r>
                        <a:rPr lang="en-US" sz="2800" b="0" kern="0">
                          <a:effectLst/>
                          <a:latin typeface="Times New Roman" panose="02020603050405020304" pitchFamily="18" charset="0"/>
                          <a:cs typeface="Times New Roman" panose="02020603050405020304" pitchFamily="18" charset="0"/>
                        </a:rPr>
                        <a:t>63.8</a:t>
                      </a:r>
                      <a:endParaRPr lang="zh-CN" sz="2800" b="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136845562"/>
                  </a:ext>
                </a:extLst>
              </a:tr>
              <a:tr h="466196">
                <a:tc>
                  <a:txBody>
                    <a:bodyPr/>
                    <a:lstStyle/>
                    <a:p>
                      <a:pPr algn="ctr">
                        <a:lnSpc>
                          <a:spcPct val="150000"/>
                        </a:lnSpc>
                        <a:spcAft>
                          <a:spcPts val="0"/>
                        </a:spcAft>
                      </a:pPr>
                      <a:r>
                        <a:rPr lang="en-US" sz="2800" kern="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a:t>
                      </a:r>
                      <a:endParaRPr lang="zh-CN" sz="2800" kern="10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400" b="1" kern="0" dirty="0">
                          <a:effectLst/>
                          <a:latin typeface="Times New Roman" panose="02020603050405020304" pitchFamily="18" charset="0"/>
                          <a:ea typeface="黑体" panose="02010609060101010101" pitchFamily="49" charset="-122"/>
                          <a:cs typeface="Times New Roman" panose="02020603050405020304" pitchFamily="18" charset="0"/>
                        </a:rPr>
                        <a:t>JavaScript</a:t>
                      </a:r>
                      <a:endParaRPr lang="zh-CN" sz="2400" b="1"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l">
                        <a:lnSpc>
                          <a:spcPct val="150000"/>
                        </a:lnSpc>
                        <a:spcAft>
                          <a:spcPts val="0"/>
                        </a:spcAft>
                      </a:pPr>
                      <a:r>
                        <a:rPr lang="zh-CN" sz="2800" kern="0">
                          <a:effectLst/>
                          <a:latin typeface="Times New Roman" panose="02020603050405020304" pitchFamily="18" charset="0"/>
                          <a:ea typeface="黑体" panose="02010609060101010101" pitchFamily="49" charset="-122"/>
                          <a:cs typeface="Times New Roman" panose="02020603050405020304" pitchFamily="18" charset="0"/>
                        </a:rPr>
                        <a:t>网络</a:t>
                      </a:r>
                      <a:endParaRPr lang="zh-CN" sz="2800"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just">
                        <a:lnSpc>
                          <a:spcPct val="150000"/>
                        </a:lnSpc>
                        <a:spcAft>
                          <a:spcPts val="0"/>
                        </a:spcAft>
                      </a:pPr>
                      <a:r>
                        <a:rPr lang="en-US" sz="2800" kern="0">
                          <a:effectLst/>
                          <a:latin typeface="Times New Roman" panose="02020603050405020304" pitchFamily="18" charset="0"/>
                          <a:ea typeface="黑体" panose="02010609060101010101" pitchFamily="49" charset="-122"/>
                          <a:cs typeface="Times New Roman" panose="02020603050405020304" pitchFamily="18" charset="0"/>
                        </a:rPr>
                        <a:t>79.5</a:t>
                      </a:r>
                      <a:endParaRPr lang="zh-CN" sz="2800"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800" b="1" kern="0">
                          <a:solidFill>
                            <a:schemeClr val="tx1"/>
                          </a:solidFill>
                          <a:effectLst/>
                          <a:latin typeface="Times New Roman" panose="02020603050405020304" pitchFamily="18" charset="0"/>
                          <a:cs typeface="Times New Roman" panose="02020603050405020304" pitchFamily="18" charset="0"/>
                        </a:rPr>
                        <a:t>15</a:t>
                      </a:r>
                      <a:endParaRPr lang="zh-CN" sz="2800" b="1"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a:effectLst/>
                          <a:latin typeface="Times New Roman" panose="02020603050405020304" pitchFamily="18" charset="0"/>
                          <a:cs typeface="Times New Roman" panose="02020603050405020304" pitchFamily="18" charset="0"/>
                        </a:rPr>
                        <a:t>Assembly</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50000"/>
                        </a:lnSpc>
                        <a:spcAft>
                          <a:spcPts val="0"/>
                        </a:spcAft>
                      </a:pPr>
                      <a:r>
                        <a:rPr lang="zh-CN" sz="2800" b="0" kern="0">
                          <a:effectLst/>
                          <a:latin typeface="Times New Roman" panose="02020603050405020304" pitchFamily="18" charset="0"/>
                          <a:ea typeface="黑体" panose="02010609060101010101" pitchFamily="49" charset="-122"/>
                          <a:cs typeface="Times New Roman" panose="02020603050405020304" pitchFamily="18" charset="0"/>
                        </a:rPr>
                        <a:t>嵌入</a:t>
                      </a:r>
                      <a:endParaRPr lang="zh-CN" sz="2800" b="0"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indent="228600" algn="ctr">
                        <a:lnSpc>
                          <a:spcPct val="150000"/>
                        </a:lnSpc>
                        <a:spcAft>
                          <a:spcPts val="0"/>
                        </a:spcAft>
                      </a:pPr>
                      <a:r>
                        <a:rPr lang="en-US" sz="2800" b="0" kern="0">
                          <a:effectLst/>
                          <a:latin typeface="Times New Roman" panose="02020603050405020304" pitchFamily="18" charset="0"/>
                          <a:cs typeface="Times New Roman" panose="02020603050405020304" pitchFamily="18" charset="0"/>
                        </a:rPr>
                        <a:t>63.7</a:t>
                      </a:r>
                      <a:endParaRPr lang="zh-CN" sz="2800" b="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48004314"/>
                  </a:ext>
                </a:extLst>
              </a:tr>
              <a:tr h="466196">
                <a:tc>
                  <a:txBody>
                    <a:bodyPr/>
                    <a:lstStyle/>
                    <a:p>
                      <a:pPr algn="ctr">
                        <a:lnSpc>
                          <a:spcPct val="150000"/>
                        </a:lnSpc>
                        <a:spcAft>
                          <a:spcPts val="0"/>
                        </a:spcAft>
                      </a:pPr>
                      <a:r>
                        <a:rPr lang="en-US" sz="2800" kern="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6</a:t>
                      </a:r>
                      <a:endParaRPr lang="zh-CN" sz="2800" kern="10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a:effectLst/>
                          <a:latin typeface="Times New Roman" panose="02020603050405020304" pitchFamily="18" charset="0"/>
                          <a:ea typeface="黑体" panose="02010609060101010101" pitchFamily="49" charset="-122"/>
                          <a:cs typeface="Times New Roman" panose="02020603050405020304" pitchFamily="18" charset="0"/>
                        </a:rPr>
                        <a:t>R</a:t>
                      </a:r>
                      <a:endParaRPr lang="zh-CN" sz="2800" b="1"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l">
                        <a:lnSpc>
                          <a:spcPct val="150000"/>
                        </a:lnSpc>
                        <a:spcAft>
                          <a:spcPts val="0"/>
                        </a:spcAft>
                      </a:pPr>
                      <a:r>
                        <a:rPr lang="en-US" sz="2800" kern="0">
                          <a:effectLst/>
                          <a:latin typeface="Times New Roman" panose="02020603050405020304" pitchFamily="18" charset="0"/>
                          <a:ea typeface="黑体" panose="02010609060101010101" pitchFamily="49" charset="-122"/>
                          <a:cs typeface="Times New Roman" panose="02020603050405020304" pitchFamily="18" charset="0"/>
                        </a:rPr>
                        <a:t>PC</a:t>
                      </a:r>
                      <a:endParaRPr lang="zh-CN" sz="2800"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just">
                        <a:lnSpc>
                          <a:spcPct val="150000"/>
                        </a:lnSpc>
                        <a:spcAft>
                          <a:spcPts val="0"/>
                        </a:spcAft>
                      </a:pPr>
                      <a:r>
                        <a:rPr lang="en-US" sz="2800" kern="0" dirty="0">
                          <a:effectLst/>
                          <a:latin typeface="Times New Roman" panose="02020603050405020304" pitchFamily="18" charset="0"/>
                          <a:ea typeface="黑体" panose="02010609060101010101" pitchFamily="49" charset="-122"/>
                          <a:cs typeface="Times New Roman" panose="02020603050405020304" pitchFamily="18" charset="0"/>
                        </a:rPr>
                        <a:t>78.6</a:t>
                      </a:r>
                      <a:endParaRPr lang="zh-CN" sz="280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800" b="1" kern="0">
                          <a:solidFill>
                            <a:schemeClr val="tx1"/>
                          </a:solidFill>
                          <a:effectLst/>
                          <a:latin typeface="Times New Roman" panose="02020603050405020304" pitchFamily="18" charset="0"/>
                          <a:cs typeface="Times New Roman" panose="02020603050405020304" pitchFamily="18" charset="0"/>
                        </a:rPr>
                        <a:t>16</a:t>
                      </a:r>
                      <a:endParaRPr lang="zh-CN" sz="2800" b="1"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a:effectLst/>
                          <a:latin typeface="Times New Roman" panose="02020603050405020304" pitchFamily="18" charset="0"/>
                          <a:cs typeface="Times New Roman" panose="02020603050405020304" pitchFamily="18" charset="0"/>
                        </a:rPr>
                        <a:t>Scala</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50000"/>
                        </a:lnSpc>
                        <a:spcAft>
                          <a:spcPts val="0"/>
                        </a:spcAft>
                      </a:pPr>
                      <a:r>
                        <a:rPr lang="zh-CN" sz="2800" b="0" kern="0" dirty="0">
                          <a:effectLst/>
                          <a:latin typeface="Times New Roman" panose="02020603050405020304" pitchFamily="18" charset="0"/>
                          <a:ea typeface="黑体" panose="02010609060101010101" pitchFamily="49" charset="-122"/>
                          <a:cs typeface="Times New Roman" panose="02020603050405020304" pitchFamily="18" charset="0"/>
                        </a:rPr>
                        <a:t>网络</a:t>
                      </a:r>
                      <a:r>
                        <a:rPr lang="en-US" altLang="zh-CN" sz="2800" b="0" kern="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2800" b="0" kern="0" dirty="0">
                          <a:effectLst/>
                          <a:latin typeface="Times New Roman" panose="02020603050405020304" pitchFamily="18" charset="0"/>
                          <a:ea typeface="黑体" panose="02010609060101010101" pitchFamily="49" charset="-122"/>
                          <a:cs typeface="Times New Roman" panose="02020603050405020304" pitchFamily="18" charset="0"/>
                        </a:rPr>
                        <a:t>手机</a:t>
                      </a:r>
                      <a:endParaRPr lang="zh-CN" sz="2800" b="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indent="228600" algn="ctr">
                        <a:lnSpc>
                          <a:spcPct val="150000"/>
                        </a:lnSpc>
                        <a:spcAft>
                          <a:spcPts val="0"/>
                        </a:spcAft>
                      </a:pPr>
                      <a:r>
                        <a:rPr lang="en-US" sz="2800" b="0" kern="0">
                          <a:effectLst/>
                          <a:latin typeface="Times New Roman" panose="02020603050405020304" pitchFamily="18" charset="0"/>
                          <a:cs typeface="Times New Roman" panose="02020603050405020304" pitchFamily="18" charset="0"/>
                        </a:rPr>
                        <a:t>63.5</a:t>
                      </a:r>
                      <a:endParaRPr lang="zh-CN" sz="2800" b="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64486469"/>
                  </a:ext>
                </a:extLst>
              </a:tr>
              <a:tr h="466196">
                <a:tc>
                  <a:txBody>
                    <a:bodyPr/>
                    <a:lstStyle/>
                    <a:p>
                      <a:pPr algn="ctr">
                        <a:lnSpc>
                          <a:spcPct val="150000"/>
                        </a:lnSpc>
                        <a:spcAft>
                          <a:spcPts val="0"/>
                        </a:spcAft>
                      </a:pPr>
                      <a:r>
                        <a:rPr lang="en-US" sz="2800" kern="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7</a:t>
                      </a:r>
                      <a:endParaRPr lang="zh-CN" sz="2800" kern="10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a:effectLst/>
                          <a:latin typeface="Times New Roman" panose="02020603050405020304" pitchFamily="18" charset="0"/>
                          <a:ea typeface="黑体" panose="02010609060101010101" pitchFamily="49" charset="-122"/>
                          <a:cs typeface="Times New Roman" panose="02020603050405020304" pitchFamily="18" charset="0"/>
                        </a:rPr>
                        <a:t>Arduino</a:t>
                      </a:r>
                      <a:endParaRPr lang="zh-CN" sz="2800" b="1"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l">
                        <a:lnSpc>
                          <a:spcPct val="150000"/>
                        </a:lnSpc>
                        <a:spcAft>
                          <a:spcPts val="0"/>
                        </a:spcAft>
                      </a:pPr>
                      <a:r>
                        <a:rPr lang="zh-CN" sz="2800" kern="0">
                          <a:effectLst/>
                          <a:latin typeface="Times New Roman" panose="02020603050405020304" pitchFamily="18" charset="0"/>
                          <a:ea typeface="黑体" panose="02010609060101010101" pitchFamily="49" charset="-122"/>
                          <a:cs typeface="Times New Roman" panose="02020603050405020304" pitchFamily="18" charset="0"/>
                        </a:rPr>
                        <a:t>嵌入</a:t>
                      </a:r>
                      <a:endParaRPr lang="zh-CN" sz="2800"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just">
                        <a:lnSpc>
                          <a:spcPct val="150000"/>
                        </a:lnSpc>
                        <a:spcAft>
                          <a:spcPts val="0"/>
                        </a:spcAft>
                      </a:pPr>
                      <a:r>
                        <a:rPr lang="en-US" sz="2800" kern="0">
                          <a:effectLst/>
                          <a:latin typeface="Times New Roman" panose="02020603050405020304" pitchFamily="18" charset="0"/>
                          <a:ea typeface="黑体" panose="02010609060101010101" pitchFamily="49" charset="-122"/>
                          <a:cs typeface="Times New Roman" panose="02020603050405020304" pitchFamily="18" charset="0"/>
                        </a:rPr>
                        <a:t>73.2</a:t>
                      </a:r>
                      <a:endParaRPr lang="zh-CN" sz="2800"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800" b="1" kern="0">
                          <a:solidFill>
                            <a:schemeClr val="tx1"/>
                          </a:solidFill>
                          <a:effectLst/>
                          <a:latin typeface="Times New Roman" panose="02020603050405020304" pitchFamily="18" charset="0"/>
                          <a:cs typeface="Times New Roman" panose="02020603050405020304" pitchFamily="18" charset="0"/>
                        </a:rPr>
                        <a:t>17</a:t>
                      </a:r>
                      <a:endParaRPr lang="zh-CN" sz="2800" b="1"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a:effectLst/>
                          <a:latin typeface="Times New Roman" panose="02020603050405020304" pitchFamily="18" charset="0"/>
                          <a:cs typeface="Times New Roman" panose="02020603050405020304" pitchFamily="18" charset="0"/>
                        </a:rPr>
                        <a:t>HTML</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50000"/>
                        </a:lnSpc>
                        <a:spcAft>
                          <a:spcPts val="0"/>
                        </a:spcAft>
                      </a:pPr>
                      <a:r>
                        <a:rPr lang="zh-CN" sz="2800" b="0" kern="0">
                          <a:effectLst/>
                          <a:latin typeface="Times New Roman" panose="02020603050405020304" pitchFamily="18" charset="0"/>
                          <a:ea typeface="黑体" panose="02010609060101010101" pitchFamily="49" charset="-122"/>
                          <a:cs typeface="Times New Roman" panose="02020603050405020304" pitchFamily="18" charset="0"/>
                        </a:rPr>
                        <a:t>网络</a:t>
                      </a:r>
                      <a:endParaRPr lang="zh-CN" sz="2800" b="0"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indent="228600" algn="ctr">
                        <a:lnSpc>
                          <a:spcPct val="150000"/>
                        </a:lnSpc>
                        <a:spcAft>
                          <a:spcPts val="0"/>
                        </a:spcAft>
                      </a:pPr>
                      <a:r>
                        <a:rPr lang="en-US" sz="2800" b="0" kern="0">
                          <a:effectLst/>
                          <a:latin typeface="Times New Roman" panose="02020603050405020304" pitchFamily="18" charset="0"/>
                          <a:cs typeface="Times New Roman" panose="02020603050405020304" pitchFamily="18" charset="0"/>
                        </a:rPr>
                        <a:t>61.4</a:t>
                      </a:r>
                      <a:endParaRPr lang="zh-CN" sz="2800" b="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63370790"/>
                  </a:ext>
                </a:extLst>
              </a:tr>
              <a:tr h="466196">
                <a:tc>
                  <a:txBody>
                    <a:bodyPr/>
                    <a:lstStyle/>
                    <a:p>
                      <a:pPr algn="ctr">
                        <a:lnSpc>
                          <a:spcPct val="150000"/>
                        </a:lnSpc>
                        <a:spcAft>
                          <a:spcPts val="0"/>
                        </a:spcAft>
                      </a:pPr>
                      <a:r>
                        <a:rPr lang="en-US" sz="2800" kern="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8</a:t>
                      </a:r>
                      <a:endParaRPr lang="zh-CN" sz="2800" kern="10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a:effectLst/>
                          <a:latin typeface="Times New Roman" panose="02020603050405020304" pitchFamily="18" charset="0"/>
                          <a:ea typeface="黑体" panose="02010609060101010101" pitchFamily="49" charset="-122"/>
                          <a:cs typeface="Times New Roman" panose="02020603050405020304" pitchFamily="18" charset="0"/>
                        </a:rPr>
                        <a:t>Go</a:t>
                      </a:r>
                      <a:endParaRPr lang="zh-CN" sz="2800" b="1"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l">
                        <a:lnSpc>
                          <a:spcPct val="150000"/>
                        </a:lnSpc>
                        <a:spcAft>
                          <a:spcPts val="0"/>
                        </a:spcAft>
                      </a:pPr>
                      <a:r>
                        <a:rPr lang="en-US" sz="2800" kern="0" dirty="0">
                          <a:effectLst/>
                          <a:latin typeface="Times New Roman" panose="02020603050405020304" pitchFamily="18" charset="0"/>
                          <a:ea typeface="黑体" panose="02010609060101010101" pitchFamily="49" charset="-122"/>
                          <a:cs typeface="Times New Roman" panose="02020603050405020304" pitchFamily="18" charset="0"/>
                        </a:rPr>
                        <a:t>PC</a:t>
                      </a:r>
                      <a:r>
                        <a:rPr lang="en-US" altLang="zh-CN" sz="2800" kern="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2800" kern="0" dirty="0">
                          <a:effectLst/>
                          <a:latin typeface="Times New Roman" panose="02020603050405020304" pitchFamily="18" charset="0"/>
                          <a:ea typeface="黑体" panose="02010609060101010101" pitchFamily="49" charset="-122"/>
                          <a:cs typeface="Times New Roman" panose="02020603050405020304" pitchFamily="18" charset="0"/>
                        </a:rPr>
                        <a:t>网络</a:t>
                      </a:r>
                      <a:endParaRPr lang="zh-CN" sz="280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just">
                        <a:lnSpc>
                          <a:spcPct val="150000"/>
                        </a:lnSpc>
                        <a:spcAft>
                          <a:spcPts val="0"/>
                        </a:spcAft>
                      </a:pPr>
                      <a:r>
                        <a:rPr lang="en-US" sz="2800" kern="0">
                          <a:effectLst/>
                          <a:latin typeface="Times New Roman" panose="02020603050405020304" pitchFamily="18" charset="0"/>
                          <a:ea typeface="黑体" panose="02010609060101010101" pitchFamily="49" charset="-122"/>
                          <a:cs typeface="Times New Roman" panose="02020603050405020304" pitchFamily="18" charset="0"/>
                        </a:rPr>
                        <a:t>73.1</a:t>
                      </a:r>
                      <a:endParaRPr lang="zh-CN" sz="2800"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800" b="1" kern="0">
                          <a:solidFill>
                            <a:schemeClr val="tx1"/>
                          </a:solidFill>
                          <a:effectLst/>
                          <a:latin typeface="Times New Roman" panose="02020603050405020304" pitchFamily="18" charset="0"/>
                          <a:cs typeface="Times New Roman" panose="02020603050405020304" pitchFamily="18" charset="0"/>
                        </a:rPr>
                        <a:t>18</a:t>
                      </a:r>
                      <a:endParaRPr lang="zh-CN" sz="2800" b="1"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a:effectLst/>
                          <a:latin typeface="Times New Roman" panose="02020603050405020304" pitchFamily="18" charset="0"/>
                          <a:cs typeface="Times New Roman" panose="02020603050405020304" pitchFamily="18" charset="0"/>
                        </a:rPr>
                        <a:t>Kotlin</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50000"/>
                        </a:lnSpc>
                        <a:spcAft>
                          <a:spcPts val="0"/>
                        </a:spcAft>
                      </a:pPr>
                      <a:r>
                        <a:rPr lang="zh-CN" sz="2800" b="0" kern="0" dirty="0">
                          <a:effectLst/>
                          <a:latin typeface="Times New Roman" panose="02020603050405020304" pitchFamily="18" charset="0"/>
                          <a:ea typeface="黑体" panose="02010609060101010101" pitchFamily="49" charset="-122"/>
                          <a:cs typeface="Times New Roman" panose="02020603050405020304" pitchFamily="18" charset="0"/>
                        </a:rPr>
                        <a:t>网络</a:t>
                      </a:r>
                      <a:r>
                        <a:rPr lang="en-US" altLang="zh-CN" sz="2800" b="0" kern="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2800" b="0" kern="0" dirty="0">
                          <a:effectLst/>
                          <a:latin typeface="Times New Roman" panose="02020603050405020304" pitchFamily="18" charset="0"/>
                          <a:ea typeface="黑体" panose="02010609060101010101" pitchFamily="49" charset="-122"/>
                          <a:cs typeface="Times New Roman" panose="02020603050405020304" pitchFamily="18" charset="0"/>
                        </a:rPr>
                        <a:t>手机</a:t>
                      </a:r>
                      <a:endParaRPr lang="zh-CN" sz="2800" b="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indent="228600" algn="ctr">
                        <a:lnSpc>
                          <a:spcPct val="150000"/>
                        </a:lnSpc>
                        <a:spcAft>
                          <a:spcPts val="0"/>
                        </a:spcAft>
                      </a:pPr>
                      <a:r>
                        <a:rPr lang="en-US" sz="2800" b="0" kern="0">
                          <a:effectLst/>
                          <a:latin typeface="Times New Roman" panose="02020603050405020304" pitchFamily="18" charset="0"/>
                          <a:cs typeface="Times New Roman" panose="02020603050405020304" pitchFamily="18" charset="0"/>
                        </a:rPr>
                        <a:t>57.8</a:t>
                      </a:r>
                      <a:endParaRPr lang="zh-CN" sz="2800" b="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08130808"/>
                  </a:ext>
                </a:extLst>
              </a:tr>
              <a:tr h="466196">
                <a:tc>
                  <a:txBody>
                    <a:bodyPr/>
                    <a:lstStyle/>
                    <a:p>
                      <a:pPr algn="ctr">
                        <a:lnSpc>
                          <a:spcPct val="150000"/>
                        </a:lnSpc>
                        <a:spcAft>
                          <a:spcPts val="0"/>
                        </a:spcAft>
                      </a:pPr>
                      <a:r>
                        <a:rPr lang="en-US" sz="2800" kern="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9</a:t>
                      </a:r>
                      <a:endParaRPr lang="zh-CN" sz="2800" kern="10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a:effectLst/>
                          <a:latin typeface="Times New Roman" panose="02020603050405020304" pitchFamily="18" charset="0"/>
                          <a:ea typeface="黑体" panose="02010609060101010101" pitchFamily="49" charset="-122"/>
                          <a:cs typeface="Times New Roman" panose="02020603050405020304" pitchFamily="18" charset="0"/>
                        </a:rPr>
                        <a:t>Swift</a:t>
                      </a:r>
                      <a:endParaRPr lang="zh-CN" sz="2800" b="1"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l">
                        <a:lnSpc>
                          <a:spcPct val="150000"/>
                        </a:lnSpc>
                        <a:spcAft>
                          <a:spcPts val="0"/>
                        </a:spcAft>
                      </a:pPr>
                      <a:r>
                        <a:rPr lang="en-US" sz="2800" kern="0" dirty="0">
                          <a:effectLst/>
                          <a:latin typeface="Times New Roman" panose="02020603050405020304" pitchFamily="18" charset="0"/>
                          <a:ea typeface="黑体" panose="02010609060101010101" pitchFamily="49" charset="-122"/>
                          <a:cs typeface="Times New Roman" panose="02020603050405020304" pitchFamily="18" charset="0"/>
                        </a:rPr>
                        <a:t>PC</a:t>
                      </a:r>
                      <a:r>
                        <a:rPr lang="en-US" altLang="zh-CN" sz="2800" kern="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2800" kern="0" dirty="0">
                          <a:effectLst/>
                          <a:latin typeface="Times New Roman" panose="02020603050405020304" pitchFamily="18" charset="0"/>
                          <a:ea typeface="黑体" panose="02010609060101010101" pitchFamily="49" charset="-122"/>
                          <a:cs typeface="Times New Roman" panose="02020603050405020304" pitchFamily="18" charset="0"/>
                        </a:rPr>
                        <a:t>苹果手机</a:t>
                      </a:r>
                      <a:endParaRPr lang="zh-CN" sz="280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just">
                        <a:lnSpc>
                          <a:spcPct val="150000"/>
                        </a:lnSpc>
                        <a:spcAft>
                          <a:spcPts val="0"/>
                        </a:spcAft>
                      </a:pPr>
                      <a:r>
                        <a:rPr lang="en-US" sz="2800" kern="0">
                          <a:effectLst/>
                          <a:latin typeface="Times New Roman" panose="02020603050405020304" pitchFamily="18" charset="0"/>
                          <a:ea typeface="黑体" panose="02010609060101010101" pitchFamily="49" charset="-122"/>
                          <a:cs typeface="Times New Roman" panose="02020603050405020304" pitchFamily="18" charset="0"/>
                        </a:rPr>
                        <a:t>70.5</a:t>
                      </a:r>
                      <a:endParaRPr lang="zh-CN" sz="2800"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800" b="1" kern="0">
                          <a:solidFill>
                            <a:schemeClr val="tx1"/>
                          </a:solidFill>
                          <a:effectLst/>
                          <a:latin typeface="Times New Roman" panose="02020603050405020304" pitchFamily="18" charset="0"/>
                          <a:cs typeface="Times New Roman" panose="02020603050405020304" pitchFamily="18" charset="0"/>
                        </a:rPr>
                        <a:t>19</a:t>
                      </a:r>
                      <a:endParaRPr lang="zh-CN" sz="2800" b="1"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a:effectLst/>
                          <a:latin typeface="Times New Roman" panose="02020603050405020304" pitchFamily="18" charset="0"/>
                          <a:cs typeface="Times New Roman" panose="02020603050405020304" pitchFamily="18" charset="0"/>
                        </a:rPr>
                        <a:t>Julia</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50000"/>
                        </a:lnSpc>
                        <a:spcAft>
                          <a:spcPts val="0"/>
                        </a:spcAft>
                      </a:pPr>
                      <a:r>
                        <a:rPr lang="en-US" sz="2800" b="0" kern="0" dirty="0">
                          <a:effectLst/>
                          <a:latin typeface="Times New Roman" panose="02020603050405020304" pitchFamily="18" charset="0"/>
                          <a:ea typeface="黑体" panose="02010609060101010101" pitchFamily="49" charset="-122"/>
                          <a:cs typeface="Times New Roman" panose="02020603050405020304" pitchFamily="18" charset="0"/>
                        </a:rPr>
                        <a:t>PC</a:t>
                      </a:r>
                      <a:endParaRPr lang="zh-CN" sz="2800" b="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indent="228600" algn="ctr">
                        <a:lnSpc>
                          <a:spcPct val="150000"/>
                        </a:lnSpc>
                        <a:spcAft>
                          <a:spcPts val="0"/>
                        </a:spcAft>
                      </a:pPr>
                      <a:r>
                        <a:rPr lang="en-US" sz="2800" b="0" kern="0">
                          <a:effectLst/>
                          <a:latin typeface="Times New Roman" panose="02020603050405020304" pitchFamily="18" charset="0"/>
                          <a:cs typeface="Times New Roman" panose="02020603050405020304" pitchFamily="18" charset="0"/>
                        </a:rPr>
                        <a:t>56.0</a:t>
                      </a:r>
                      <a:endParaRPr lang="zh-CN" sz="2800" b="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188613255"/>
                  </a:ext>
                </a:extLst>
              </a:tr>
              <a:tr h="466196">
                <a:tc>
                  <a:txBody>
                    <a:bodyPr/>
                    <a:lstStyle/>
                    <a:p>
                      <a:pPr algn="ctr">
                        <a:lnSpc>
                          <a:spcPct val="150000"/>
                        </a:lnSpc>
                        <a:spcAft>
                          <a:spcPts val="0"/>
                        </a:spcAft>
                      </a:pPr>
                      <a:r>
                        <a:rPr lang="en-US" sz="2800" kern="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10</a:t>
                      </a:r>
                      <a:endParaRPr lang="zh-CN" sz="2800" kern="10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400" b="1" kern="0" dirty="0">
                          <a:effectLst/>
                          <a:latin typeface="Times New Roman" panose="02020603050405020304" pitchFamily="18" charset="0"/>
                          <a:ea typeface="黑体" panose="02010609060101010101" pitchFamily="49" charset="-122"/>
                          <a:cs typeface="Times New Roman" panose="02020603050405020304" pitchFamily="18" charset="0"/>
                        </a:rPr>
                        <a:t>MATLAB</a:t>
                      </a:r>
                      <a:endParaRPr lang="zh-CN" sz="2400" b="1"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l">
                        <a:lnSpc>
                          <a:spcPct val="150000"/>
                        </a:lnSpc>
                        <a:spcAft>
                          <a:spcPts val="0"/>
                        </a:spcAft>
                      </a:pPr>
                      <a:r>
                        <a:rPr lang="en-US" sz="2800" kern="0">
                          <a:effectLst/>
                          <a:latin typeface="Times New Roman" panose="02020603050405020304" pitchFamily="18" charset="0"/>
                          <a:ea typeface="黑体" panose="02010609060101010101" pitchFamily="49" charset="-122"/>
                          <a:cs typeface="Times New Roman" panose="02020603050405020304" pitchFamily="18" charset="0"/>
                        </a:rPr>
                        <a:t>PC</a:t>
                      </a:r>
                      <a:endParaRPr lang="zh-CN" sz="2800" kern="10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just">
                        <a:lnSpc>
                          <a:spcPct val="150000"/>
                        </a:lnSpc>
                        <a:spcAft>
                          <a:spcPts val="0"/>
                        </a:spcAft>
                      </a:pPr>
                      <a:r>
                        <a:rPr lang="en-US" sz="2800" kern="0" dirty="0">
                          <a:effectLst/>
                          <a:latin typeface="Times New Roman" panose="02020603050405020304" pitchFamily="18" charset="0"/>
                          <a:ea typeface="黑体" panose="02010609060101010101" pitchFamily="49" charset="-122"/>
                          <a:cs typeface="Times New Roman" panose="02020603050405020304" pitchFamily="18" charset="0"/>
                        </a:rPr>
                        <a:t>68.4</a:t>
                      </a:r>
                      <a:endParaRPr lang="zh-CN" sz="280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800" b="1" kern="0" dirty="0">
                          <a:solidFill>
                            <a:schemeClr val="tx1"/>
                          </a:solidFill>
                          <a:effectLst/>
                          <a:latin typeface="Times New Roman" panose="02020603050405020304" pitchFamily="18" charset="0"/>
                          <a:cs typeface="Times New Roman" panose="02020603050405020304" pitchFamily="18" charset="0"/>
                        </a:rPr>
                        <a:t>20</a:t>
                      </a:r>
                      <a:endParaRPr lang="zh-CN" sz="28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l">
                        <a:lnSpc>
                          <a:spcPct val="150000"/>
                        </a:lnSpc>
                        <a:spcAft>
                          <a:spcPts val="0"/>
                        </a:spcAft>
                      </a:pPr>
                      <a:r>
                        <a:rPr lang="en-US" sz="2800" b="1" kern="0">
                          <a:effectLst/>
                          <a:latin typeface="Times New Roman" panose="02020603050405020304" pitchFamily="18" charset="0"/>
                          <a:cs typeface="Times New Roman" panose="02020603050405020304" pitchFamily="18" charset="0"/>
                        </a:rPr>
                        <a:t>Rust</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50000"/>
                        </a:lnSpc>
                        <a:spcAft>
                          <a:spcPts val="0"/>
                        </a:spcAft>
                      </a:pPr>
                      <a:r>
                        <a:rPr lang="zh-CN" sz="2800" b="0" kern="0" dirty="0">
                          <a:effectLst/>
                          <a:latin typeface="Times New Roman" panose="02020603050405020304" pitchFamily="18" charset="0"/>
                          <a:ea typeface="黑体" panose="02010609060101010101" pitchFamily="49" charset="-122"/>
                          <a:cs typeface="Times New Roman" panose="02020603050405020304" pitchFamily="18" charset="0"/>
                        </a:rPr>
                        <a:t>网络</a:t>
                      </a:r>
                      <a:r>
                        <a:rPr lang="en-US" altLang="zh-CN" sz="2800" b="0" kern="0" dirty="0">
                          <a:effectLst/>
                          <a:latin typeface="Times New Roman" panose="02020603050405020304" pitchFamily="18" charset="0"/>
                          <a:ea typeface="黑体" panose="02010609060101010101" pitchFamily="49" charset="-122"/>
                          <a:cs typeface="Times New Roman" panose="02020603050405020304" pitchFamily="18" charset="0"/>
                        </a:rPr>
                        <a:t>/</a:t>
                      </a:r>
                      <a:r>
                        <a:rPr lang="en-US" sz="2800" b="0" kern="0" dirty="0">
                          <a:effectLst/>
                          <a:latin typeface="Times New Roman" panose="02020603050405020304" pitchFamily="18" charset="0"/>
                          <a:ea typeface="黑体" panose="02010609060101010101" pitchFamily="49" charset="-122"/>
                          <a:cs typeface="Times New Roman" panose="02020603050405020304" pitchFamily="18" charset="0"/>
                        </a:rPr>
                        <a:t>PC</a:t>
                      </a:r>
                      <a:endParaRPr lang="zh-CN" sz="2800" b="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indent="228600" algn="ctr">
                        <a:lnSpc>
                          <a:spcPct val="150000"/>
                        </a:lnSpc>
                        <a:spcAft>
                          <a:spcPts val="0"/>
                        </a:spcAft>
                      </a:pPr>
                      <a:r>
                        <a:rPr lang="en-US" sz="2800" b="0" kern="0" dirty="0">
                          <a:effectLst/>
                          <a:latin typeface="Times New Roman" panose="02020603050405020304" pitchFamily="18" charset="0"/>
                          <a:cs typeface="Times New Roman" panose="02020603050405020304" pitchFamily="18" charset="0"/>
                        </a:rPr>
                        <a:t>55.6</a:t>
                      </a:r>
                      <a:endParaRPr lang="zh-CN" sz="28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032042275"/>
                  </a:ext>
                </a:extLst>
              </a:tr>
            </a:tbl>
          </a:graphicData>
        </a:graphic>
      </p:graphicFrame>
      <p:sp>
        <p:nvSpPr>
          <p:cNvPr id="2" name="标题 1">
            <a:extLst>
              <a:ext uri="{FF2B5EF4-FFF2-40B4-BE49-F238E27FC236}">
                <a16:creationId xmlns:a16="http://schemas.microsoft.com/office/drawing/2014/main" id="{1EAA9CF3-FC0D-3D6A-7D8F-18B72A04CAA3}"/>
              </a:ext>
            </a:extLst>
          </p:cNvPr>
          <p:cNvSpPr>
            <a:spLocks noGrp="1"/>
          </p:cNvSpPr>
          <p:nvPr>
            <p:ph type="title"/>
          </p:nvPr>
        </p:nvSpPr>
        <p:spPr>
          <a:xfrm>
            <a:off x="-1" y="-2492"/>
            <a:ext cx="4944036" cy="611863"/>
          </a:xfrm>
        </p:spPr>
        <p:txBody>
          <a:bodyPr>
            <a:normAutofit fontScale="90000"/>
          </a:bodyPr>
          <a:lstStyle/>
          <a:p>
            <a:r>
              <a:rPr lang="en-US" altLang="zh-CN" sz="3200" b="1" dirty="0">
                <a:highlight>
                  <a:srgbClr val="FFFF00"/>
                </a:highlight>
              </a:rPr>
              <a:t>IEEE</a:t>
            </a:r>
            <a:r>
              <a:rPr lang="zh-CN" altLang="en-US" sz="3200" b="1" dirty="0">
                <a:highlight>
                  <a:srgbClr val="FFFF00"/>
                </a:highlight>
              </a:rPr>
              <a:t>发布</a:t>
            </a:r>
            <a:r>
              <a:rPr lang="en-US" altLang="zh-CN" sz="3200" b="1" dirty="0">
                <a:highlight>
                  <a:srgbClr val="FFFF00"/>
                </a:highlight>
              </a:rPr>
              <a:t>2020</a:t>
            </a:r>
            <a:r>
              <a:rPr lang="zh-CN" altLang="en-US" sz="3200" b="1" dirty="0">
                <a:highlight>
                  <a:srgbClr val="FFFF00"/>
                </a:highlight>
              </a:rPr>
              <a:t>年流行程序语言</a:t>
            </a:r>
          </a:p>
        </p:txBody>
      </p:sp>
    </p:spTree>
    <p:extLst>
      <p:ext uri="{BB962C8B-B14F-4D97-AF65-F5344CB8AC3E}">
        <p14:creationId xmlns:p14="http://schemas.microsoft.com/office/powerpoint/2010/main" val="268920959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971F0-4D71-3318-906D-7A49C7CBD27B}"/>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731623ED-69D0-B6EA-70C3-0F31D5C1BD8C}"/>
              </a:ext>
            </a:extLst>
          </p:cNvPr>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计算机语言</a:t>
            </a:r>
          </a:p>
        </p:txBody>
      </p:sp>
      <p:pic>
        <p:nvPicPr>
          <p:cNvPr id="9" name="Picture 2">
            <a:extLst>
              <a:ext uri="{FF2B5EF4-FFF2-40B4-BE49-F238E27FC236}">
                <a16:creationId xmlns:a16="http://schemas.microsoft.com/office/drawing/2014/main" id="{268A535A-2566-A2BC-4B94-6D8D1DD405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46E59BFC-9643-D46F-0B50-C34BF77FB5CF}"/>
              </a:ext>
            </a:extLst>
          </p:cNvPr>
          <p:cNvSpPr txBox="1"/>
          <p:nvPr/>
        </p:nvSpPr>
        <p:spPr>
          <a:xfrm>
            <a:off x="169480" y="1084920"/>
            <a:ext cx="12443255" cy="2585323"/>
          </a:xfrm>
          <a:prstGeom prst="rect">
            <a:avLst/>
          </a:prstGeom>
          <a:noFill/>
        </p:spPr>
        <p:txBody>
          <a:bodyPr wrap="square" rtlCol="0">
            <a:spAutoFit/>
          </a:bodyPr>
          <a:lstStyle/>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rPr>
              <a:t>解释和编译</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：翻译</a:t>
            </a:r>
            <a:r>
              <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2</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种方式</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高级语言源程序</a:t>
            </a: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都需要</a:t>
            </a:r>
            <a:r>
              <a:rPr lang="zh-CN" altLang="en-US" sz="5400" b="1" dirty="0">
                <a:solidFill>
                  <a:srgbClr val="FF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翻译</a:t>
            </a: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成</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机器指令，才能直接执行。</a:t>
            </a:r>
          </a:p>
        </p:txBody>
      </p:sp>
      <p:grpSp>
        <p:nvGrpSpPr>
          <p:cNvPr id="3" name="组合 2">
            <a:extLst>
              <a:ext uri="{FF2B5EF4-FFF2-40B4-BE49-F238E27FC236}">
                <a16:creationId xmlns:a16="http://schemas.microsoft.com/office/drawing/2014/main" id="{36CBC4F2-A087-EBED-B6A0-0534725AC59A}"/>
              </a:ext>
            </a:extLst>
          </p:cNvPr>
          <p:cNvGrpSpPr/>
          <p:nvPr/>
        </p:nvGrpSpPr>
        <p:grpSpPr>
          <a:xfrm>
            <a:off x="-102410" y="3966805"/>
            <a:ext cx="12028936" cy="2717996"/>
            <a:chOff x="599510" y="4184016"/>
            <a:chExt cx="10821521" cy="2205254"/>
          </a:xfrm>
        </p:grpSpPr>
        <p:sp>
          <p:nvSpPr>
            <p:cNvPr id="4" name="文本框 3">
              <a:extLst>
                <a:ext uri="{FF2B5EF4-FFF2-40B4-BE49-F238E27FC236}">
                  <a16:creationId xmlns:a16="http://schemas.microsoft.com/office/drawing/2014/main" id="{421BF548-B5D5-AAD9-3C22-7979F4F82A94}"/>
                </a:ext>
              </a:extLst>
            </p:cNvPr>
            <p:cNvSpPr txBox="1"/>
            <p:nvPr/>
          </p:nvSpPr>
          <p:spPr>
            <a:xfrm>
              <a:off x="599510" y="5764982"/>
              <a:ext cx="3854429" cy="624288"/>
            </a:xfrm>
            <a:prstGeom prst="rect">
              <a:avLst/>
            </a:prstGeom>
            <a:noFill/>
          </p:spPr>
          <p:txBody>
            <a:bodyPr wrap="square">
              <a:spAutoFit/>
            </a:bodyPr>
            <a:lstStyle/>
            <a:p>
              <a:r>
                <a:rPr lang="zh-CN" altLang="en-US" sz="4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高级语言</a:t>
              </a:r>
            </a:p>
          </p:txBody>
        </p:sp>
        <p:sp>
          <p:nvSpPr>
            <p:cNvPr id="5" name="文本框 4">
              <a:extLst>
                <a:ext uri="{FF2B5EF4-FFF2-40B4-BE49-F238E27FC236}">
                  <a16:creationId xmlns:a16="http://schemas.microsoft.com/office/drawing/2014/main" id="{F30DC1A1-4D4C-092C-2375-C0EDB681295F}"/>
                </a:ext>
              </a:extLst>
            </p:cNvPr>
            <p:cNvSpPr txBox="1"/>
            <p:nvPr/>
          </p:nvSpPr>
          <p:spPr>
            <a:xfrm>
              <a:off x="4219088" y="4335776"/>
              <a:ext cx="1329250" cy="624288"/>
            </a:xfrm>
            <a:prstGeom prst="rect">
              <a:avLst/>
            </a:prstGeom>
            <a:noFill/>
          </p:spPr>
          <p:txBody>
            <a:bodyPr wrap="square">
              <a:spAutoFit/>
            </a:bodyPr>
            <a:lstStyle/>
            <a:p>
              <a:r>
                <a:rPr lang="zh-CN" altLang="en-US" sz="4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解释</a:t>
              </a:r>
            </a:p>
          </p:txBody>
        </p:sp>
        <p:pic>
          <p:nvPicPr>
            <p:cNvPr id="6" name="图片 5">
              <a:extLst>
                <a:ext uri="{FF2B5EF4-FFF2-40B4-BE49-F238E27FC236}">
                  <a16:creationId xmlns:a16="http://schemas.microsoft.com/office/drawing/2014/main" id="{E297B5C1-C2EC-3069-250C-C081D67397D1}"/>
                </a:ext>
              </a:extLst>
            </p:cNvPr>
            <p:cNvPicPr>
              <a:picLocks noChangeAspect="1"/>
            </p:cNvPicPr>
            <p:nvPr/>
          </p:nvPicPr>
          <p:blipFill>
            <a:blip r:embed="rId4"/>
            <a:stretch>
              <a:fillRect/>
            </a:stretch>
          </p:blipFill>
          <p:spPr>
            <a:xfrm>
              <a:off x="1146396" y="4277501"/>
              <a:ext cx="2733631" cy="1435268"/>
            </a:xfrm>
            <a:prstGeom prst="rect">
              <a:avLst/>
            </a:prstGeom>
            <a:ln w="19050">
              <a:solidFill>
                <a:schemeClr val="tx1"/>
              </a:solidFill>
            </a:ln>
          </p:spPr>
        </p:pic>
        <p:pic>
          <p:nvPicPr>
            <p:cNvPr id="7" name="图片 6">
              <a:extLst>
                <a:ext uri="{FF2B5EF4-FFF2-40B4-BE49-F238E27FC236}">
                  <a16:creationId xmlns:a16="http://schemas.microsoft.com/office/drawing/2014/main" id="{93ED6248-7A63-89DC-0875-5172F4D67390}"/>
                </a:ext>
              </a:extLst>
            </p:cNvPr>
            <p:cNvPicPr>
              <a:picLocks noChangeAspect="1"/>
            </p:cNvPicPr>
            <p:nvPr/>
          </p:nvPicPr>
          <p:blipFill>
            <a:blip r:embed="rId5"/>
            <a:stretch>
              <a:fillRect/>
            </a:stretch>
          </p:blipFill>
          <p:spPr>
            <a:xfrm>
              <a:off x="9850919" y="4184016"/>
              <a:ext cx="1570112" cy="1537904"/>
            </a:xfrm>
            <a:prstGeom prst="rect">
              <a:avLst/>
            </a:prstGeom>
          </p:spPr>
        </p:pic>
        <p:sp>
          <p:nvSpPr>
            <p:cNvPr id="8" name="箭头: 右 7">
              <a:extLst>
                <a:ext uri="{FF2B5EF4-FFF2-40B4-BE49-F238E27FC236}">
                  <a16:creationId xmlns:a16="http://schemas.microsoft.com/office/drawing/2014/main" id="{FED31BCA-FF39-AD8B-38AD-7D74079A7916}"/>
                </a:ext>
              </a:extLst>
            </p:cNvPr>
            <p:cNvSpPr/>
            <p:nvPr/>
          </p:nvSpPr>
          <p:spPr>
            <a:xfrm>
              <a:off x="4030545" y="4755991"/>
              <a:ext cx="1681655" cy="472966"/>
            </a:xfrm>
            <a:prstGeom prst="rightArrow">
              <a:avLst/>
            </a:prstGeom>
            <a:solidFill>
              <a:srgbClr val="C29E8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4F0EBF0F-D7E3-0B4D-CEFE-C6FDD24E4D09}"/>
                </a:ext>
              </a:extLst>
            </p:cNvPr>
            <p:cNvSpPr txBox="1"/>
            <p:nvPr/>
          </p:nvSpPr>
          <p:spPr>
            <a:xfrm>
              <a:off x="4200359" y="5027901"/>
              <a:ext cx="1405613" cy="624288"/>
            </a:xfrm>
            <a:prstGeom prst="rect">
              <a:avLst/>
            </a:prstGeom>
            <a:noFill/>
          </p:spPr>
          <p:txBody>
            <a:bodyPr wrap="square">
              <a:spAutoFit/>
            </a:bodyPr>
            <a:lstStyle/>
            <a:p>
              <a:r>
                <a:rPr lang="zh-CN" altLang="en-US" sz="4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编译</a:t>
              </a:r>
            </a:p>
          </p:txBody>
        </p:sp>
        <p:pic>
          <p:nvPicPr>
            <p:cNvPr id="11" name="图片 10">
              <a:extLst>
                <a:ext uri="{FF2B5EF4-FFF2-40B4-BE49-F238E27FC236}">
                  <a16:creationId xmlns:a16="http://schemas.microsoft.com/office/drawing/2014/main" id="{92D56843-8E55-5DB7-4AE3-441AF63F5195}"/>
                </a:ext>
              </a:extLst>
            </p:cNvPr>
            <p:cNvPicPr>
              <a:picLocks noChangeAspect="1"/>
            </p:cNvPicPr>
            <p:nvPr/>
          </p:nvPicPr>
          <p:blipFill>
            <a:blip r:embed="rId6"/>
            <a:stretch>
              <a:fillRect/>
            </a:stretch>
          </p:blipFill>
          <p:spPr>
            <a:xfrm>
              <a:off x="6023876" y="4287802"/>
              <a:ext cx="2079888" cy="1319400"/>
            </a:xfrm>
            <a:prstGeom prst="rect">
              <a:avLst/>
            </a:prstGeom>
            <a:ln w="38100">
              <a:solidFill>
                <a:schemeClr val="tx1"/>
              </a:solidFill>
            </a:ln>
          </p:spPr>
        </p:pic>
        <p:sp>
          <p:nvSpPr>
            <p:cNvPr id="13" name="箭头: 右 12">
              <a:extLst>
                <a:ext uri="{FF2B5EF4-FFF2-40B4-BE49-F238E27FC236}">
                  <a16:creationId xmlns:a16="http://schemas.microsoft.com/office/drawing/2014/main" id="{0C17CBFE-1A38-7CA7-25E1-06201F53784D}"/>
                </a:ext>
              </a:extLst>
            </p:cNvPr>
            <p:cNvSpPr/>
            <p:nvPr/>
          </p:nvSpPr>
          <p:spPr>
            <a:xfrm>
              <a:off x="8366224" y="4656930"/>
              <a:ext cx="1427061" cy="472966"/>
            </a:xfrm>
            <a:prstGeom prst="rightArrow">
              <a:avLst/>
            </a:prstGeom>
            <a:solidFill>
              <a:srgbClr val="C29E8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020EABEC-4AC1-09F9-EC1D-FCA1E535B02B}"/>
                </a:ext>
              </a:extLst>
            </p:cNvPr>
            <p:cNvSpPr txBox="1"/>
            <p:nvPr/>
          </p:nvSpPr>
          <p:spPr>
            <a:xfrm>
              <a:off x="6227159" y="5620022"/>
              <a:ext cx="3063466" cy="624288"/>
            </a:xfrm>
            <a:prstGeom prst="rect">
              <a:avLst/>
            </a:prstGeom>
            <a:noFill/>
          </p:spPr>
          <p:txBody>
            <a:bodyPr wrap="square">
              <a:spAutoFit/>
            </a:bodyPr>
            <a:lstStyle/>
            <a:p>
              <a:r>
                <a:rPr lang="zh-CN" altLang="en-US" sz="4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机器语言</a:t>
              </a:r>
            </a:p>
          </p:txBody>
        </p:sp>
        <p:sp>
          <p:nvSpPr>
            <p:cNvPr id="15" name="文本框 14">
              <a:extLst>
                <a:ext uri="{FF2B5EF4-FFF2-40B4-BE49-F238E27FC236}">
                  <a16:creationId xmlns:a16="http://schemas.microsoft.com/office/drawing/2014/main" id="{A1A5D722-5AB0-E9A5-D770-754329BBE80B}"/>
                </a:ext>
              </a:extLst>
            </p:cNvPr>
            <p:cNvSpPr txBox="1"/>
            <p:nvPr/>
          </p:nvSpPr>
          <p:spPr>
            <a:xfrm>
              <a:off x="8464035" y="4236158"/>
              <a:ext cx="1329250" cy="624288"/>
            </a:xfrm>
            <a:prstGeom prst="rect">
              <a:avLst/>
            </a:prstGeom>
            <a:noFill/>
          </p:spPr>
          <p:txBody>
            <a:bodyPr wrap="square">
              <a:spAutoFit/>
            </a:bodyPr>
            <a:lstStyle/>
            <a:p>
              <a:r>
                <a:rPr lang="zh-CN" altLang="en-US" sz="4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执行</a:t>
              </a:r>
            </a:p>
          </p:txBody>
        </p:sp>
      </p:grpSp>
      <p:sp>
        <p:nvSpPr>
          <p:cNvPr id="16" name="文本框 15">
            <a:extLst>
              <a:ext uri="{FF2B5EF4-FFF2-40B4-BE49-F238E27FC236}">
                <a16:creationId xmlns:a16="http://schemas.microsoft.com/office/drawing/2014/main" id="{8D0B74CC-C9DA-5F32-8A37-AB64CCF281C2}"/>
              </a:ext>
            </a:extLst>
          </p:cNvPr>
          <p:cNvSpPr txBox="1"/>
          <p:nvPr/>
        </p:nvSpPr>
        <p:spPr>
          <a:xfrm>
            <a:off x="-291324" y="3355032"/>
            <a:ext cx="5689910" cy="769441"/>
          </a:xfrm>
          <a:prstGeom prst="rect">
            <a:avLst/>
          </a:prstGeom>
          <a:noFill/>
        </p:spPr>
        <p:txBody>
          <a:bodyPr wrap="square">
            <a:spAutoFit/>
          </a:bodyPr>
          <a:lstStyle/>
          <a:p>
            <a:r>
              <a:rPr lang="zh-CN" altLang="en-US" sz="4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源程序</a:t>
            </a:r>
            <a:r>
              <a:rPr lang="en-US" altLang="zh-CN" sz="4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sz="4400" b="1" dirty="0" err="1">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py</a:t>
            </a:r>
            <a:r>
              <a:rPr lang="en-US" altLang="zh-CN" sz="4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sz="4400" b="1" dirty="0" err="1">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cpp</a:t>
            </a:r>
            <a:r>
              <a:rPr lang="en-US" altLang="zh-CN" sz="4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endParaRPr lang="zh-CN" altLang="en-US" sz="4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17" name="文本框 16">
            <a:extLst>
              <a:ext uri="{FF2B5EF4-FFF2-40B4-BE49-F238E27FC236}">
                <a16:creationId xmlns:a16="http://schemas.microsoft.com/office/drawing/2014/main" id="{1AA7E3BA-776F-E97A-9379-F55B434BBD85}"/>
              </a:ext>
            </a:extLst>
          </p:cNvPr>
          <p:cNvSpPr txBox="1"/>
          <p:nvPr/>
        </p:nvSpPr>
        <p:spPr>
          <a:xfrm>
            <a:off x="4747137" y="3325654"/>
            <a:ext cx="4732319" cy="769441"/>
          </a:xfrm>
          <a:prstGeom prst="rect">
            <a:avLst/>
          </a:prstGeom>
          <a:noFill/>
        </p:spPr>
        <p:txBody>
          <a:bodyPr wrap="square">
            <a:spAutoFit/>
          </a:bodyPr>
          <a:lstStyle/>
          <a:p>
            <a:r>
              <a:rPr lang="en-US" altLang="zh-CN" sz="4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zh-CN" altLang="en-US" sz="4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目标程序</a:t>
            </a:r>
            <a:r>
              <a:rPr lang="en-US" altLang="zh-CN" sz="4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(*.OBJ)</a:t>
            </a:r>
            <a:endParaRPr lang="zh-CN" altLang="en-US" sz="4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5494476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901DBD4E-08AB-B8DA-33A8-0CBB7F3DB0B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274245" y="38100"/>
            <a:ext cx="10108721" cy="6781800"/>
          </a:xfrm>
          <a:prstGeom prst="rect">
            <a:avLst/>
          </a:prstGeom>
          <a:ln>
            <a:solidFill>
              <a:srgbClr val="0000FF"/>
            </a:solidFill>
          </a:ln>
        </p:spPr>
      </p:pic>
    </p:spTree>
    <p:extLst>
      <p:ext uri="{BB962C8B-B14F-4D97-AF65-F5344CB8AC3E}">
        <p14:creationId xmlns:p14="http://schemas.microsoft.com/office/powerpoint/2010/main" val="124426375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D30638D2-C70B-CF22-7583-821009A039D3}"/>
              </a:ext>
            </a:extLst>
          </p:cNvPr>
          <p:cNvGrpSpPr/>
          <p:nvPr/>
        </p:nvGrpSpPr>
        <p:grpSpPr>
          <a:xfrm>
            <a:off x="733028" y="1251620"/>
            <a:ext cx="11573030" cy="4584969"/>
            <a:chOff x="535676" y="1216446"/>
            <a:chExt cx="11573030" cy="4584969"/>
          </a:xfrm>
        </p:grpSpPr>
        <p:sp>
          <p:nvSpPr>
            <p:cNvPr id="9" name="文本框 8">
              <a:extLst>
                <a:ext uri="{FF2B5EF4-FFF2-40B4-BE49-F238E27FC236}">
                  <a16:creationId xmlns:a16="http://schemas.microsoft.com/office/drawing/2014/main" id="{8C3E7A82-C335-29F3-7C1F-3CBC31FC68A7}"/>
                </a:ext>
              </a:extLst>
            </p:cNvPr>
            <p:cNvSpPr txBox="1"/>
            <p:nvPr/>
          </p:nvSpPr>
          <p:spPr>
            <a:xfrm>
              <a:off x="2565687" y="2653478"/>
              <a:ext cx="8912037" cy="707886"/>
            </a:xfrm>
            <a:prstGeom prst="rect">
              <a:avLst/>
            </a:prstGeom>
            <a:noFill/>
          </p:spPr>
          <p:txBody>
            <a:bodyPr wrap="square">
              <a:spAutoFit/>
            </a:bodyPr>
            <a:lstStyle/>
            <a:p>
              <a:r>
                <a:rPr lang="zh-CN" altLang="en-US" sz="4000" dirty="0">
                  <a:latin typeface="楷体" panose="02010609060101010101" pitchFamily="49" charset="-122"/>
                  <a:ea typeface="楷体" panose="02010609060101010101" pitchFamily="49" charset="-122"/>
                </a:rPr>
                <a:t>编译执行，形成机器码文件，并执行</a:t>
              </a:r>
            </a:p>
          </p:txBody>
        </p:sp>
        <p:grpSp>
          <p:nvGrpSpPr>
            <p:cNvPr id="11" name="组合 10">
              <a:extLst>
                <a:ext uri="{FF2B5EF4-FFF2-40B4-BE49-F238E27FC236}">
                  <a16:creationId xmlns:a16="http://schemas.microsoft.com/office/drawing/2014/main" id="{0B06D823-7A03-6E05-5486-533AEC7179F2}"/>
                </a:ext>
              </a:extLst>
            </p:cNvPr>
            <p:cNvGrpSpPr/>
            <p:nvPr/>
          </p:nvGrpSpPr>
          <p:grpSpPr>
            <a:xfrm>
              <a:off x="535676" y="1216446"/>
              <a:ext cx="11573030" cy="4584969"/>
              <a:chOff x="535676" y="367360"/>
              <a:chExt cx="11573030" cy="4584969"/>
            </a:xfrm>
          </p:grpSpPr>
          <p:sp>
            <p:nvSpPr>
              <p:cNvPr id="2" name="矩形 1">
                <a:extLst>
                  <a:ext uri="{FF2B5EF4-FFF2-40B4-BE49-F238E27FC236}">
                    <a16:creationId xmlns:a16="http://schemas.microsoft.com/office/drawing/2014/main" id="{7490073E-AF54-1351-34C4-99A9FD026054}"/>
                  </a:ext>
                </a:extLst>
              </p:cNvPr>
              <p:cNvSpPr/>
              <p:nvPr/>
            </p:nvSpPr>
            <p:spPr>
              <a:xfrm>
                <a:off x="683097" y="475231"/>
                <a:ext cx="1452281" cy="580912"/>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600" dirty="0">
                    <a:latin typeface="幼圆" panose="02010509060101010101" pitchFamily="49" charset="-122"/>
                    <a:ea typeface="幼圆" panose="02010509060101010101" pitchFamily="49" charset="-122"/>
                  </a:rPr>
                  <a:t>编译</a:t>
                </a:r>
              </a:p>
            </p:txBody>
          </p:sp>
          <p:sp>
            <p:nvSpPr>
              <p:cNvPr id="3" name="矩形 2">
                <a:extLst>
                  <a:ext uri="{FF2B5EF4-FFF2-40B4-BE49-F238E27FC236}">
                    <a16:creationId xmlns:a16="http://schemas.microsoft.com/office/drawing/2014/main" id="{793DD696-CC13-989B-6374-9DDAD705F191}"/>
                  </a:ext>
                </a:extLst>
              </p:cNvPr>
              <p:cNvSpPr/>
              <p:nvPr/>
            </p:nvSpPr>
            <p:spPr>
              <a:xfrm>
                <a:off x="683097" y="1880496"/>
                <a:ext cx="1882590" cy="580912"/>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600" dirty="0">
                    <a:latin typeface="幼圆" panose="02010509060101010101" pitchFamily="49" charset="-122"/>
                    <a:ea typeface="幼圆" panose="02010509060101010101" pitchFamily="49" charset="-122"/>
                  </a:rPr>
                  <a:t>编译器</a:t>
                </a:r>
              </a:p>
            </p:txBody>
          </p:sp>
          <p:sp>
            <p:nvSpPr>
              <p:cNvPr id="4" name="矩形 3">
                <a:extLst>
                  <a:ext uri="{FF2B5EF4-FFF2-40B4-BE49-F238E27FC236}">
                    <a16:creationId xmlns:a16="http://schemas.microsoft.com/office/drawing/2014/main" id="{F69A58D2-BCFE-3A84-FBA1-EC25F4412EC5}"/>
                  </a:ext>
                </a:extLst>
              </p:cNvPr>
              <p:cNvSpPr/>
              <p:nvPr/>
            </p:nvSpPr>
            <p:spPr>
              <a:xfrm>
                <a:off x="683096" y="3093998"/>
                <a:ext cx="1452281" cy="580912"/>
              </a:xfrm>
              <a:prstGeom prst="rect">
                <a:avLst/>
              </a:prstGeom>
              <a:solidFill>
                <a:srgbClr val="C29E8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600" dirty="0">
                    <a:solidFill>
                      <a:schemeClr val="tx1"/>
                    </a:solidFill>
                    <a:latin typeface="幼圆" panose="02010509060101010101" pitchFamily="49" charset="-122"/>
                    <a:ea typeface="幼圆" panose="02010509060101010101" pitchFamily="49" charset="-122"/>
                  </a:rPr>
                  <a:t>解释</a:t>
                </a:r>
              </a:p>
            </p:txBody>
          </p:sp>
          <p:sp>
            <p:nvSpPr>
              <p:cNvPr id="6" name="矩形 5">
                <a:extLst>
                  <a:ext uri="{FF2B5EF4-FFF2-40B4-BE49-F238E27FC236}">
                    <a16:creationId xmlns:a16="http://schemas.microsoft.com/office/drawing/2014/main" id="{C6A353D4-C555-8C85-CC65-23C831C97EB5}"/>
                  </a:ext>
                </a:extLst>
              </p:cNvPr>
              <p:cNvSpPr/>
              <p:nvPr/>
            </p:nvSpPr>
            <p:spPr>
              <a:xfrm>
                <a:off x="535676" y="4371417"/>
                <a:ext cx="1882590" cy="580912"/>
              </a:xfrm>
              <a:prstGeom prst="rect">
                <a:avLst/>
              </a:prstGeom>
              <a:solidFill>
                <a:srgbClr val="C29E8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600" dirty="0">
                    <a:solidFill>
                      <a:schemeClr val="tx1"/>
                    </a:solidFill>
                    <a:latin typeface="幼圆" panose="02010509060101010101" pitchFamily="49" charset="-122"/>
                    <a:ea typeface="幼圆" panose="02010509060101010101" pitchFamily="49" charset="-122"/>
                  </a:rPr>
                  <a:t>解释器</a:t>
                </a:r>
              </a:p>
            </p:txBody>
          </p:sp>
          <p:sp>
            <p:nvSpPr>
              <p:cNvPr id="7" name="文本框 6">
                <a:extLst>
                  <a:ext uri="{FF2B5EF4-FFF2-40B4-BE49-F238E27FC236}">
                    <a16:creationId xmlns:a16="http://schemas.microsoft.com/office/drawing/2014/main" id="{9CBDDA45-E508-49B2-8D6D-A7FBAA61568E}"/>
                  </a:ext>
                </a:extLst>
              </p:cNvPr>
              <p:cNvSpPr txBox="1"/>
              <p:nvPr/>
            </p:nvSpPr>
            <p:spPr>
              <a:xfrm>
                <a:off x="2135378" y="367360"/>
                <a:ext cx="9724921" cy="1323439"/>
              </a:xfrm>
              <a:prstGeom prst="rect">
                <a:avLst/>
              </a:prstGeom>
              <a:noFill/>
            </p:spPr>
            <p:txBody>
              <a:bodyPr wrap="square">
                <a:spAutoFit/>
              </a:bodyPr>
              <a:lstStyle/>
              <a:p>
                <a:r>
                  <a:rPr lang="zh-CN" altLang="en-US" sz="4000" dirty="0">
                    <a:latin typeface="楷体" panose="02010609060101010101" pitchFamily="49" charset="-122"/>
                    <a:ea typeface="楷体" panose="02010609060101010101" pitchFamily="49" charset="-122"/>
                  </a:rPr>
                  <a:t>源代码</a:t>
                </a:r>
                <a:r>
                  <a:rPr lang="zh-CN" altLang="en-US" sz="4000" dirty="0">
                    <a:solidFill>
                      <a:srgbClr val="FF0000"/>
                    </a:solidFill>
                    <a:latin typeface="楷体" panose="02010609060101010101" pitchFamily="49" charset="-122"/>
                    <a:ea typeface="楷体" panose="02010609060101010101" pitchFamily="49" charset="-122"/>
                  </a:rPr>
                  <a:t>一次性</a:t>
                </a:r>
                <a:r>
                  <a:rPr lang="zh-CN" altLang="en-US" sz="4000" dirty="0">
                    <a:latin typeface="楷体" panose="02010609060101010101" pitchFamily="49" charset="-122"/>
                    <a:ea typeface="楷体" panose="02010609060101010101" pitchFamily="49" charset="-122"/>
                  </a:rPr>
                  <a:t>转为机器码（</a:t>
                </a:r>
                <a:r>
                  <a:rPr lang="zh-CN" altLang="en-US" sz="4000" dirty="0">
                    <a:solidFill>
                      <a:srgbClr val="FF0000"/>
                    </a:solidFill>
                    <a:latin typeface="楷体" panose="02010609060101010101" pitchFamily="49" charset="-122"/>
                    <a:ea typeface="楷体" panose="02010609060101010101" pitchFamily="49" charset="-122"/>
                  </a:rPr>
                  <a:t>保存为文件</a:t>
                </a:r>
                <a:r>
                  <a:rPr lang="zh-CN" altLang="en-US" sz="4000" dirty="0">
                    <a:latin typeface="楷体" panose="02010609060101010101" pitchFamily="49" charset="-122"/>
                    <a:ea typeface="楷体" panose="02010609060101010101" pitchFamily="49" charset="-122"/>
                  </a:rPr>
                  <a:t>）过程，下次直接运行机器码。</a:t>
                </a:r>
              </a:p>
            </p:txBody>
          </p:sp>
          <p:sp>
            <p:nvSpPr>
              <p:cNvPr id="8" name="文本框 7">
                <a:extLst>
                  <a:ext uri="{FF2B5EF4-FFF2-40B4-BE49-F238E27FC236}">
                    <a16:creationId xmlns:a16="http://schemas.microsoft.com/office/drawing/2014/main" id="{C1FD2598-8647-BA6A-AA2D-40286EC89393}"/>
                  </a:ext>
                </a:extLst>
              </p:cNvPr>
              <p:cNvSpPr txBox="1"/>
              <p:nvPr/>
            </p:nvSpPr>
            <p:spPr>
              <a:xfrm>
                <a:off x="1886970" y="2992684"/>
                <a:ext cx="10221736" cy="769441"/>
              </a:xfrm>
              <a:prstGeom prst="rect">
                <a:avLst/>
              </a:prstGeom>
              <a:noFill/>
            </p:spPr>
            <p:txBody>
              <a:bodyPr wrap="square">
                <a:spAutoFit/>
              </a:bodyPr>
              <a:lstStyle/>
              <a:p>
                <a:r>
                  <a:rPr lang="zh-CN" altLang="en-US" sz="3200" dirty="0">
                    <a:latin typeface="楷体" panose="02010609060101010101" pitchFamily="49" charset="-122"/>
                    <a:ea typeface="楷体" panose="02010609060101010101" pitchFamily="49" charset="-122"/>
                  </a:rPr>
                  <a:t>  </a:t>
                </a:r>
                <a:r>
                  <a:rPr lang="zh-CN" altLang="en-US" sz="4400" dirty="0">
                    <a:latin typeface="楷体" panose="02010609060101010101" pitchFamily="49" charset="-122"/>
                    <a:ea typeface="楷体" panose="02010609060101010101" pitchFamily="49" charset="-122"/>
                  </a:rPr>
                  <a:t>源代码</a:t>
                </a:r>
                <a:r>
                  <a:rPr lang="zh-CN" altLang="en-US" sz="4400" dirty="0">
                    <a:solidFill>
                      <a:srgbClr val="FF0000"/>
                    </a:solidFill>
                    <a:latin typeface="楷体" panose="02010609060101010101" pitchFamily="49" charset="-122"/>
                    <a:ea typeface="楷体" panose="02010609060101010101" pitchFamily="49" charset="-122"/>
                  </a:rPr>
                  <a:t>逐行</a:t>
                </a:r>
                <a:r>
                  <a:rPr lang="zh-CN" altLang="en-US" sz="4400" dirty="0">
                    <a:latin typeface="楷体" panose="02010609060101010101" pitchFamily="49" charset="-122"/>
                    <a:ea typeface="楷体" panose="02010609060101010101" pitchFamily="49" charset="-122"/>
                  </a:rPr>
                  <a:t>转为机器码（</a:t>
                </a:r>
                <a:r>
                  <a:rPr lang="zh-CN" altLang="en-US" sz="4400" dirty="0">
                    <a:solidFill>
                      <a:srgbClr val="FF0000"/>
                    </a:solidFill>
                    <a:latin typeface="楷体" panose="02010609060101010101" pitchFamily="49" charset="-122"/>
                    <a:ea typeface="楷体" panose="02010609060101010101" pitchFamily="49" charset="-122"/>
                  </a:rPr>
                  <a:t>无文件</a:t>
                </a:r>
                <a:r>
                  <a:rPr lang="zh-CN" altLang="en-US" sz="4400" dirty="0">
                    <a:latin typeface="楷体" panose="02010609060101010101" pitchFamily="49" charset="-122"/>
                    <a:ea typeface="楷体" panose="02010609060101010101" pitchFamily="49" charset="-122"/>
                  </a:rPr>
                  <a:t>）过程</a:t>
                </a:r>
                <a:endParaRPr lang="zh-CN" altLang="en-US" sz="3200" dirty="0">
                  <a:latin typeface="楷体" panose="02010609060101010101" pitchFamily="49" charset="-122"/>
                  <a:ea typeface="楷体" panose="02010609060101010101" pitchFamily="49" charset="-122"/>
                </a:endParaRPr>
              </a:p>
            </p:txBody>
          </p:sp>
          <p:sp>
            <p:nvSpPr>
              <p:cNvPr id="10" name="文本框 9">
                <a:extLst>
                  <a:ext uri="{FF2B5EF4-FFF2-40B4-BE49-F238E27FC236}">
                    <a16:creationId xmlns:a16="http://schemas.microsoft.com/office/drawing/2014/main" id="{0F0D819E-D993-58F8-F930-F73ADDBA340D}"/>
                  </a:ext>
                </a:extLst>
              </p:cNvPr>
              <p:cNvSpPr txBox="1"/>
              <p:nvPr/>
            </p:nvSpPr>
            <p:spPr>
              <a:xfrm>
                <a:off x="2269726" y="4182888"/>
                <a:ext cx="9724922" cy="769441"/>
              </a:xfrm>
              <a:prstGeom prst="rect">
                <a:avLst/>
              </a:prstGeom>
              <a:noFill/>
            </p:spPr>
            <p:txBody>
              <a:bodyPr wrap="square">
                <a:spAutoFit/>
              </a:bodyPr>
              <a:lstStyle/>
              <a:p>
                <a:r>
                  <a:rPr lang="zh-CN" altLang="en-US" sz="4400" dirty="0">
                    <a:latin typeface="楷体" panose="02010609060101010101" pitchFamily="49" charset="-122"/>
                    <a:ea typeface="楷体" panose="02010609060101010101" pitchFamily="49" charset="-122"/>
                  </a:rPr>
                  <a:t> 边逐行解释边执行机器码。</a:t>
                </a:r>
              </a:p>
            </p:txBody>
          </p:sp>
        </p:grpSp>
      </p:grpSp>
      <p:sp>
        <p:nvSpPr>
          <p:cNvPr id="16" name="文本框 15">
            <a:extLst>
              <a:ext uri="{FF2B5EF4-FFF2-40B4-BE49-F238E27FC236}">
                <a16:creationId xmlns:a16="http://schemas.microsoft.com/office/drawing/2014/main" id="{20FA6AFB-6C10-1F23-BA17-4708A1A8DD19}"/>
              </a:ext>
            </a:extLst>
          </p:cNvPr>
          <p:cNvSpPr txBox="1"/>
          <p:nvPr/>
        </p:nvSpPr>
        <p:spPr>
          <a:xfrm>
            <a:off x="325634" y="152710"/>
            <a:ext cx="6183084" cy="757130"/>
          </a:xfrm>
          <a:prstGeom prst="rect">
            <a:avLst/>
          </a:prstGeom>
          <a:noFill/>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n"/>
              <a:tabLst/>
              <a:defRPr/>
            </a:pPr>
            <a:r>
              <a:rPr kumimoji="0" lang="zh-CN" altLang="en-US" sz="4800" b="0" i="0" u="none" strike="noStrike" kern="1200" cap="none" spc="0" normalizeH="0" baseline="0" noProof="0" dirty="0">
                <a:ln>
                  <a:noFill/>
                </a:ln>
                <a:solidFill>
                  <a:srgbClr val="ED7D31">
                    <a:lumMod val="50000"/>
                  </a:srgbClr>
                </a:solidFill>
                <a:effectLst/>
                <a:uLnTx/>
                <a:uFillTx/>
                <a:latin typeface="黑体" panose="02010609060101010101" pitchFamily="49" charset="-122"/>
                <a:ea typeface="黑体" panose="02010609060101010101" pitchFamily="49" charset="-122"/>
                <a:cs typeface="+mn-cs"/>
              </a:rPr>
              <a:t>解释和编译</a:t>
            </a:r>
            <a:endParaRPr kumimoji="0" lang="en-US" altLang="zh-CN" sz="4800" b="0" i="0" u="none" strike="noStrike" kern="1200" cap="none" spc="0" normalizeH="0" baseline="0" noProof="0" dirty="0">
              <a:ln>
                <a:noFill/>
              </a:ln>
              <a:solidFill>
                <a:srgbClr val="ED7D31">
                  <a:lumMod val="50000"/>
                </a:srgbClr>
              </a:solidFill>
              <a:effectLst/>
              <a:uLnTx/>
              <a:uFillTx/>
              <a:latin typeface="黑体" panose="02010609060101010101" pitchFamily="49" charset="-122"/>
              <a:ea typeface="黑体" panose="02010609060101010101" pitchFamily="49" charset="-122"/>
              <a:cs typeface="+mn-cs"/>
            </a:endParaRPr>
          </a:p>
        </p:txBody>
      </p:sp>
      <p:pic>
        <p:nvPicPr>
          <p:cNvPr id="18" name="图片 17">
            <a:extLst>
              <a:ext uri="{FF2B5EF4-FFF2-40B4-BE49-F238E27FC236}">
                <a16:creationId xmlns:a16="http://schemas.microsoft.com/office/drawing/2014/main" id="{3A5338B9-BEA5-DD08-95F9-568C2183171D}"/>
              </a:ext>
            </a:extLst>
          </p:cNvPr>
          <p:cNvPicPr>
            <a:picLocks noChangeAspect="1"/>
          </p:cNvPicPr>
          <p:nvPr/>
        </p:nvPicPr>
        <p:blipFill>
          <a:blip r:embed="rId3"/>
          <a:srcRect l="22039" t="16713"/>
          <a:stretch/>
        </p:blipFill>
        <p:spPr>
          <a:xfrm>
            <a:off x="3805881" y="3682313"/>
            <a:ext cx="3688974" cy="325033"/>
          </a:xfrm>
          <a:prstGeom prst="rect">
            <a:avLst/>
          </a:prstGeom>
        </p:spPr>
      </p:pic>
      <p:pic>
        <p:nvPicPr>
          <p:cNvPr id="19" name="图片 18">
            <a:extLst>
              <a:ext uri="{FF2B5EF4-FFF2-40B4-BE49-F238E27FC236}">
                <a16:creationId xmlns:a16="http://schemas.microsoft.com/office/drawing/2014/main" id="{B9341A23-137C-D6CA-246E-E6CBA23DCD0E}"/>
              </a:ext>
            </a:extLst>
          </p:cNvPr>
          <p:cNvPicPr>
            <a:picLocks noChangeAspect="1"/>
          </p:cNvPicPr>
          <p:nvPr/>
        </p:nvPicPr>
        <p:blipFill>
          <a:blip r:embed="rId4"/>
          <a:stretch>
            <a:fillRect/>
          </a:stretch>
        </p:blipFill>
        <p:spPr>
          <a:xfrm>
            <a:off x="2712038" y="997762"/>
            <a:ext cx="4849382" cy="465254"/>
          </a:xfrm>
          <a:prstGeom prst="rect">
            <a:avLst/>
          </a:prstGeom>
        </p:spPr>
      </p:pic>
      <p:sp>
        <p:nvSpPr>
          <p:cNvPr id="20" name="文本框 19">
            <a:extLst>
              <a:ext uri="{FF2B5EF4-FFF2-40B4-BE49-F238E27FC236}">
                <a16:creationId xmlns:a16="http://schemas.microsoft.com/office/drawing/2014/main" id="{E8B43449-C67A-74AB-AB63-DD6C14131014}"/>
              </a:ext>
            </a:extLst>
          </p:cNvPr>
          <p:cNvSpPr txBox="1"/>
          <p:nvPr/>
        </p:nvSpPr>
        <p:spPr>
          <a:xfrm>
            <a:off x="585126" y="5924511"/>
            <a:ext cx="10939624" cy="769441"/>
          </a:xfrm>
          <a:prstGeom prst="rect">
            <a:avLst/>
          </a:prstGeom>
          <a:noFill/>
        </p:spPr>
        <p:txBody>
          <a:bodyPr wrap="square">
            <a:spAutoFit/>
          </a:bodyPr>
          <a:lstStyle/>
          <a:p>
            <a:pPr marL="457200" indent="-457200">
              <a:buFont typeface="Wingdings" panose="05000000000000000000" pitchFamily="2" charset="2"/>
              <a:buChar char="Ø"/>
            </a:pPr>
            <a:r>
              <a:rPr lang="zh-CN" altLang="en-US" sz="4400" dirty="0">
                <a:solidFill>
                  <a:srgbClr val="FF0000"/>
                </a:solidFill>
                <a:latin typeface="楷体" panose="02010609060101010101" pitchFamily="49" charset="-122"/>
                <a:ea typeface="楷体" panose="02010609060101010101" pitchFamily="49" charset="-122"/>
              </a:rPr>
              <a:t>语言解释器或编译器都包含在开发软件中</a:t>
            </a:r>
          </a:p>
        </p:txBody>
      </p:sp>
    </p:spTree>
    <p:extLst>
      <p:ext uri="{BB962C8B-B14F-4D97-AF65-F5344CB8AC3E}">
        <p14:creationId xmlns:p14="http://schemas.microsoft.com/office/powerpoint/2010/main" val="352013851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58168" y="494941"/>
            <a:ext cx="10515600" cy="4998314"/>
          </a:xfrm>
        </p:spPr>
        <p:txBody>
          <a:bodyPr>
            <a:normAutofit/>
          </a:bodyPr>
          <a:lstStyle/>
          <a:p>
            <a:pPr>
              <a:buFont typeface="Wingdings" panose="05000000000000000000" pitchFamily="2" charset="2"/>
              <a:buChar char="n"/>
            </a:pPr>
            <a:r>
              <a:rPr lang="zh-CN" altLang="en-US" sz="4800" dirty="0">
                <a:solidFill>
                  <a:schemeClr val="accent2">
                    <a:lumMod val="50000"/>
                  </a:schemeClr>
                </a:solidFill>
                <a:latin typeface="黑体" panose="02010609060101010101" pitchFamily="49" charset="-122"/>
                <a:ea typeface="黑体" panose="02010609060101010101" pitchFamily="49" charset="-122"/>
              </a:rPr>
              <a:t>程序的解释执行</a:t>
            </a:r>
            <a:endParaRPr lang="en-US" altLang="zh-CN" sz="4800" dirty="0">
              <a:solidFill>
                <a:schemeClr val="accent2">
                  <a:lumMod val="50000"/>
                </a:schemeClr>
              </a:solidFill>
              <a:latin typeface="黑体" panose="02010609060101010101" pitchFamily="49" charset="-122"/>
              <a:ea typeface="黑体" panose="02010609060101010101" pitchFamily="49" charset="-122"/>
            </a:endParaRPr>
          </a:p>
        </p:txBody>
      </p:sp>
      <p:sp>
        <p:nvSpPr>
          <p:cNvPr id="9" name="文本框 8">
            <a:extLst>
              <a:ext uri="{FF2B5EF4-FFF2-40B4-BE49-F238E27FC236}">
                <a16:creationId xmlns:a16="http://schemas.microsoft.com/office/drawing/2014/main" id="{6F61A5A0-9F9F-8826-B8CC-7260A3B921FE}"/>
              </a:ext>
            </a:extLst>
          </p:cNvPr>
          <p:cNvSpPr txBox="1"/>
          <p:nvPr/>
        </p:nvSpPr>
        <p:spPr>
          <a:xfrm>
            <a:off x="1017575" y="3678713"/>
            <a:ext cx="9119803" cy="646331"/>
          </a:xfrm>
          <a:prstGeom prst="rect">
            <a:avLst/>
          </a:prstGeom>
          <a:noFill/>
        </p:spPr>
        <p:txBody>
          <a:bodyPr wrap="square">
            <a:spAutoFit/>
          </a:bodyPr>
          <a:lstStyle/>
          <a:p>
            <a:r>
              <a:rPr lang="zh-CN" altLang="en-US" sz="3600" dirty="0">
                <a:highlight>
                  <a:srgbClr val="FFFF00"/>
                </a:highlight>
                <a:latin typeface="幼圆" panose="02010509060101010101" pitchFamily="49" charset="-122"/>
                <a:ea typeface="幼圆" panose="02010509060101010101" pitchFamily="49" charset="-122"/>
              </a:rPr>
              <a:t>解释优点</a:t>
            </a:r>
            <a:r>
              <a:rPr lang="zh-CN" altLang="en-US" sz="3600" dirty="0">
                <a:latin typeface="幼圆" panose="02010509060101010101" pitchFamily="49" charset="-122"/>
                <a:ea typeface="幼圆" panose="02010509060101010101" pitchFamily="49" charset="-122"/>
              </a:rPr>
              <a:t>：实现简单，交互性较好</a:t>
            </a:r>
          </a:p>
        </p:txBody>
      </p:sp>
      <p:grpSp>
        <p:nvGrpSpPr>
          <p:cNvPr id="16" name="组合 15">
            <a:extLst>
              <a:ext uri="{FF2B5EF4-FFF2-40B4-BE49-F238E27FC236}">
                <a16:creationId xmlns:a16="http://schemas.microsoft.com/office/drawing/2014/main" id="{EB9A89CC-F7B2-4112-662D-028C64352177}"/>
              </a:ext>
            </a:extLst>
          </p:cNvPr>
          <p:cNvGrpSpPr/>
          <p:nvPr/>
        </p:nvGrpSpPr>
        <p:grpSpPr>
          <a:xfrm>
            <a:off x="1017575" y="1709315"/>
            <a:ext cx="10102254" cy="838840"/>
            <a:chOff x="893135" y="3423684"/>
            <a:chExt cx="10398642" cy="903768"/>
          </a:xfrm>
        </p:grpSpPr>
        <p:graphicFrame>
          <p:nvGraphicFramePr>
            <p:cNvPr id="17" name="图示 16">
              <a:extLst>
                <a:ext uri="{FF2B5EF4-FFF2-40B4-BE49-F238E27FC236}">
                  <a16:creationId xmlns:a16="http://schemas.microsoft.com/office/drawing/2014/main" id="{BB14F6F9-5799-F938-55F7-D9087CBC8BEE}"/>
                </a:ext>
              </a:extLst>
            </p:cNvPr>
            <p:cNvGraphicFramePr/>
            <p:nvPr/>
          </p:nvGraphicFramePr>
          <p:xfrm>
            <a:off x="1319618" y="3710763"/>
            <a:ext cx="9387368" cy="6166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8" name="直接箭头连接符 17">
              <a:extLst>
                <a:ext uri="{FF2B5EF4-FFF2-40B4-BE49-F238E27FC236}">
                  <a16:creationId xmlns:a16="http://schemas.microsoft.com/office/drawing/2014/main" id="{0AD82D25-18C8-0C4E-58F8-4435BEC164CC}"/>
                </a:ext>
              </a:extLst>
            </p:cNvPr>
            <p:cNvCxnSpPr/>
            <p:nvPr/>
          </p:nvCxnSpPr>
          <p:spPr>
            <a:xfrm flipV="1">
              <a:off x="10770781" y="4008474"/>
              <a:ext cx="520996" cy="2126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9AC228B8-3BB3-BBF7-E2C8-4210915F264D}"/>
                </a:ext>
              </a:extLst>
            </p:cNvPr>
            <p:cNvCxnSpPr/>
            <p:nvPr/>
          </p:nvCxnSpPr>
          <p:spPr>
            <a:xfrm flipV="1">
              <a:off x="11291777" y="3423684"/>
              <a:ext cx="0" cy="6060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D271F562-6490-5A96-0952-856D3DED6560}"/>
                </a:ext>
              </a:extLst>
            </p:cNvPr>
            <p:cNvCxnSpPr/>
            <p:nvPr/>
          </p:nvCxnSpPr>
          <p:spPr>
            <a:xfrm flipH="1">
              <a:off x="893135" y="3423684"/>
              <a:ext cx="10398642"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5AC3878B-6C3D-BAFD-797A-B3019A3858A7}"/>
                </a:ext>
              </a:extLst>
            </p:cNvPr>
            <p:cNvCxnSpPr/>
            <p:nvPr/>
          </p:nvCxnSpPr>
          <p:spPr>
            <a:xfrm>
              <a:off x="893135" y="3423684"/>
              <a:ext cx="0" cy="59542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2F922025-2D08-7E7E-B8C4-0E5A7B3A13FB}"/>
                </a:ext>
              </a:extLst>
            </p:cNvPr>
            <p:cNvCxnSpPr/>
            <p:nvPr/>
          </p:nvCxnSpPr>
          <p:spPr>
            <a:xfrm flipV="1">
              <a:off x="893135" y="4019107"/>
              <a:ext cx="701749" cy="1063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sp>
        <p:nvSpPr>
          <p:cNvPr id="23" name="文本框 22">
            <a:extLst>
              <a:ext uri="{FF2B5EF4-FFF2-40B4-BE49-F238E27FC236}">
                <a16:creationId xmlns:a16="http://schemas.microsoft.com/office/drawing/2014/main" id="{1DFE4B0F-31EC-6AC7-68E8-ACE4AC04282A}"/>
              </a:ext>
            </a:extLst>
          </p:cNvPr>
          <p:cNvSpPr txBox="1"/>
          <p:nvPr/>
        </p:nvSpPr>
        <p:spPr>
          <a:xfrm>
            <a:off x="1017575" y="4601368"/>
            <a:ext cx="10826595" cy="646331"/>
          </a:xfrm>
          <a:prstGeom prst="rect">
            <a:avLst/>
          </a:prstGeom>
          <a:noFill/>
        </p:spPr>
        <p:txBody>
          <a:bodyPr wrap="square">
            <a:spAutoFit/>
          </a:bodyPr>
          <a:lstStyle/>
          <a:p>
            <a:r>
              <a:rPr lang="zh-CN" altLang="en-US" sz="3600" dirty="0">
                <a:highlight>
                  <a:srgbClr val="FFFF00"/>
                </a:highlight>
                <a:latin typeface="幼圆" panose="02010509060101010101" pitchFamily="49" charset="-122"/>
                <a:ea typeface="幼圆" panose="02010509060101010101" pitchFamily="49" charset="-122"/>
              </a:rPr>
              <a:t>解释缺点</a:t>
            </a:r>
            <a:r>
              <a:rPr lang="zh-CN" altLang="en-US" sz="3600" dirty="0">
                <a:latin typeface="幼圆" panose="02010509060101010101" pitchFamily="49" charset="-122"/>
                <a:ea typeface="幼圆" panose="02010509060101010101" pitchFamily="49" charset="-122"/>
              </a:rPr>
              <a:t>：运行效率低，独立性不强，保密性不强</a:t>
            </a:r>
          </a:p>
        </p:txBody>
      </p:sp>
    </p:spTree>
    <p:extLst>
      <p:ext uri="{BB962C8B-B14F-4D97-AF65-F5344CB8AC3E}">
        <p14:creationId xmlns:p14="http://schemas.microsoft.com/office/powerpoint/2010/main" val="31777319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FB2016-095D-7E84-2550-30FB5F6325A6}"/>
              </a:ext>
            </a:extLst>
          </p:cNvPr>
          <p:cNvSpPr>
            <a:spLocks noGrp="1"/>
          </p:cNvSpPr>
          <p:nvPr>
            <p:ph type="title"/>
          </p:nvPr>
        </p:nvSpPr>
        <p:spPr>
          <a:xfrm>
            <a:off x="205700" y="194345"/>
            <a:ext cx="10515600" cy="1325563"/>
          </a:xfrm>
        </p:spPr>
        <p:txBody>
          <a:bodyPr>
            <a:normAutofit fontScale="90000"/>
          </a:bodyPr>
          <a:lstStyle/>
          <a:p>
            <a:pPr marL="685800" marR="0" lvl="0" indent="-685800" defTabSz="914400" rtl="0" eaLnBrk="1" fontAlgn="auto" latinLnBrk="0" hangingPunct="1">
              <a:lnSpc>
                <a:spcPct val="90000"/>
              </a:lnSpc>
              <a:spcBef>
                <a:spcPts val="1000"/>
              </a:spcBef>
              <a:spcAft>
                <a:spcPts val="0"/>
              </a:spcAft>
              <a:buFont typeface="Wingdings" panose="05000000000000000000" pitchFamily="2" charset="2"/>
              <a:buChar char="n"/>
              <a:tabLst/>
              <a:defRPr/>
            </a:pPr>
            <a:r>
              <a:rPr kumimoji="0" lang="zh-CN" altLang="en-US" sz="4800" b="0" i="0" u="none" strike="noStrike" kern="1200" cap="none" spc="0" normalizeH="0" baseline="0" noProof="0" dirty="0">
                <a:ln>
                  <a:noFill/>
                </a:ln>
                <a:solidFill>
                  <a:srgbClr val="ED7D31">
                    <a:lumMod val="50000"/>
                  </a:srgbClr>
                </a:solidFill>
                <a:effectLst/>
                <a:uLnTx/>
                <a:uFillTx/>
                <a:latin typeface="黑体" panose="02010609060101010101" pitchFamily="49" charset="-122"/>
                <a:ea typeface="黑体" panose="02010609060101010101" pitchFamily="49" charset="-122"/>
                <a:cs typeface="+mn-cs"/>
              </a:rPr>
              <a:t>程序的解释执行</a:t>
            </a:r>
            <a:br>
              <a:rPr kumimoji="0" lang="en-US" altLang="zh-CN" sz="4800" b="0" i="0" u="none" strike="noStrike" kern="1200" cap="none" spc="0" normalizeH="0" baseline="0" noProof="0" dirty="0">
                <a:ln>
                  <a:noFill/>
                </a:ln>
                <a:solidFill>
                  <a:srgbClr val="ED7D31">
                    <a:lumMod val="50000"/>
                  </a:srgbClr>
                </a:solidFill>
                <a:effectLst/>
                <a:uLnTx/>
                <a:uFillTx/>
                <a:latin typeface="黑体" panose="02010609060101010101" pitchFamily="49" charset="-122"/>
                <a:ea typeface="黑体" panose="02010609060101010101" pitchFamily="49" charset="-122"/>
                <a:cs typeface="+mn-cs"/>
              </a:rPr>
            </a:br>
            <a:endParaRPr lang="zh-CN" altLang="en-US" dirty="0"/>
          </a:p>
        </p:txBody>
      </p:sp>
      <p:grpSp>
        <p:nvGrpSpPr>
          <p:cNvPr id="4" name="组合 3">
            <a:extLst>
              <a:ext uri="{FF2B5EF4-FFF2-40B4-BE49-F238E27FC236}">
                <a16:creationId xmlns:a16="http://schemas.microsoft.com/office/drawing/2014/main" id="{3878C7DE-AD48-71CA-F608-1AE65695CC54}"/>
              </a:ext>
            </a:extLst>
          </p:cNvPr>
          <p:cNvGrpSpPr/>
          <p:nvPr/>
        </p:nvGrpSpPr>
        <p:grpSpPr>
          <a:xfrm>
            <a:off x="-206828" y="2190156"/>
            <a:ext cx="10558130" cy="2756459"/>
            <a:chOff x="925033" y="1624156"/>
            <a:chExt cx="10558130" cy="2756459"/>
          </a:xfrm>
        </p:grpSpPr>
        <p:graphicFrame>
          <p:nvGraphicFramePr>
            <p:cNvPr id="5" name="图示 4">
              <a:extLst>
                <a:ext uri="{FF2B5EF4-FFF2-40B4-BE49-F238E27FC236}">
                  <a16:creationId xmlns:a16="http://schemas.microsoft.com/office/drawing/2014/main" id="{C9587BB1-A25B-E3A7-76B5-A5F915EE887A}"/>
                </a:ext>
              </a:extLst>
            </p:cNvPr>
            <p:cNvGraphicFramePr/>
            <p:nvPr/>
          </p:nvGraphicFramePr>
          <p:xfrm>
            <a:off x="925033" y="2009555"/>
            <a:ext cx="10558130" cy="23710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矩形 5">
              <a:extLst>
                <a:ext uri="{FF2B5EF4-FFF2-40B4-BE49-F238E27FC236}">
                  <a16:creationId xmlns:a16="http://schemas.microsoft.com/office/drawing/2014/main" id="{8E6A1CC4-D284-3F12-A61E-2A5FA898DC4A}"/>
                </a:ext>
              </a:extLst>
            </p:cNvPr>
            <p:cNvSpPr/>
            <p:nvPr/>
          </p:nvSpPr>
          <p:spPr>
            <a:xfrm>
              <a:off x="3119880" y="3180169"/>
              <a:ext cx="923651" cy="584775"/>
            </a:xfrm>
            <a:prstGeom prst="rect">
              <a:avLst/>
            </a:prstGeom>
          </p:spPr>
          <p:txBody>
            <a:bodyPr wrap="none">
              <a:spAutoFit/>
            </a:bodyPr>
            <a:lstStyle/>
            <a:p>
              <a:r>
                <a:rPr lang="en-US" altLang="zh-CN" sz="3200" dirty="0"/>
                <a:t>1.05</a:t>
              </a:r>
              <a:endParaRPr lang="zh-CN" altLang="en-US" sz="3200" dirty="0"/>
            </a:p>
          </p:txBody>
        </p:sp>
        <p:sp>
          <p:nvSpPr>
            <p:cNvPr id="7" name="矩形 6">
              <a:extLst>
                <a:ext uri="{FF2B5EF4-FFF2-40B4-BE49-F238E27FC236}">
                  <a16:creationId xmlns:a16="http://schemas.microsoft.com/office/drawing/2014/main" id="{5EDE92BB-DB7C-442D-C53C-72A1F96BDE9E}"/>
                </a:ext>
              </a:extLst>
            </p:cNvPr>
            <p:cNvSpPr/>
            <p:nvPr/>
          </p:nvSpPr>
          <p:spPr>
            <a:xfrm>
              <a:off x="2432273" y="3396734"/>
              <a:ext cx="707245" cy="584775"/>
            </a:xfrm>
            <a:prstGeom prst="rect">
              <a:avLst/>
            </a:prstGeom>
          </p:spPr>
          <p:txBody>
            <a:bodyPr wrap="none">
              <a:spAutoFit/>
            </a:bodyPr>
            <a:lstStyle/>
            <a:p>
              <a:r>
                <a:rPr lang="en-US" altLang="zh-CN" sz="3200" dirty="0"/>
                <a:t>1.0</a:t>
              </a:r>
              <a:endParaRPr lang="zh-CN" altLang="en-US" sz="3200" dirty="0"/>
            </a:p>
          </p:txBody>
        </p:sp>
        <p:sp>
          <p:nvSpPr>
            <p:cNvPr id="8" name="矩形 7">
              <a:extLst>
                <a:ext uri="{FF2B5EF4-FFF2-40B4-BE49-F238E27FC236}">
                  <a16:creationId xmlns:a16="http://schemas.microsoft.com/office/drawing/2014/main" id="{036D5EBF-0B45-6859-AE90-4B2067AD6DEF}"/>
                </a:ext>
              </a:extLst>
            </p:cNvPr>
            <p:cNvSpPr/>
            <p:nvPr/>
          </p:nvSpPr>
          <p:spPr>
            <a:xfrm>
              <a:off x="3974058" y="2960414"/>
              <a:ext cx="707245" cy="584775"/>
            </a:xfrm>
            <a:prstGeom prst="rect">
              <a:avLst/>
            </a:prstGeom>
          </p:spPr>
          <p:txBody>
            <a:bodyPr wrap="none">
              <a:spAutoFit/>
            </a:bodyPr>
            <a:lstStyle/>
            <a:p>
              <a:r>
                <a:rPr lang="en-US" altLang="zh-CN" sz="3200" dirty="0"/>
                <a:t>1.6</a:t>
              </a:r>
              <a:endParaRPr lang="zh-CN" altLang="en-US" sz="3200" dirty="0"/>
            </a:p>
          </p:txBody>
        </p:sp>
        <p:sp>
          <p:nvSpPr>
            <p:cNvPr id="9" name="矩形 8">
              <a:extLst>
                <a:ext uri="{FF2B5EF4-FFF2-40B4-BE49-F238E27FC236}">
                  <a16:creationId xmlns:a16="http://schemas.microsoft.com/office/drawing/2014/main" id="{BC290DC7-34AC-C53C-13D2-6F9330AAAE90}"/>
                </a:ext>
              </a:extLst>
            </p:cNvPr>
            <p:cNvSpPr/>
            <p:nvPr/>
          </p:nvSpPr>
          <p:spPr>
            <a:xfrm>
              <a:off x="5168492" y="2783191"/>
              <a:ext cx="401072" cy="584775"/>
            </a:xfrm>
            <a:prstGeom prst="rect">
              <a:avLst/>
            </a:prstGeom>
          </p:spPr>
          <p:txBody>
            <a:bodyPr wrap="none">
              <a:spAutoFit/>
            </a:bodyPr>
            <a:lstStyle/>
            <a:p>
              <a:r>
                <a:rPr lang="en-US" altLang="zh-CN" sz="3200"/>
                <a:t>4</a:t>
              </a:r>
              <a:endParaRPr lang="zh-CN" altLang="en-US" sz="3200"/>
            </a:p>
          </p:txBody>
        </p:sp>
        <p:sp>
          <p:nvSpPr>
            <p:cNvPr id="10" name="矩形 9">
              <a:extLst>
                <a:ext uri="{FF2B5EF4-FFF2-40B4-BE49-F238E27FC236}">
                  <a16:creationId xmlns:a16="http://schemas.microsoft.com/office/drawing/2014/main" id="{C713437F-BBA2-CBDF-CBF1-DBFA40E809E4}"/>
                </a:ext>
              </a:extLst>
            </p:cNvPr>
            <p:cNvSpPr/>
            <p:nvPr/>
          </p:nvSpPr>
          <p:spPr>
            <a:xfrm>
              <a:off x="6394825" y="2605968"/>
              <a:ext cx="401072" cy="584775"/>
            </a:xfrm>
            <a:prstGeom prst="rect">
              <a:avLst/>
            </a:prstGeom>
          </p:spPr>
          <p:txBody>
            <a:bodyPr wrap="none">
              <a:spAutoFit/>
            </a:bodyPr>
            <a:lstStyle/>
            <a:p>
              <a:r>
                <a:rPr lang="en-US" altLang="zh-CN" sz="3200"/>
                <a:t>4</a:t>
              </a:r>
              <a:endParaRPr lang="zh-CN" altLang="en-US" sz="3200"/>
            </a:p>
          </p:txBody>
        </p:sp>
        <p:sp>
          <p:nvSpPr>
            <p:cNvPr id="11" name="矩形 10">
              <a:extLst>
                <a:ext uri="{FF2B5EF4-FFF2-40B4-BE49-F238E27FC236}">
                  <a16:creationId xmlns:a16="http://schemas.microsoft.com/office/drawing/2014/main" id="{6CC4432B-2607-9158-0139-0C948172355A}"/>
                </a:ext>
              </a:extLst>
            </p:cNvPr>
            <p:cNvSpPr/>
            <p:nvPr/>
          </p:nvSpPr>
          <p:spPr>
            <a:xfrm>
              <a:off x="7312801" y="2396846"/>
              <a:ext cx="401072" cy="584775"/>
            </a:xfrm>
            <a:prstGeom prst="rect">
              <a:avLst/>
            </a:prstGeom>
          </p:spPr>
          <p:txBody>
            <a:bodyPr wrap="none">
              <a:spAutoFit/>
            </a:bodyPr>
            <a:lstStyle/>
            <a:p>
              <a:r>
                <a:rPr lang="en-US" altLang="zh-CN" sz="3200"/>
                <a:t>5</a:t>
              </a:r>
              <a:endParaRPr lang="zh-CN" altLang="en-US" sz="3200"/>
            </a:p>
          </p:txBody>
        </p:sp>
        <p:sp>
          <p:nvSpPr>
            <p:cNvPr id="12" name="矩形 11">
              <a:extLst>
                <a:ext uri="{FF2B5EF4-FFF2-40B4-BE49-F238E27FC236}">
                  <a16:creationId xmlns:a16="http://schemas.microsoft.com/office/drawing/2014/main" id="{314DFF63-348A-F85E-1654-17BE7FC1D03C}"/>
                </a:ext>
              </a:extLst>
            </p:cNvPr>
            <p:cNvSpPr/>
            <p:nvPr/>
          </p:nvSpPr>
          <p:spPr>
            <a:xfrm>
              <a:off x="8209511" y="2219623"/>
              <a:ext cx="617477" cy="584775"/>
            </a:xfrm>
            <a:prstGeom prst="rect">
              <a:avLst/>
            </a:prstGeom>
          </p:spPr>
          <p:txBody>
            <a:bodyPr wrap="none">
              <a:spAutoFit/>
            </a:bodyPr>
            <a:lstStyle/>
            <a:p>
              <a:r>
                <a:rPr lang="en-US" altLang="zh-CN" sz="3200" dirty="0"/>
                <a:t>50</a:t>
              </a:r>
              <a:endParaRPr lang="zh-CN" altLang="en-US" sz="3200" dirty="0"/>
            </a:p>
          </p:txBody>
        </p:sp>
        <p:sp>
          <p:nvSpPr>
            <p:cNvPr id="13" name="矩形 12">
              <a:extLst>
                <a:ext uri="{FF2B5EF4-FFF2-40B4-BE49-F238E27FC236}">
                  <a16:creationId xmlns:a16="http://schemas.microsoft.com/office/drawing/2014/main" id="{0A711B31-9D4E-0679-12BC-E557322F0491}"/>
                </a:ext>
              </a:extLst>
            </p:cNvPr>
            <p:cNvSpPr/>
            <p:nvPr/>
          </p:nvSpPr>
          <p:spPr>
            <a:xfrm>
              <a:off x="9053056" y="2010501"/>
              <a:ext cx="617477" cy="584775"/>
            </a:xfrm>
            <a:prstGeom prst="rect">
              <a:avLst/>
            </a:prstGeom>
          </p:spPr>
          <p:txBody>
            <a:bodyPr wrap="none">
              <a:spAutoFit/>
            </a:bodyPr>
            <a:lstStyle/>
            <a:p>
              <a:r>
                <a:rPr lang="en-US" altLang="zh-CN" sz="3200"/>
                <a:t>60</a:t>
              </a:r>
              <a:endParaRPr lang="zh-CN" altLang="en-US" sz="3200"/>
            </a:p>
          </p:txBody>
        </p:sp>
        <p:sp>
          <p:nvSpPr>
            <p:cNvPr id="14" name="矩形 13">
              <a:extLst>
                <a:ext uri="{FF2B5EF4-FFF2-40B4-BE49-F238E27FC236}">
                  <a16:creationId xmlns:a16="http://schemas.microsoft.com/office/drawing/2014/main" id="{DB03CCAD-1063-2903-780D-E77A73983A74}"/>
                </a:ext>
              </a:extLst>
            </p:cNvPr>
            <p:cNvSpPr/>
            <p:nvPr/>
          </p:nvSpPr>
          <p:spPr>
            <a:xfrm>
              <a:off x="9832803" y="1812012"/>
              <a:ext cx="617477" cy="584775"/>
            </a:xfrm>
            <a:prstGeom prst="rect">
              <a:avLst/>
            </a:prstGeom>
          </p:spPr>
          <p:txBody>
            <a:bodyPr wrap="none">
              <a:spAutoFit/>
            </a:bodyPr>
            <a:lstStyle/>
            <a:p>
              <a:r>
                <a:rPr lang="en-US" altLang="zh-CN" sz="3200"/>
                <a:t>64</a:t>
              </a:r>
              <a:endParaRPr lang="zh-CN" altLang="en-US" sz="3200"/>
            </a:p>
          </p:txBody>
        </p:sp>
        <p:sp>
          <p:nvSpPr>
            <p:cNvPr id="15" name="矩形 14">
              <a:extLst>
                <a:ext uri="{FF2B5EF4-FFF2-40B4-BE49-F238E27FC236}">
                  <a16:creationId xmlns:a16="http://schemas.microsoft.com/office/drawing/2014/main" id="{00723F49-F216-0609-2AE8-E4B85BAE982A}"/>
                </a:ext>
              </a:extLst>
            </p:cNvPr>
            <p:cNvSpPr/>
            <p:nvPr/>
          </p:nvSpPr>
          <p:spPr>
            <a:xfrm>
              <a:off x="10612550" y="1624156"/>
              <a:ext cx="833883" cy="584775"/>
            </a:xfrm>
            <a:prstGeom prst="rect">
              <a:avLst/>
            </a:prstGeom>
          </p:spPr>
          <p:txBody>
            <a:bodyPr wrap="none">
              <a:spAutoFit/>
            </a:bodyPr>
            <a:lstStyle/>
            <a:p>
              <a:r>
                <a:rPr lang="en-US" altLang="zh-CN" sz="3200"/>
                <a:t>100</a:t>
              </a:r>
              <a:endParaRPr lang="zh-CN" altLang="en-US" sz="3200"/>
            </a:p>
          </p:txBody>
        </p:sp>
        <p:cxnSp>
          <p:nvCxnSpPr>
            <p:cNvPr id="16" name="直接箭头连接符 15">
              <a:extLst>
                <a:ext uri="{FF2B5EF4-FFF2-40B4-BE49-F238E27FC236}">
                  <a16:creationId xmlns:a16="http://schemas.microsoft.com/office/drawing/2014/main" id="{6E975951-6266-BAEB-26DA-457E21190A2A}"/>
                </a:ext>
              </a:extLst>
            </p:cNvPr>
            <p:cNvCxnSpPr/>
            <p:nvPr/>
          </p:nvCxnSpPr>
          <p:spPr>
            <a:xfrm flipV="1">
              <a:off x="2432273" y="2555333"/>
              <a:ext cx="8870136" cy="178847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grpSp>
      <p:sp>
        <p:nvSpPr>
          <p:cNvPr id="18" name="文本框 17">
            <a:extLst>
              <a:ext uri="{FF2B5EF4-FFF2-40B4-BE49-F238E27FC236}">
                <a16:creationId xmlns:a16="http://schemas.microsoft.com/office/drawing/2014/main" id="{AFC15DC8-A3F2-ABA5-2750-AD4F3F5B7BE5}"/>
              </a:ext>
            </a:extLst>
          </p:cNvPr>
          <p:cNvSpPr txBox="1"/>
          <p:nvPr/>
        </p:nvSpPr>
        <p:spPr>
          <a:xfrm>
            <a:off x="1045028" y="1093332"/>
            <a:ext cx="10101943" cy="646331"/>
          </a:xfrm>
          <a:prstGeom prst="rect">
            <a:avLst/>
          </a:prstGeom>
          <a:noFill/>
        </p:spPr>
        <p:txBody>
          <a:bodyPr wrap="square">
            <a:spAutoFit/>
          </a:bodyPr>
          <a:lstStyle/>
          <a:p>
            <a:r>
              <a:rPr kumimoji="0" lang="zh-CN" altLang="en-US" sz="3600" b="0"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同一功能用不同语言编写时，运行时间如图</a:t>
            </a:r>
          </a:p>
        </p:txBody>
      </p:sp>
      <p:sp>
        <p:nvSpPr>
          <p:cNvPr id="19" name="矩形 18">
            <a:extLst>
              <a:ext uri="{FF2B5EF4-FFF2-40B4-BE49-F238E27FC236}">
                <a16:creationId xmlns:a16="http://schemas.microsoft.com/office/drawing/2014/main" id="{23A6D513-6942-4F15-89AA-C1F0E3532CD2}"/>
              </a:ext>
            </a:extLst>
          </p:cNvPr>
          <p:cNvSpPr/>
          <p:nvPr/>
        </p:nvSpPr>
        <p:spPr>
          <a:xfrm>
            <a:off x="1129968" y="5404225"/>
            <a:ext cx="10204926" cy="1200329"/>
          </a:xfrm>
          <a:prstGeom prst="rect">
            <a:avLst/>
          </a:prstGeom>
          <a:solidFill>
            <a:sysClr val="window" lastClr="FFFFFF"/>
          </a:solidFill>
          <a:ln w="6350" cap="flat" cmpd="sng" algn="ctr">
            <a:solidFill>
              <a:srgbClr val="0000FF"/>
            </a:solidFill>
            <a:prstDash val="solid"/>
          </a:ln>
          <a:effectLst/>
        </p:spPr>
        <p:txBody>
          <a:bodyPr wrap="square">
            <a:spAutoFit/>
          </a:bodyPr>
          <a:lstStyle/>
          <a:p>
            <a:pPr marL="0" marR="0" lvl="0" indent="0" defTabSz="914400" eaLnBrk="0" fontAlgn="base" latinLnBrk="0" hangingPunct="0">
              <a:lnSpc>
                <a:spcPct val="100000"/>
              </a:lnSpc>
              <a:spcBef>
                <a:spcPct val="0"/>
              </a:spcBef>
              <a:spcAft>
                <a:spcPct val="0"/>
              </a:spcAft>
              <a:buClrTx/>
              <a:buSzTx/>
              <a:buFont typeface="Arial" pitchFamily="34" charset="0"/>
              <a:buNone/>
              <a:tabLst/>
              <a:defRPr/>
            </a:pPr>
            <a:r>
              <a:rPr kumimoji="0" lang="zh-CN" altLang="en-US" sz="3600" b="0" i="0" u="none" strike="noStrike" kern="0" cap="none" spc="0" normalizeH="0" baseline="0" noProof="0" dirty="0">
                <a:ln>
                  <a:noFill/>
                </a:ln>
                <a:solidFill>
                  <a:srgbClr val="0000FF"/>
                </a:solidFill>
                <a:effectLst/>
                <a:uLnTx/>
                <a:uFillTx/>
                <a:latin typeface="幼圆" panose="02010509060101010101" pitchFamily="49" charset="-122"/>
                <a:ea typeface="幼圆" panose="02010509060101010101" pitchFamily="49" charset="-122"/>
              </a:rPr>
              <a:t>开放性问题：为什么解释性程序比编译型程序执行速度慢？</a:t>
            </a:r>
          </a:p>
        </p:txBody>
      </p:sp>
    </p:spTree>
    <p:extLst>
      <p:ext uri="{BB962C8B-B14F-4D97-AF65-F5344CB8AC3E}">
        <p14:creationId xmlns:p14="http://schemas.microsoft.com/office/powerpoint/2010/main" val="23397095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FB2016-095D-7E84-2550-30FB5F6325A6}"/>
              </a:ext>
            </a:extLst>
          </p:cNvPr>
          <p:cNvSpPr>
            <a:spLocks noGrp="1"/>
          </p:cNvSpPr>
          <p:nvPr>
            <p:ph type="title"/>
          </p:nvPr>
        </p:nvSpPr>
        <p:spPr>
          <a:xfrm>
            <a:off x="144517" y="365124"/>
            <a:ext cx="10515600" cy="1325563"/>
          </a:xfrm>
        </p:spPr>
        <p:txBody>
          <a:bodyPr>
            <a:normAutofit fontScale="90000"/>
          </a:bodyPr>
          <a:lstStyle/>
          <a:p>
            <a:pPr marL="685800" marR="0" lvl="0" indent="-685800" defTabSz="914400" rtl="0" eaLnBrk="1" fontAlgn="auto" latinLnBrk="0" hangingPunct="1">
              <a:lnSpc>
                <a:spcPct val="90000"/>
              </a:lnSpc>
              <a:spcBef>
                <a:spcPts val="1000"/>
              </a:spcBef>
              <a:spcAft>
                <a:spcPts val="0"/>
              </a:spcAft>
              <a:buFont typeface="Wingdings" panose="05000000000000000000" pitchFamily="2" charset="2"/>
              <a:buChar char="n"/>
              <a:tabLst/>
              <a:defRPr/>
            </a:pPr>
            <a:r>
              <a:rPr kumimoji="0" lang="zh-CN" altLang="en-US" sz="4800" b="0" i="0" u="none" strike="noStrike" kern="1200" cap="none" spc="0" normalizeH="0" baseline="0" noProof="0" dirty="0">
                <a:ln>
                  <a:noFill/>
                </a:ln>
                <a:solidFill>
                  <a:srgbClr val="ED7D31">
                    <a:lumMod val="50000"/>
                  </a:srgbClr>
                </a:solidFill>
                <a:effectLst/>
                <a:uLnTx/>
                <a:uFillTx/>
                <a:latin typeface="黑体" panose="02010609060101010101" pitchFamily="49" charset="-122"/>
                <a:ea typeface="黑体" panose="02010609060101010101" pitchFamily="49" charset="-122"/>
                <a:cs typeface="+mn-cs"/>
              </a:rPr>
              <a:t>程序的解释执行</a:t>
            </a:r>
            <a:br>
              <a:rPr kumimoji="0" lang="en-US" altLang="zh-CN" sz="4800" b="0" i="0" u="none" strike="noStrike" kern="1200" cap="none" spc="0" normalizeH="0" baseline="0" noProof="0" dirty="0">
                <a:ln>
                  <a:noFill/>
                </a:ln>
                <a:solidFill>
                  <a:srgbClr val="ED7D31">
                    <a:lumMod val="50000"/>
                  </a:srgbClr>
                </a:solidFill>
                <a:effectLst/>
                <a:uLnTx/>
                <a:uFillTx/>
                <a:latin typeface="黑体" panose="02010609060101010101" pitchFamily="49" charset="-122"/>
                <a:ea typeface="黑体" panose="02010609060101010101" pitchFamily="49" charset="-122"/>
                <a:cs typeface="+mn-cs"/>
              </a:rPr>
            </a:br>
            <a:endParaRPr lang="zh-CN" altLang="en-US" dirty="0"/>
          </a:p>
        </p:txBody>
      </p:sp>
      <p:sp>
        <p:nvSpPr>
          <p:cNvPr id="18" name="文本框 17">
            <a:extLst>
              <a:ext uri="{FF2B5EF4-FFF2-40B4-BE49-F238E27FC236}">
                <a16:creationId xmlns:a16="http://schemas.microsoft.com/office/drawing/2014/main" id="{AFC15DC8-A3F2-ABA5-2750-AD4F3F5B7BE5}"/>
              </a:ext>
            </a:extLst>
          </p:cNvPr>
          <p:cNvSpPr txBox="1"/>
          <p:nvPr/>
        </p:nvSpPr>
        <p:spPr>
          <a:xfrm>
            <a:off x="2294739" y="1367522"/>
            <a:ext cx="10101943" cy="646331"/>
          </a:xfrm>
          <a:prstGeom prst="rect">
            <a:avLst/>
          </a:prstGeom>
          <a:noFill/>
        </p:spPr>
        <p:txBody>
          <a:bodyPr wrap="square">
            <a:spAutoFit/>
          </a:bodyPr>
          <a:lstStyle/>
          <a:p>
            <a:r>
              <a:rPr kumimoji="0" lang="en-US" altLang="zh-CN" sz="3600" b="0" i="0" u="none" strike="noStrike" kern="1200" cap="none" spc="0" normalizeH="0" baseline="0" noProof="0" dirty="0">
                <a:ln>
                  <a:noFill/>
                </a:ln>
                <a:solidFill>
                  <a:prstClr val="black"/>
                </a:solidFill>
                <a:effectLst/>
                <a:highlight>
                  <a:srgbClr val="FFFF00"/>
                </a:highlight>
                <a:uLnTx/>
                <a:uFillTx/>
                <a:latin typeface="幼圆" panose="02010509060101010101" pitchFamily="49" charset="-122"/>
                <a:ea typeface="幼圆" panose="02010509060101010101" pitchFamily="49" charset="-122"/>
                <a:cs typeface="+mn-cs"/>
              </a:rPr>
              <a:t>Python</a:t>
            </a:r>
            <a:r>
              <a:rPr kumimoji="0" lang="zh-CN" altLang="en-US" sz="3600" b="0" i="0" u="none" strike="noStrike" kern="1200" cap="none" spc="0" normalizeH="0" baseline="0" noProof="0" dirty="0">
                <a:ln>
                  <a:noFill/>
                </a:ln>
                <a:solidFill>
                  <a:prstClr val="black"/>
                </a:solidFill>
                <a:effectLst/>
                <a:highlight>
                  <a:srgbClr val="FFFF00"/>
                </a:highlight>
                <a:uLnTx/>
                <a:uFillTx/>
                <a:latin typeface="幼圆" panose="02010509060101010101" pitchFamily="49" charset="-122"/>
                <a:ea typeface="幼圆" panose="02010509060101010101" pitchFamily="49" charset="-122"/>
                <a:cs typeface="+mn-cs"/>
              </a:rPr>
              <a:t>程序的解释执行过程。</a:t>
            </a:r>
          </a:p>
        </p:txBody>
      </p:sp>
      <p:pic>
        <p:nvPicPr>
          <p:cNvPr id="3" name="Picture 2" descr="https://gimg2.baidu.com/image_search/src=http%3A%2F%2Fp6.itc.cn%2Fq_70%2Fimages03%2F20210916%2F48184d6b827441ab849a793bc3a4773d.png&amp;refer=http%3A%2F%2Fp6.itc.cn&amp;app=2002&amp;size=f9999,10000&amp;q=a80&amp;n=0&amp;g=0n&amp;fmt=auto?sec=1655078099&amp;t=bf4e3c79f2b73d0f5c4f9ade1c1b4146">
            <a:extLst>
              <a:ext uri="{FF2B5EF4-FFF2-40B4-BE49-F238E27FC236}">
                <a16:creationId xmlns:a16="http://schemas.microsoft.com/office/drawing/2014/main" id="{60A8A2F4-558A-214E-6DE7-C9433B431DC4}"/>
              </a:ext>
            </a:extLst>
          </p:cNvPr>
          <p:cNvPicPr>
            <a:picLocks noChangeAspect="1" noChangeArrowheads="1"/>
          </p:cNvPicPr>
          <p:nvPr/>
        </p:nvPicPr>
        <p:blipFill rotWithShape="1">
          <a:blip r:embed="rId2">
            <a:extLst>
              <a:ext uri="{28A0092B-C50C-407E-A947-70E740481C1C}">
                <a14:useLocalDpi xmlns:a14="http://schemas.microsoft.com/office/drawing/2010/main"/>
              </a:ext>
            </a:extLst>
          </a:blip>
          <a:srcRect l="2446" t="4161" r="3513" b="14055"/>
          <a:stretch/>
        </p:blipFill>
        <p:spPr bwMode="auto">
          <a:xfrm>
            <a:off x="0" y="2122714"/>
            <a:ext cx="12159879" cy="3995057"/>
          </a:xfrm>
          <a:prstGeom prst="rect">
            <a:avLst/>
          </a:prstGeom>
          <a:noFill/>
          <a:ln>
            <a:solidFill>
              <a:srgbClr val="0000FF"/>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811133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A387C-5F58-5047-5C78-FD238576D37F}"/>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9AAC83B6-B2F4-A89F-0F2A-08CA6DC5725A}"/>
              </a:ext>
            </a:extLst>
          </p:cNvPr>
          <p:cNvSpPr txBox="1"/>
          <p:nvPr/>
        </p:nvSpPr>
        <p:spPr>
          <a:xfrm>
            <a:off x="169480" y="0"/>
            <a:ext cx="7924196" cy="923330"/>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kumimoji="0" lang="en-US" altLang="zh-CN" sz="5400" b="1" i="0" u="none" strike="noStrike" kern="1200" cap="none" spc="0" normalizeH="0" baseline="0" noProof="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3.3 </a:t>
            </a:r>
            <a:r>
              <a:rPr kumimoji="0" lang="zh-CN" altLang="en-US" sz="5400" b="1" i="0" u="none" strike="noStrike" kern="1200" cap="none" spc="0" normalizeH="0" baseline="0" noProof="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操作系统</a:t>
            </a:r>
            <a:endPar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endParaRPr>
          </a:p>
        </p:txBody>
      </p:sp>
      <p:pic>
        <p:nvPicPr>
          <p:cNvPr id="9" name="Picture 2">
            <a:extLst>
              <a:ext uri="{FF2B5EF4-FFF2-40B4-BE49-F238E27FC236}">
                <a16:creationId xmlns:a16="http://schemas.microsoft.com/office/drawing/2014/main" id="{53684104-09BB-1911-8E12-F408E244D0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73C857D1-9292-D36D-8BD8-957FFD63C267}"/>
              </a:ext>
            </a:extLst>
          </p:cNvPr>
          <p:cNvSpPr txBox="1"/>
          <p:nvPr/>
        </p:nvSpPr>
        <p:spPr>
          <a:xfrm>
            <a:off x="-1" y="1095138"/>
            <a:ext cx="12443255" cy="5909310"/>
          </a:xfrm>
          <a:prstGeom prst="rect">
            <a:avLst/>
          </a:prstGeom>
          <a:noFill/>
        </p:spPr>
        <p:txBody>
          <a:bodyPr wrap="square" rtlCol="0">
            <a:spAutoFit/>
          </a:bodyPr>
          <a:lstStyle/>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rPr>
              <a:t>定义</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：操作系统是控制计算机硬件资源和软件资源的程序</a:t>
            </a:r>
            <a:endPar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可以组织和管理计算机资源，安排计算机工作流程，控制程序执行，向用户提供高效方便的服务</a:t>
            </a:r>
            <a:endParaRPr lang="en-US" altLang="zh-CN"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操作系统是操作计算机的系统软件</a:t>
            </a:r>
            <a:endPar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a:p>
            <a:pPr marR="0" lvl="0" algn="l" defTabSz="914400" rtl="0" eaLnBrk="1" fontAlgn="auto" latinLnBrk="0" hangingPunct="1">
              <a:lnSpc>
                <a:spcPct val="100000"/>
              </a:lnSpc>
              <a:spcBef>
                <a:spcPts val="0"/>
              </a:spcBef>
              <a:spcAft>
                <a:spcPts val="0"/>
              </a:spcAft>
              <a:buClrTx/>
              <a:buSzTx/>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 </a:t>
            </a:r>
          </a:p>
        </p:txBody>
      </p:sp>
    </p:spTree>
    <p:extLst>
      <p:ext uri="{BB962C8B-B14F-4D97-AF65-F5344CB8AC3E}">
        <p14:creationId xmlns:p14="http://schemas.microsoft.com/office/powerpoint/2010/main" val="187799076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32C25-20DB-0CB9-7AEA-4C1DF7F7C525}"/>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5F733311-682D-B92A-3AAA-3C5F38B98B72}"/>
              </a:ext>
            </a:extLst>
          </p:cNvPr>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操作系统</a:t>
            </a:r>
          </a:p>
        </p:txBody>
      </p:sp>
      <p:pic>
        <p:nvPicPr>
          <p:cNvPr id="9" name="Picture 2">
            <a:extLst>
              <a:ext uri="{FF2B5EF4-FFF2-40B4-BE49-F238E27FC236}">
                <a16:creationId xmlns:a16="http://schemas.microsoft.com/office/drawing/2014/main" id="{C109F94C-9609-29CA-8542-FD96098D4F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8356DE23-B5DD-9DA6-0FA6-4F854F7375B1}"/>
              </a:ext>
            </a:extLst>
          </p:cNvPr>
          <p:cNvSpPr txBox="1"/>
          <p:nvPr/>
        </p:nvSpPr>
        <p:spPr>
          <a:xfrm>
            <a:off x="-1" y="1095138"/>
            <a:ext cx="12443255" cy="5078313"/>
          </a:xfrm>
          <a:prstGeom prst="rect">
            <a:avLst/>
          </a:prstGeom>
          <a:noFill/>
        </p:spPr>
        <p:txBody>
          <a:bodyPr wrap="square" rtlCol="0">
            <a:spAutoFit/>
          </a:bodyPr>
          <a:lstStyle/>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rPr>
              <a:t>作用</a:t>
            </a:r>
            <a:endPar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endParaRPr>
          </a:p>
          <a:p>
            <a:pPr marL="685800" marR="0" lvl="0" indent="-685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处理器管理</a:t>
            </a:r>
            <a:endPar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a:p>
            <a:pPr marL="685800" marR="0" lvl="0" indent="-685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存储管理</a:t>
            </a:r>
          </a:p>
          <a:p>
            <a:pPr marL="685800" marR="0" lvl="0" indent="-685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设备管理</a:t>
            </a:r>
          </a:p>
          <a:p>
            <a:pPr marL="685800" marR="0" lvl="0" indent="-685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文件管理</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p:txBody>
      </p:sp>
    </p:spTree>
    <p:extLst>
      <p:ext uri="{BB962C8B-B14F-4D97-AF65-F5344CB8AC3E}">
        <p14:creationId xmlns:p14="http://schemas.microsoft.com/office/powerpoint/2010/main" val="33150951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0D31F-CD84-964A-A42D-7A9002A61D0E}"/>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EC00A7A6-EB1E-62EB-C712-C79458473E71}"/>
              </a:ext>
            </a:extLst>
          </p:cNvPr>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操作系统</a:t>
            </a:r>
          </a:p>
        </p:txBody>
      </p:sp>
      <p:pic>
        <p:nvPicPr>
          <p:cNvPr id="9" name="Picture 2">
            <a:extLst>
              <a:ext uri="{FF2B5EF4-FFF2-40B4-BE49-F238E27FC236}">
                <a16:creationId xmlns:a16="http://schemas.microsoft.com/office/drawing/2014/main" id="{7C6F9B47-FB62-A817-EA59-449521CF8E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59AE0469-5AF5-E205-8DDE-F30AA5C938C2}"/>
              </a:ext>
            </a:extLst>
          </p:cNvPr>
          <p:cNvSpPr txBox="1"/>
          <p:nvPr/>
        </p:nvSpPr>
        <p:spPr>
          <a:xfrm>
            <a:off x="-1" y="1095138"/>
            <a:ext cx="12443255" cy="5078313"/>
          </a:xfrm>
          <a:prstGeom prst="rect">
            <a:avLst/>
          </a:prstGeom>
          <a:noFill/>
        </p:spPr>
        <p:txBody>
          <a:bodyPr wrap="square" rtlCol="0">
            <a:spAutoFit/>
          </a:bodyPr>
          <a:lstStyle/>
          <a:p>
            <a:pPr marL="685800" lvl="0" indent="-685800">
              <a:buFont typeface="Arial" panose="020B0604020202020204" pitchFamily="34" charset="0"/>
              <a:buChar char="•"/>
            </a:pPr>
            <a:r>
              <a:rPr lang="zh-CN" altLang="en-US" sz="5400" b="1" dirty="0">
                <a:solidFill>
                  <a:prstClr val="black"/>
                </a:solidFill>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处理器管理即进程管理</a:t>
            </a:r>
            <a:endPar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endParaRP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进程是程序执行过程，程序是静态的</a:t>
            </a:r>
            <a:endPar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a:t>
            </a: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个应用程序对应</a:t>
            </a:r>
            <a:r>
              <a:rPr lang="en-US" altLang="zh-CN"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a:t>
            </a: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个进程</a:t>
            </a:r>
            <a:endParaRPr lang="en-US" altLang="zh-CN"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处理器管理负责给不同进程分配</a:t>
            </a:r>
            <a:r>
              <a:rPr lang="en-US" altLang="zh-CN"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CPU</a:t>
            </a: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资源，控制和管理程序运行</a:t>
            </a:r>
            <a:endParaRPr lang="en-US" altLang="zh-CN"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R="0" lvl="0" algn="l" defTabSz="914400" rtl="0" eaLnBrk="1" fontAlgn="auto" latinLnBrk="0" hangingPunct="1">
              <a:lnSpc>
                <a:spcPct val="100000"/>
              </a:lnSpc>
              <a:spcBef>
                <a:spcPts val="0"/>
              </a:spcBef>
              <a:spcAft>
                <a:spcPts val="0"/>
              </a:spcAft>
              <a:buClrTx/>
              <a:buSzTx/>
              <a:tabLst/>
              <a:defRPr/>
            </a:pPr>
            <a:endPar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p:txBody>
      </p:sp>
    </p:spTree>
    <p:extLst>
      <p:ext uri="{BB962C8B-B14F-4D97-AF65-F5344CB8AC3E}">
        <p14:creationId xmlns:p14="http://schemas.microsoft.com/office/powerpoint/2010/main" val="119451906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E9E5834-69ED-16F2-4EFE-59F1F24A0F20}"/>
              </a:ext>
            </a:extLst>
          </p:cNvPr>
          <p:cNvSpPr/>
          <p:nvPr/>
        </p:nvSpPr>
        <p:spPr>
          <a:xfrm>
            <a:off x="6981568" y="1508937"/>
            <a:ext cx="2140244" cy="851037"/>
          </a:xfrm>
          <a:prstGeom prst="rect">
            <a:avLst/>
          </a:prstGeom>
          <a:solidFill>
            <a:srgbClr val="FFE1E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000" b="1" dirty="0">
                <a:solidFill>
                  <a:schemeClr val="tx1"/>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CPU</a:t>
            </a:r>
            <a:r>
              <a:rPr lang="zh-CN" altLang="en-US" sz="4000" b="1" dirty="0">
                <a:solidFill>
                  <a:schemeClr val="tx1"/>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资源</a:t>
            </a:r>
          </a:p>
        </p:txBody>
      </p:sp>
      <p:sp>
        <p:nvSpPr>
          <p:cNvPr id="5" name="矩形 4">
            <a:extLst>
              <a:ext uri="{FF2B5EF4-FFF2-40B4-BE49-F238E27FC236}">
                <a16:creationId xmlns:a16="http://schemas.microsoft.com/office/drawing/2014/main" id="{013F31EF-D1E3-91AF-F6AE-674CD0C32611}"/>
              </a:ext>
            </a:extLst>
          </p:cNvPr>
          <p:cNvSpPr/>
          <p:nvPr/>
        </p:nvSpPr>
        <p:spPr>
          <a:xfrm>
            <a:off x="1327087" y="324893"/>
            <a:ext cx="2664145" cy="851037"/>
          </a:xfrm>
          <a:prstGeom prst="rect">
            <a:avLst/>
          </a:prstGeom>
          <a:solidFill>
            <a:schemeClr val="accent6">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4000" b="1" dirty="0">
                <a:solidFill>
                  <a:schemeClr val="tx1"/>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应用程序</a:t>
            </a:r>
            <a:r>
              <a:rPr lang="en-US" altLang="zh-CN" sz="4000" b="1" dirty="0">
                <a:solidFill>
                  <a:schemeClr val="tx1"/>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a:t>
            </a:r>
            <a:endParaRPr lang="zh-CN" altLang="en-US" sz="4000" b="1" dirty="0">
              <a:solidFill>
                <a:schemeClr val="tx1"/>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
        <p:nvSpPr>
          <p:cNvPr id="6" name="矩形 5">
            <a:extLst>
              <a:ext uri="{FF2B5EF4-FFF2-40B4-BE49-F238E27FC236}">
                <a16:creationId xmlns:a16="http://schemas.microsoft.com/office/drawing/2014/main" id="{BD0A2A84-101E-9221-9FBD-00D2EBC67E60}"/>
              </a:ext>
            </a:extLst>
          </p:cNvPr>
          <p:cNvSpPr/>
          <p:nvPr/>
        </p:nvSpPr>
        <p:spPr>
          <a:xfrm>
            <a:off x="1327087" y="1361283"/>
            <a:ext cx="2664145" cy="851037"/>
          </a:xfrm>
          <a:prstGeom prst="rect">
            <a:avLst/>
          </a:prstGeom>
          <a:solidFill>
            <a:schemeClr val="accent6">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4000" b="1" dirty="0">
                <a:solidFill>
                  <a:schemeClr val="tx1"/>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应用程序</a:t>
            </a:r>
            <a:r>
              <a:rPr lang="en-US" altLang="zh-CN" sz="4000" b="1" dirty="0">
                <a:solidFill>
                  <a:schemeClr val="tx1"/>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a:t>
            </a:r>
            <a:endParaRPr lang="zh-CN" altLang="en-US" sz="4000" b="1" dirty="0">
              <a:solidFill>
                <a:schemeClr val="tx1"/>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
        <p:nvSpPr>
          <p:cNvPr id="7" name="矩形 6">
            <a:extLst>
              <a:ext uri="{FF2B5EF4-FFF2-40B4-BE49-F238E27FC236}">
                <a16:creationId xmlns:a16="http://schemas.microsoft.com/office/drawing/2014/main" id="{662815D0-1CFE-8116-4EB0-FBA3C1754A57}"/>
              </a:ext>
            </a:extLst>
          </p:cNvPr>
          <p:cNvSpPr/>
          <p:nvPr/>
        </p:nvSpPr>
        <p:spPr>
          <a:xfrm>
            <a:off x="1260463" y="2870349"/>
            <a:ext cx="2664145" cy="851037"/>
          </a:xfrm>
          <a:prstGeom prst="rect">
            <a:avLst/>
          </a:prstGeom>
          <a:solidFill>
            <a:schemeClr val="accent6">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4000" b="1" dirty="0">
                <a:solidFill>
                  <a:schemeClr val="tx1"/>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应用程序</a:t>
            </a:r>
            <a:r>
              <a:rPr lang="en-US" altLang="zh-CN" sz="4000" b="1" dirty="0">
                <a:solidFill>
                  <a:schemeClr val="tx1"/>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n</a:t>
            </a:r>
            <a:endParaRPr lang="zh-CN" altLang="en-US" sz="4000" b="1" dirty="0">
              <a:solidFill>
                <a:schemeClr val="tx1"/>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
        <p:nvSpPr>
          <p:cNvPr id="8" name="椭圆 7">
            <a:extLst>
              <a:ext uri="{FF2B5EF4-FFF2-40B4-BE49-F238E27FC236}">
                <a16:creationId xmlns:a16="http://schemas.microsoft.com/office/drawing/2014/main" id="{70F48BB9-EEED-9C55-5B36-DE0306FF85C2}"/>
              </a:ext>
            </a:extLst>
          </p:cNvPr>
          <p:cNvSpPr/>
          <p:nvPr/>
        </p:nvSpPr>
        <p:spPr>
          <a:xfrm>
            <a:off x="1828800" y="2540564"/>
            <a:ext cx="222422" cy="25206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5D6C0BF9-42A1-BCF5-C4D5-0A949E897088}"/>
              </a:ext>
            </a:extLst>
          </p:cNvPr>
          <p:cNvSpPr/>
          <p:nvPr/>
        </p:nvSpPr>
        <p:spPr>
          <a:xfrm>
            <a:off x="2203622" y="2540564"/>
            <a:ext cx="222422" cy="25206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82A41732-7ED7-0B49-A36E-9FB00402CD8A}"/>
              </a:ext>
            </a:extLst>
          </p:cNvPr>
          <p:cNvSpPr/>
          <p:nvPr/>
        </p:nvSpPr>
        <p:spPr>
          <a:xfrm>
            <a:off x="2578444" y="2540564"/>
            <a:ext cx="222422" cy="25206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a:extLst>
              <a:ext uri="{FF2B5EF4-FFF2-40B4-BE49-F238E27FC236}">
                <a16:creationId xmlns:a16="http://schemas.microsoft.com/office/drawing/2014/main" id="{7B1D7C85-6F20-2399-2505-808F3DD7F80E}"/>
              </a:ext>
            </a:extLst>
          </p:cNvPr>
          <p:cNvCxnSpPr>
            <a:cxnSpLocks/>
          </p:cNvCxnSpPr>
          <p:nvPr/>
        </p:nvCxnSpPr>
        <p:spPr>
          <a:xfrm>
            <a:off x="4188941" y="642551"/>
            <a:ext cx="2594918" cy="1014043"/>
          </a:xfrm>
          <a:prstGeom prst="straightConnector1">
            <a:avLst/>
          </a:prstGeom>
          <a:ln w="76200">
            <a:solidFill>
              <a:srgbClr val="843C0C"/>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831798EC-8FC0-670D-CE02-6364A37B168B}"/>
              </a:ext>
            </a:extLst>
          </p:cNvPr>
          <p:cNvCxnSpPr>
            <a:cxnSpLocks/>
          </p:cNvCxnSpPr>
          <p:nvPr/>
        </p:nvCxnSpPr>
        <p:spPr>
          <a:xfrm>
            <a:off x="4143632" y="1656594"/>
            <a:ext cx="2640227" cy="277862"/>
          </a:xfrm>
          <a:prstGeom prst="straightConnector1">
            <a:avLst/>
          </a:prstGeom>
          <a:ln w="76200">
            <a:solidFill>
              <a:srgbClr val="843C0C"/>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7DF63577-3D6B-BEA4-2AA2-EE6F37A1FCB0}"/>
              </a:ext>
            </a:extLst>
          </p:cNvPr>
          <p:cNvCxnSpPr>
            <a:cxnSpLocks/>
          </p:cNvCxnSpPr>
          <p:nvPr/>
        </p:nvCxnSpPr>
        <p:spPr>
          <a:xfrm flipV="1">
            <a:off x="4143632" y="2212320"/>
            <a:ext cx="2640227" cy="1083547"/>
          </a:xfrm>
          <a:prstGeom prst="straightConnector1">
            <a:avLst/>
          </a:prstGeom>
          <a:ln w="76200">
            <a:solidFill>
              <a:srgbClr val="843C0C"/>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3C703726-51EC-9BB9-1DD8-29E318BC268B}"/>
              </a:ext>
            </a:extLst>
          </p:cNvPr>
          <p:cNvSpPr txBox="1"/>
          <p:nvPr/>
        </p:nvSpPr>
        <p:spPr>
          <a:xfrm>
            <a:off x="4341855" y="1488613"/>
            <a:ext cx="1992527" cy="584775"/>
          </a:xfrm>
          <a:prstGeom prst="rect">
            <a:avLst/>
          </a:prstGeom>
          <a:noFill/>
        </p:spPr>
        <p:txBody>
          <a:bodyPr wrap="square">
            <a:spAutoFit/>
          </a:bodyPr>
          <a:lstStyle/>
          <a:p>
            <a:r>
              <a:rPr lang="zh-CN" altLang="en-US" sz="32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申请使用</a:t>
            </a:r>
            <a:endParaRPr lang="zh-CN" altLang="en-US" sz="3200" dirty="0"/>
          </a:p>
        </p:txBody>
      </p:sp>
      <p:sp>
        <p:nvSpPr>
          <p:cNvPr id="23" name="文本框 22">
            <a:extLst>
              <a:ext uri="{FF2B5EF4-FFF2-40B4-BE49-F238E27FC236}">
                <a16:creationId xmlns:a16="http://schemas.microsoft.com/office/drawing/2014/main" id="{ACD874AA-7D9E-0DF5-48A8-BE532C6BA382}"/>
              </a:ext>
            </a:extLst>
          </p:cNvPr>
          <p:cNvSpPr txBox="1"/>
          <p:nvPr/>
        </p:nvSpPr>
        <p:spPr>
          <a:xfrm>
            <a:off x="4343084" y="773195"/>
            <a:ext cx="1992527" cy="584775"/>
          </a:xfrm>
          <a:prstGeom prst="rect">
            <a:avLst/>
          </a:prstGeom>
          <a:noFill/>
        </p:spPr>
        <p:txBody>
          <a:bodyPr wrap="square">
            <a:spAutoFit/>
          </a:bodyPr>
          <a:lstStyle/>
          <a:p>
            <a:r>
              <a:rPr lang="zh-CN" altLang="en-US" sz="32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申请使用</a:t>
            </a:r>
            <a:endParaRPr lang="zh-CN" altLang="en-US" sz="3200" dirty="0"/>
          </a:p>
        </p:txBody>
      </p:sp>
      <p:sp>
        <p:nvSpPr>
          <p:cNvPr id="24" name="文本框 23">
            <a:extLst>
              <a:ext uri="{FF2B5EF4-FFF2-40B4-BE49-F238E27FC236}">
                <a16:creationId xmlns:a16="http://schemas.microsoft.com/office/drawing/2014/main" id="{333DE0CB-8FA9-7C53-958C-BD91DB5BAF2E}"/>
              </a:ext>
            </a:extLst>
          </p:cNvPr>
          <p:cNvSpPr txBox="1"/>
          <p:nvPr/>
        </p:nvSpPr>
        <p:spPr>
          <a:xfrm>
            <a:off x="4467481" y="2500239"/>
            <a:ext cx="1992527" cy="584775"/>
          </a:xfrm>
          <a:prstGeom prst="rect">
            <a:avLst/>
          </a:prstGeom>
          <a:noFill/>
        </p:spPr>
        <p:txBody>
          <a:bodyPr wrap="square">
            <a:spAutoFit/>
          </a:bodyPr>
          <a:lstStyle/>
          <a:p>
            <a:r>
              <a:rPr lang="zh-CN" altLang="en-US" sz="32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申请使用</a:t>
            </a:r>
            <a:endParaRPr lang="zh-CN" altLang="en-US" sz="3200" dirty="0"/>
          </a:p>
        </p:txBody>
      </p:sp>
      <p:sp>
        <p:nvSpPr>
          <p:cNvPr id="27" name="文本框 26">
            <a:extLst>
              <a:ext uri="{FF2B5EF4-FFF2-40B4-BE49-F238E27FC236}">
                <a16:creationId xmlns:a16="http://schemas.microsoft.com/office/drawing/2014/main" id="{ED2916E6-94A2-0683-904D-EC86973F3930}"/>
              </a:ext>
            </a:extLst>
          </p:cNvPr>
          <p:cNvSpPr txBox="1"/>
          <p:nvPr/>
        </p:nvSpPr>
        <p:spPr>
          <a:xfrm>
            <a:off x="451022" y="3979793"/>
            <a:ext cx="11740978" cy="1938992"/>
          </a:xfrm>
          <a:prstGeom prst="rect">
            <a:avLst/>
          </a:prstGeom>
          <a:noFill/>
        </p:spPr>
        <p:txBody>
          <a:bodyPr wrap="square">
            <a:spAutoFit/>
          </a:bodyPr>
          <a:lstStyle/>
          <a:p>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处理器管理核心</a:t>
            </a:r>
          </a:p>
          <a:p>
            <a:r>
              <a:rPr lang="zh-CN" altLang="en-US" sz="4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进程调度算法：确保每个进程得到足够的处理器时间运行</a:t>
            </a:r>
          </a:p>
        </p:txBody>
      </p:sp>
    </p:spTree>
    <p:extLst>
      <p:ext uri="{BB962C8B-B14F-4D97-AF65-F5344CB8AC3E}">
        <p14:creationId xmlns:p14="http://schemas.microsoft.com/office/powerpoint/2010/main" val="21819784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02AA2-3F85-DDA8-F23E-1B4E354B7680}"/>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38238904-43E7-F73E-D482-02A4B7C78360}"/>
              </a:ext>
            </a:extLst>
          </p:cNvPr>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操作系统</a:t>
            </a:r>
          </a:p>
        </p:txBody>
      </p:sp>
      <p:pic>
        <p:nvPicPr>
          <p:cNvPr id="9" name="Picture 2">
            <a:extLst>
              <a:ext uri="{FF2B5EF4-FFF2-40B4-BE49-F238E27FC236}">
                <a16:creationId xmlns:a16="http://schemas.microsoft.com/office/drawing/2014/main" id="{AFA81147-4AB0-9289-F757-1C90DCB940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C4889D21-9378-68C0-DBA9-78A00D5E3E48}"/>
              </a:ext>
            </a:extLst>
          </p:cNvPr>
          <p:cNvSpPr txBox="1"/>
          <p:nvPr/>
        </p:nvSpPr>
        <p:spPr>
          <a:xfrm>
            <a:off x="-1" y="1095138"/>
            <a:ext cx="12443255" cy="5909310"/>
          </a:xfrm>
          <a:prstGeom prst="rect">
            <a:avLst/>
          </a:prstGeom>
          <a:noFill/>
        </p:spPr>
        <p:txBody>
          <a:bodyPr wrap="square" rtlCol="0">
            <a:spAutoFit/>
          </a:bodyPr>
          <a:lstStyle/>
          <a:p>
            <a:pPr marL="685800" lvl="0" indent="-685800">
              <a:buFont typeface="Arial" panose="020B0604020202020204" pitchFamily="34" charset="0"/>
              <a:buChar char="•"/>
            </a:pPr>
            <a:r>
              <a:rPr lang="zh-CN" altLang="en-US" sz="5400" b="1" dirty="0">
                <a:solidFill>
                  <a:prstClr val="black"/>
                </a:solidFill>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存储管理</a:t>
            </a:r>
            <a:r>
              <a:rPr lang="en-US" altLang="zh-CN" sz="5400" b="1" dirty="0">
                <a:solidFill>
                  <a:prstClr val="black"/>
                </a:solidFill>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a:t>
            </a:r>
            <a:r>
              <a:rPr lang="zh-CN" altLang="en-US" sz="5400" b="1" dirty="0">
                <a:solidFill>
                  <a:prstClr val="black"/>
                </a:solidFill>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虚拟内存技术</a:t>
            </a:r>
            <a:endPar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highlight>
                <a:srgbClr val="FFE1E1"/>
              </a:highlight>
              <a:uLnTx/>
              <a:uFillTx/>
              <a:latin typeface="仿宋" panose="02010609060101010101" pitchFamily="49" charset="-122"/>
              <a:ea typeface="仿宋" panose="02010609060101010101" pitchFamily="49" charset="-122"/>
              <a:cs typeface="+mn-cs"/>
            </a:endParaRP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给运行程序分配内存空间，程序结束后及时回收内存。</a:t>
            </a:r>
            <a:endPar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每个进程必须具有足够的内存以执行操作</a:t>
            </a:r>
            <a:endPar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合理使用不同类型内存，以使每个进程可以高效运行</a:t>
            </a:r>
            <a:endPar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p:txBody>
      </p:sp>
    </p:spTree>
    <p:extLst>
      <p:ext uri="{BB962C8B-B14F-4D97-AF65-F5344CB8AC3E}">
        <p14:creationId xmlns:p14="http://schemas.microsoft.com/office/powerpoint/2010/main" val="388708337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D5812-15A0-5092-020E-0D6740D56988}"/>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018F7232-DE3B-D919-CDC2-5E4B0D9FAC03}"/>
              </a:ext>
            </a:extLst>
          </p:cNvPr>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操作系统</a:t>
            </a:r>
          </a:p>
        </p:txBody>
      </p:sp>
      <p:pic>
        <p:nvPicPr>
          <p:cNvPr id="9" name="Picture 2">
            <a:extLst>
              <a:ext uri="{FF2B5EF4-FFF2-40B4-BE49-F238E27FC236}">
                <a16:creationId xmlns:a16="http://schemas.microsoft.com/office/drawing/2014/main" id="{DE6EF9ED-DDFE-078C-9AAF-0272EBF9FA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CA7A2247-843B-CA60-43F7-E15D258BD357}"/>
              </a:ext>
            </a:extLst>
          </p:cNvPr>
          <p:cNvSpPr txBox="1"/>
          <p:nvPr/>
        </p:nvSpPr>
        <p:spPr>
          <a:xfrm>
            <a:off x="-1" y="1095138"/>
            <a:ext cx="12443255" cy="4247317"/>
          </a:xfrm>
          <a:prstGeom prst="rect">
            <a:avLst/>
          </a:prstGeom>
          <a:noFill/>
        </p:spPr>
        <p:txBody>
          <a:bodyPr wrap="square" rtlCol="0">
            <a:spAutoFit/>
          </a:bodyPr>
          <a:lstStyle/>
          <a:p>
            <a:pPr marL="685800" lvl="0" indent="-685800">
              <a:buFont typeface="Arial" panose="020B0604020202020204" pitchFamily="34" charset="0"/>
              <a:buChar char="•"/>
            </a:pPr>
            <a:r>
              <a:rPr lang="zh-CN" altLang="en-US" sz="5400" b="1" dirty="0">
                <a:solidFill>
                  <a:prstClr val="black"/>
                </a:solidFill>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设备管理</a:t>
            </a:r>
            <a:r>
              <a:rPr lang="en-US" altLang="zh-CN" sz="5400" b="1" dirty="0">
                <a:solidFill>
                  <a:prstClr val="black"/>
                </a:solidFill>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a:t>
            </a:r>
            <a:r>
              <a:rPr lang="zh-CN" altLang="en-US" sz="5400" b="1" dirty="0">
                <a:solidFill>
                  <a:prstClr val="black"/>
                </a:solidFill>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中断处理</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使用</a:t>
            </a:r>
            <a:r>
              <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I/O</a:t>
            </a: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中断、缓冲器管理、通道、设备驱动调度等技术，克服外部设备和主机速度上不匹配问题，使主机和外设并行工作，提高设备使用效率。</a:t>
            </a:r>
          </a:p>
        </p:txBody>
      </p:sp>
    </p:spTree>
    <p:extLst>
      <p:ext uri="{BB962C8B-B14F-4D97-AF65-F5344CB8AC3E}">
        <p14:creationId xmlns:p14="http://schemas.microsoft.com/office/powerpoint/2010/main" val="426364751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EE297-AE81-7689-EC9D-FADD1C4AA931}"/>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BF614EC9-FE22-CBF2-AA67-CB8D19E5C15C}"/>
              </a:ext>
            </a:extLst>
          </p:cNvPr>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操作系统</a:t>
            </a:r>
          </a:p>
        </p:txBody>
      </p:sp>
      <p:pic>
        <p:nvPicPr>
          <p:cNvPr id="9" name="Picture 2">
            <a:extLst>
              <a:ext uri="{FF2B5EF4-FFF2-40B4-BE49-F238E27FC236}">
                <a16:creationId xmlns:a16="http://schemas.microsoft.com/office/drawing/2014/main" id="{FAEAB955-7EC4-6C83-9106-C9CCE699DA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96F99387-C880-1869-19CF-00E59929B32F}"/>
              </a:ext>
            </a:extLst>
          </p:cNvPr>
          <p:cNvSpPr txBox="1"/>
          <p:nvPr/>
        </p:nvSpPr>
        <p:spPr>
          <a:xfrm>
            <a:off x="-1" y="1095138"/>
            <a:ext cx="12443255" cy="5909310"/>
          </a:xfrm>
          <a:prstGeom prst="rect">
            <a:avLst/>
          </a:prstGeom>
          <a:noFill/>
        </p:spPr>
        <p:txBody>
          <a:bodyPr wrap="square" rtlCol="0">
            <a:spAutoFit/>
          </a:bodyPr>
          <a:lstStyle/>
          <a:p>
            <a:pPr marL="685800" lvl="0" indent="-685800">
              <a:buFont typeface="Arial" panose="020B0604020202020204" pitchFamily="34" charset="0"/>
              <a:buChar char="•"/>
            </a:pPr>
            <a:r>
              <a:rPr lang="zh-CN" altLang="en-US" sz="5400" b="1" dirty="0">
                <a:solidFill>
                  <a:prstClr val="black"/>
                </a:solidFill>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文件管理</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文件是</a:t>
            </a:r>
            <a:r>
              <a:rPr lang="zh-CN" altLang="zh-CN"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信息的集合</a:t>
            </a: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，任何程序和数据都是以文件的形式存放在计算机的外存储器上</a:t>
            </a:r>
            <a:endParaRPr lang="en-US" altLang="zh-CN"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文件是数据组织的最小单位</a:t>
            </a:r>
            <a:endParaRPr lang="en-US" altLang="zh-CN"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685800" lvl="0" indent="-685800">
              <a:buFont typeface="Wingdings" panose="05000000000000000000" pitchFamily="2" charset="2"/>
              <a:buChar char="Ø"/>
              <a:defRPr/>
            </a:pP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文件名一般由代表文件内容的主名和代表文件类型的扩展名两部分组成。</a:t>
            </a:r>
          </a:p>
        </p:txBody>
      </p:sp>
    </p:spTree>
    <p:extLst>
      <p:ext uri="{BB962C8B-B14F-4D97-AF65-F5344CB8AC3E}">
        <p14:creationId xmlns:p14="http://schemas.microsoft.com/office/powerpoint/2010/main" val="312310805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CB110-A8A0-5218-84D2-4CE03461DC56}"/>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8620ECC5-6873-8EA5-6E62-BAD194F81232}"/>
              </a:ext>
            </a:extLst>
          </p:cNvPr>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操作系统</a:t>
            </a:r>
          </a:p>
        </p:txBody>
      </p:sp>
      <p:pic>
        <p:nvPicPr>
          <p:cNvPr id="9" name="Picture 2">
            <a:extLst>
              <a:ext uri="{FF2B5EF4-FFF2-40B4-BE49-F238E27FC236}">
                <a16:creationId xmlns:a16="http://schemas.microsoft.com/office/drawing/2014/main" id="{BADD7AB0-BA57-6CCA-95F2-B0BD55F1E2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CE5E9A84-8A19-0F71-BDF1-142C65E34BA6}"/>
              </a:ext>
            </a:extLst>
          </p:cNvPr>
          <p:cNvSpPr txBox="1"/>
          <p:nvPr/>
        </p:nvSpPr>
        <p:spPr>
          <a:xfrm>
            <a:off x="-1" y="1095138"/>
            <a:ext cx="12443255" cy="5909310"/>
          </a:xfrm>
          <a:prstGeom prst="rect">
            <a:avLst/>
          </a:prstGeom>
          <a:noFill/>
        </p:spPr>
        <p:txBody>
          <a:bodyPr wrap="square" rtlCol="0">
            <a:spAutoFit/>
          </a:bodyPr>
          <a:lstStyle/>
          <a:p>
            <a:pPr marL="685800" lvl="0" indent="-685800">
              <a:buFont typeface="Arial" panose="020B0604020202020204" pitchFamily="34" charset="0"/>
              <a:buChar char="•"/>
            </a:pPr>
            <a:r>
              <a:rPr lang="zh-CN" altLang="en-US" sz="5400" b="1" dirty="0">
                <a:solidFill>
                  <a:prstClr val="black"/>
                </a:solidFill>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文件管理</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文件夹：目录。</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路径：由目录和非目录文件组成用来惟一标识和定位某一特定文件。</a:t>
            </a:r>
            <a:endParaRPr kumimoji="0" lang="en-US" altLang="zh-CN"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目的：管理外存的文件，并把文件的存取、共享和保护等手段提供给用户</a:t>
            </a:r>
            <a:endPar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endParaRPr>
          </a:p>
          <a:p>
            <a:pPr lvl="0">
              <a:defRPr/>
            </a:pPr>
            <a:endPar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68206317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689DF-EBE1-1C52-AA52-64FB7A4FE113}"/>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644CBA0B-6AFA-6359-9291-3C3BB2DA0EB8}"/>
              </a:ext>
            </a:extLst>
          </p:cNvPr>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操作系统</a:t>
            </a:r>
          </a:p>
        </p:txBody>
      </p:sp>
      <p:pic>
        <p:nvPicPr>
          <p:cNvPr id="9" name="Picture 2">
            <a:extLst>
              <a:ext uri="{FF2B5EF4-FFF2-40B4-BE49-F238E27FC236}">
                <a16:creationId xmlns:a16="http://schemas.microsoft.com/office/drawing/2014/main" id="{41F341FB-B80E-9B29-C8CA-8C6F78FF8C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5AD87151-F6A7-00FA-FE07-AD2DA582690A}"/>
              </a:ext>
            </a:extLst>
          </p:cNvPr>
          <p:cNvSpPr txBox="1"/>
          <p:nvPr/>
        </p:nvSpPr>
        <p:spPr>
          <a:xfrm>
            <a:off x="-1" y="1095138"/>
            <a:ext cx="12443255" cy="5909310"/>
          </a:xfrm>
          <a:prstGeom prst="rect">
            <a:avLst/>
          </a:prstGeom>
          <a:noFill/>
        </p:spPr>
        <p:txBody>
          <a:bodyPr wrap="square" rtlCol="0">
            <a:spAutoFit/>
          </a:bodyPr>
          <a:lstStyle/>
          <a:p>
            <a:pPr marL="685800" lvl="0" indent="-685800">
              <a:buFont typeface="Arial" panose="020B0604020202020204" pitchFamily="34" charset="0"/>
              <a:buChar char="•"/>
            </a:pPr>
            <a:r>
              <a:rPr lang="zh-CN" altLang="en-US" sz="5400" b="1" dirty="0">
                <a:solidFill>
                  <a:prstClr val="black"/>
                </a:solidFill>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文件管理</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文件夹：目录。</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路径：由目录和非目录文件组成，从树根到任何叶节点有且只有一条路径，该路径的全部节点组成一个全路径名，用来惟一标识和定位某一特定文件。</a:t>
            </a:r>
          </a:p>
          <a:p>
            <a:pPr lvl="0">
              <a:defRPr/>
            </a:pPr>
            <a:endPar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7664489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CA84E-CFE6-A477-500B-0A7A08E469AD}"/>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C668E50B-448E-8466-2A29-227CF7B240B3}"/>
              </a:ext>
            </a:extLst>
          </p:cNvPr>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操作系统</a:t>
            </a:r>
          </a:p>
        </p:txBody>
      </p:sp>
      <p:pic>
        <p:nvPicPr>
          <p:cNvPr id="9" name="Picture 2">
            <a:extLst>
              <a:ext uri="{FF2B5EF4-FFF2-40B4-BE49-F238E27FC236}">
                <a16:creationId xmlns:a16="http://schemas.microsoft.com/office/drawing/2014/main" id="{EB887589-7D0F-0087-D980-2C759CBD4A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02C13C0B-8CD4-A67F-B4C6-9E2B7883DE20}"/>
              </a:ext>
            </a:extLst>
          </p:cNvPr>
          <p:cNvSpPr txBox="1"/>
          <p:nvPr/>
        </p:nvSpPr>
        <p:spPr>
          <a:xfrm>
            <a:off x="-1" y="1095138"/>
            <a:ext cx="12443255" cy="5970865"/>
          </a:xfrm>
          <a:prstGeom prst="rect">
            <a:avLst/>
          </a:prstGeom>
          <a:noFill/>
        </p:spPr>
        <p:txBody>
          <a:bodyPr wrap="square" rtlCol="0">
            <a:spAutoFit/>
          </a:bodyPr>
          <a:lstStyle/>
          <a:p>
            <a:pPr marL="685800" lvl="0" indent="-685800">
              <a:buFont typeface="Arial" panose="020B0604020202020204" pitchFamily="34" charset="0"/>
              <a:buChar char="•"/>
            </a:pPr>
            <a:r>
              <a:rPr lang="zh-CN" altLang="en-US" sz="5400" b="1" dirty="0">
                <a:solidFill>
                  <a:prstClr val="black"/>
                </a:solidFill>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内核（</a:t>
            </a:r>
            <a:r>
              <a:rPr lang="en-US" altLang="zh-CN" sz="5400" b="1" dirty="0">
                <a:solidFill>
                  <a:prstClr val="black"/>
                </a:solidFill>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Kernel</a:t>
            </a:r>
            <a:r>
              <a:rPr lang="zh-CN" altLang="en-US" sz="5400" b="1" dirty="0">
                <a:solidFill>
                  <a:prstClr val="black"/>
                </a:solidFill>
                <a:effectLst>
                  <a:outerShdw blurRad="38100" dist="38100" dir="2700000" algn="tl">
                    <a:srgbClr val="000000">
                      <a:alpha val="43137"/>
                    </a:srgbClr>
                  </a:outerShdw>
                </a:effectLst>
                <a:highlight>
                  <a:srgbClr val="FFE1E1"/>
                </a:highlight>
                <a:latin typeface="仿宋" panose="02010609060101010101" pitchFamily="49" charset="-122"/>
                <a:ea typeface="仿宋" panose="02010609060101010101" pitchFamily="49" charset="-122"/>
              </a:rPr>
              <a:t>）</a:t>
            </a:r>
            <a:r>
              <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是操作系统核心程序，位于操作系统核心层。包括：</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文件管理程序：实现文件任何访问</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设备驱动程序：与设备通信以完成设备操作</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内存管理程序：分配程序运行的内存</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调度程序：决定哪个程序被执行</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分派程序：为程序分配时间片</a:t>
            </a:r>
          </a:p>
          <a:p>
            <a:pPr lvl="0">
              <a:defRPr/>
            </a:pPr>
            <a:endParaRPr lang="zh-CN" altLang="en-US" sz="54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89996098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2BF9E-1B6E-D0EA-E0DD-4C57467B649A}"/>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3177E4B9-1C7A-72E9-314B-4BED1FD79D80}"/>
              </a:ext>
            </a:extLst>
          </p:cNvPr>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操作系统的载入</a:t>
            </a:r>
          </a:p>
        </p:txBody>
      </p:sp>
      <p:pic>
        <p:nvPicPr>
          <p:cNvPr id="9" name="Picture 2">
            <a:extLst>
              <a:ext uri="{FF2B5EF4-FFF2-40B4-BE49-F238E27FC236}">
                <a16:creationId xmlns:a16="http://schemas.microsoft.com/office/drawing/2014/main" id="{455E7865-9400-9F49-C9A0-8EB5FFF9E7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文本框 14">
            <a:extLst>
              <a:ext uri="{FF2B5EF4-FFF2-40B4-BE49-F238E27FC236}">
                <a16:creationId xmlns:a16="http://schemas.microsoft.com/office/drawing/2014/main" id="{B5E9CD56-B7EC-ECA5-4C3F-34423FD44804}"/>
              </a:ext>
            </a:extLst>
          </p:cNvPr>
          <p:cNvSpPr txBox="1"/>
          <p:nvPr/>
        </p:nvSpPr>
        <p:spPr>
          <a:xfrm>
            <a:off x="3380178" y="1189069"/>
            <a:ext cx="8810793" cy="3170099"/>
          </a:xfrm>
          <a:prstGeom prst="rect">
            <a:avLst/>
          </a:prstGeom>
          <a:noFill/>
        </p:spPr>
        <p:txBody>
          <a:bodyPr wrap="square" rtlCol="0">
            <a:spAutoFit/>
          </a:bodyPr>
          <a:lstStyle/>
          <a:p>
            <a:r>
              <a:rPr lang="en-US" altLang="zh-CN" sz="5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CMOS</a:t>
            </a:r>
            <a:r>
              <a:rPr lang="zh-CN" altLang="en-US" sz="5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：系统载入的硬件存放系统参数。一块只读存储器</a:t>
            </a:r>
            <a:r>
              <a:rPr lang="en-US" altLang="zh-CN" sz="5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ROM</a:t>
            </a:r>
            <a:r>
              <a:rPr lang="zh-CN" altLang="en-US" sz="5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芯片，含</a:t>
            </a:r>
            <a:r>
              <a:rPr lang="en-US" altLang="zh-CN" sz="5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1</a:t>
            </a:r>
            <a:r>
              <a:rPr lang="zh-CN" altLang="en-US" sz="5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块后备电池和半导体芯片，断电不丢失信息。</a:t>
            </a:r>
          </a:p>
        </p:txBody>
      </p:sp>
      <p:grpSp>
        <p:nvGrpSpPr>
          <p:cNvPr id="22" name="组合 21">
            <a:extLst>
              <a:ext uri="{FF2B5EF4-FFF2-40B4-BE49-F238E27FC236}">
                <a16:creationId xmlns:a16="http://schemas.microsoft.com/office/drawing/2014/main" id="{A4D2C3E8-9848-FA30-8C88-810059FC31EB}"/>
              </a:ext>
            </a:extLst>
          </p:cNvPr>
          <p:cNvGrpSpPr/>
          <p:nvPr/>
        </p:nvGrpSpPr>
        <p:grpSpPr>
          <a:xfrm>
            <a:off x="0" y="1189069"/>
            <a:ext cx="3401623" cy="2613053"/>
            <a:chOff x="169480" y="1567337"/>
            <a:chExt cx="3401623" cy="2613053"/>
          </a:xfrm>
        </p:grpSpPr>
        <p:sp>
          <p:nvSpPr>
            <p:cNvPr id="3" name="矩形: 圆角 2">
              <a:extLst>
                <a:ext uri="{FF2B5EF4-FFF2-40B4-BE49-F238E27FC236}">
                  <a16:creationId xmlns:a16="http://schemas.microsoft.com/office/drawing/2014/main" id="{F02E1CA7-E995-F21C-8950-C2530055393F}"/>
                </a:ext>
              </a:extLst>
            </p:cNvPr>
            <p:cNvSpPr/>
            <p:nvPr/>
          </p:nvSpPr>
          <p:spPr>
            <a:xfrm>
              <a:off x="169480" y="2106306"/>
              <a:ext cx="3401623" cy="2071951"/>
            </a:xfrm>
            <a:prstGeom prst="roundRect">
              <a:avLst/>
            </a:prstGeom>
            <a:noFill/>
            <a:ln w="57150">
              <a:solidFill>
                <a:srgbClr val="843C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a:extLst>
                <a:ext uri="{FF2B5EF4-FFF2-40B4-BE49-F238E27FC236}">
                  <a16:creationId xmlns:a16="http://schemas.microsoft.com/office/drawing/2014/main" id="{E45F7DD0-927C-459F-EA32-F9FF9BEE23AB}"/>
                </a:ext>
              </a:extLst>
            </p:cNvPr>
            <p:cNvSpPr txBox="1"/>
            <p:nvPr/>
          </p:nvSpPr>
          <p:spPr>
            <a:xfrm>
              <a:off x="169480" y="1567337"/>
              <a:ext cx="1761999" cy="861774"/>
            </a:xfrm>
            <a:prstGeom prst="rect">
              <a:avLst/>
            </a:prstGeom>
            <a:solidFill>
              <a:schemeClr val="bg1"/>
            </a:solidFill>
          </p:spPr>
          <p:txBody>
            <a:bodyPr wrap="square" rtlCol="0">
              <a:spAutoFit/>
            </a:bodyPr>
            <a:lstStyle/>
            <a:p>
              <a:r>
                <a:rPr lang="zh-CN" altLang="en-US" sz="5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内存</a:t>
              </a:r>
            </a:p>
          </p:txBody>
        </p:sp>
        <p:sp>
          <p:nvSpPr>
            <p:cNvPr id="6" name="文本框 5">
              <a:extLst>
                <a:ext uri="{FF2B5EF4-FFF2-40B4-BE49-F238E27FC236}">
                  <a16:creationId xmlns:a16="http://schemas.microsoft.com/office/drawing/2014/main" id="{216F65D4-C95E-6771-9AB8-7E093662C884}"/>
                </a:ext>
              </a:extLst>
            </p:cNvPr>
            <p:cNvSpPr txBox="1"/>
            <p:nvPr/>
          </p:nvSpPr>
          <p:spPr>
            <a:xfrm>
              <a:off x="413928" y="2238873"/>
              <a:ext cx="1632850" cy="861774"/>
            </a:xfrm>
            <a:prstGeom prst="rect">
              <a:avLst/>
            </a:prstGeom>
            <a:noFill/>
          </p:spPr>
          <p:txBody>
            <a:bodyPr wrap="square" rtlCol="0">
              <a:spAutoFit/>
            </a:bodyPr>
            <a:lstStyle/>
            <a:p>
              <a:r>
                <a:rPr lang="en-US" altLang="zh-CN" sz="5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RAM</a:t>
              </a:r>
              <a:endParaRPr lang="zh-CN" altLang="en-US" sz="5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cxnSp>
          <p:nvCxnSpPr>
            <p:cNvPr id="8" name="直接连接符 7">
              <a:extLst>
                <a:ext uri="{FF2B5EF4-FFF2-40B4-BE49-F238E27FC236}">
                  <a16:creationId xmlns:a16="http://schemas.microsoft.com/office/drawing/2014/main" id="{903C974A-2E91-8DA6-5C7E-9A2E81886968}"/>
                </a:ext>
              </a:extLst>
            </p:cNvPr>
            <p:cNvCxnSpPr>
              <a:cxnSpLocks/>
              <a:stCxn id="3" idx="1"/>
              <a:endCxn id="3" idx="3"/>
            </p:cNvCxnSpPr>
            <p:nvPr/>
          </p:nvCxnSpPr>
          <p:spPr>
            <a:xfrm>
              <a:off x="169480" y="3142282"/>
              <a:ext cx="3401623" cy="0"/>
            </a:xfrm>
            <a:prstGeom prst="line">
              <a:avLst/>
            </a:prstGeom>
            <a:ln w="76200">
              <a:solidFill>
                <a:srgbClr val="843C0C"/>
              </a:solidFill>
              <a:prstDash val="sysDash"/>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C6058449-AC48-8DFC-E9B1-5F453517C1C3}"/>
                </a:ext>
              </a:extLst>
            </p:cNvPr>
            <p:cNvSpPr txBox="1"/>
            <p:nvPr/>
          </p:nvSpPr>
          <p:spPr>
            <a:xfrm>
              <a:off x="413928" y="3149759"/>
              <a:ext cx="1632850" cy="861774"/>
            </a:xfrm>
            <a:prstGeom prst="rect">
              <a:avLst/>
            </a:prstGeom>
            <a:noFill/>
          </p:spPr>
          <p:txBody>
            <a:bodyPr wrap="square" rtlCol="0">
              <a:spAutoFit/>
            </a:bodyPr>
            <a:lstStyle/>
            <a:p>
              <a:r>
                <a:rPr lang="en-US" altLang="zh-CN" sz="5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ROM</a:t>
              </a:r>
              <a:endParaRPr lang="zh-CN" altLang="en-US" sz="5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
          <p:nvSpPr>
            <p:cNvPr id="16" name="矩形: 圆角 15">
              <a:extLst>
                <a:ext uri="{FF2B5EF4-FFF2-40B4-BE49-F238E27FC236}">
                  <a16:creationId xmlns:a16="http://schemas.microsoft.com/office/drawing/2014/main" id="{3D00F2B7-B805-7FDE-80FA-CB53437FA285}"/>
                </a:ext>
              </a:extLst>
            </p:cNvPr>
            <p:cNvSpPr/>
            <p:nvPr/>
          </p:nvSpPr>
          <p:spPr>
            <a:xfrm>
              <a:off x="1673389" y="3259760"/>
              <a:ext cx="1632850" cy="861769"/>
            </a:xfrm>
            <a:prstGeom prst="roundRect">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A4F79F4-9868-FCFD-26A9-1EF4885B372A}"/>
                </a:ext>
              </a:extLst>
            </p:cNvPr>
            <p:cNvSpPr txBox="1"/>
            <p:nvPr/>
          </p:nvSpPr>
          <p:spPr>
            <a:xfrm>
              <a:off x="1751559" y="3318616"/>
              <a:ext cx="1632850" cy="861774"/>
            </a:xfrm>
            <a:prstGeom prst="rect">
              <a:avLst/>
            </a:prstGeom>
            <a:noFill/>
          </p:spPr>
          <p:txBody>
            <a:bodyPr wrap="square">
              <a:spAutoFit/>
            </a:bodyPr>
            <a:lstStyle/>
            <a:p>
              <a:r>
                <a:rPr kumimoji="0" lang="en-US" altLang="zh-CN" sz="5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仿宋" panose="02010609060101010101" pitchFamily="49" charset="-122"/>
                  <a:ea typeface="仿宋" panose="02010609060101010101" pitchFamily="49" charset="-122"/>
                  <a:cs typeface="+mn-cs"/>
                </a:rPr>
                <a:t>CMOS</a:t>
              </a:r>
              <a:endParaRPr lang="zh-CN" altLang="en-US" dirty="0"/>
            </a:p>
          </p:txBody>
        </p:sp>
      </p:grpSp>
      <p:pic>
        <p:nvPicPr>
          <p:cNvPr id="19" name="图片 18">
            <a:extLst>
              <a:ext uri="{FF2B5EF4-FFF2-40B4-BE49-F238E27FC236}">
                <a16:creationId xmlns:a16="http://schemas.microsoft.com/office/drawing/2014/main" id="{C323BAD0-7356-8687-27B8-20024C7B401C}"/>
              </a:ext>
            </a:extLst>
          </p:cNvPr>
          <p:cNvPicPr>
            <a:picLocks noChangeAspect="1"/>
          </p:cNvPicPr>
          <p:nvPr/>
        </p:nvPicPr>
        <p:blipFill>
          <a:blip r:embed="rId4"/>
          <a:srcRect l="7784" t="16188"/>
          <a:stretch/>
        </p:blipFill>
        <p:spPr>
          <a:xfrm>
            <a:off x="9819638" y="29728"/>
            <a:ext cx="2066957" cy="1366242"/>
          </a:xfrm>
          <a:prstGeom prst="rect">
            <a:avLst/>
          </a:prstGeom>
        </p:spPr>
      </p:pic>
      <p:sp>
        <p:nvSpPr>
          <p:cNvPr id="23" name="箭头: 下 22">
            <a:extLst>
              <a:ext uri="{FF2B5EF4-FFF2-40B4-BE49-F238E27FC236}">
                <a16:creationId xmlns:a16="http://schemas.microsoft.com/office/drawing/2014/main" id="{AED82879-4D40-3840-A8C7-3BE82F3F6518}"/>
              </a:ext>
            </a:extLst>
          </p:cNvPr>
          <p:cNvSpPr/>
          <p:nvPr/>
        </p:nvSpPr>
        <p:spPr>
          <a:xfrm rot="10800000">
            <a:off x="1582079" y="3601170"/>
            <a:ext cx="353408" cy="476560"/>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8EAED7E9-4EAA-B704-E955-BD82D3ED0B84}"/>
              </a:ext>
            </a:extLst>
          </p:cNvPr>
          <p:cNvSpPr txBox="1"/>
          <p:nvPr/>
        </p:nvSpPr>
        <p:spPr>
          <a:xfrm>
            <a:off x="1" y="4279178"/>
            <a:ext cx="12190970" cy="2400657"/>
          </a:xfrm>
          <a:prstGeom prst="rect">
            <a:avLst/>
          </a:prstGeom>
          <a:noFill/>
        </p:spPr>
        <p:txBody>
          <a:bodyPr wrap="square" rtlCol="0">
            <a:spAutoFit/>
          </a:bodyPr>
          <a:lstStyle/>
          <a:p>
            <a:r>
              <a:rPr lang="en-US" altLang="zh-CN" sz="5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BIOS</a:t>
            </a:r>
            <a:r>
              <a:rPr lang="zh-CN" altLang="en-US" sz="5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：系统载入软件，即只读存储器基本输入输出系统。被固化到</a:t>
            </a:r>
            <a:r>
              <a:rPr lang="en-US" altLang="zh-CN" sz="5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ROM</a:t>
            </a:r>
            <a:r>
              <a:rPr lang="zh-CN" altLang="en-US" sz="50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芯片上的程序，保存了开机自检和系统启动程序</a:t>
            </a:r>
          </a:p>
        </p:txBody>
      </p:sp>
    </p:spTree>
    <p:extLst>
      <p:ext uri="{BB962C8B-B14F-4D97-AF65-F5344CB8AC3E}">
        <p14:creationId xmlns:p14="http://schemas.microsoft.com/office/powerpoint/2010/main" val="206303015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87794_7">
            <a:extLst>
              <a:ext uri="{FF2B5EF4-FFF2-40B4-BE49-F238E27FC236}">
                <a16:creationId xmlns:a16="http://schemas.microsoft.com/office/drawing/2014/main" id="{CF6EB73E-E217-D182-B7D8-2FE22AA5CCA8}"/>
              </a:ext>
            </a:extLst>
          </p:cNvPr>
          <p:cNvPicPr/>
          <p:nvPr/>
        </p:nvPicPr>
        <p:blipFill>
          <a:blip r:embed="rId2">
            <a:extLst>
              <a:ext uri="{28A0092B-C50C-407E-A947-70E740481C1C}">
                <a14:useLocalDpi xmlns:a14="http://schemas.microsoft.com/office/drawing/2010/main" val="0"/>
              </a:ext>
            </a:extLst>
          </a:blip>
          <a:srcRect t="4016" r="362"/>
          <a:stretch>
            <a:fillRect/>
          </a:stretch>
        </p:blipFill>
        <p:spPr bwMode="auto">
          <a:xfrm>
            <a:off x="135923" y="123568"/>
            <a:ext cx="11504141" cy="5634682"/>
          </a:xfrm>
          <a:prstGeom prst="rect">
            <a:avLst/>
          </a:prstGeom>
          <a:noFill/>
          <a:ln w="9525">
            <a:noFill/>
            <a:miter lim="800000"/>
            <a:headEnd/>
            <a:tailEnd/>
          </a:ln>
        </p:spPr>
      </p:pic>
      <p:sp>
        <p:nvSpPr>
          <p:cNvPr id="6" name="文本框 5">
            <a:extLst>
              <a:ext uri="{FF2B5EF4-FFF2-40B4-BE49-F238E27FC236}">
                <a16:creationId xmlns:a16="http://schemas.microsoft.com/office/drawing/2014/main" id="{7B2DD264-7E8C-353D-D44A-2A28C5B7BE7D}"/>
              </a:ext>
            </a:extLst>
          </p:cNvPr>
          <p:cNvSpPr txBox="1"/>
          <p:nvPr/>
        </p:nvSpPr>
        <p:spPr>
          <a:xfrm>
            <a:off x="4791333" y="5758250"/>
            <a:ext cx="1473543" cy="707886"/>
          </a:xfrm>
          <a:prstGeom prst="rect">
            <a:avLst/>
          </a:prstGeom>
          <a:noFill/>
        </p:spPr>
        <p:txBody>
          <a:bodyPr wrap="square">
            <a:spAutoFit/>
          </a:bodyPr>
          <a:lstStyle/>
          <a:p>
            <a:r>
              <a:rPr kumimoji="0" lang="en-US" altLang="zh-CN" sz="4000" b="0" i="0" u="none" strike="noStrike" kern="1200" cap="none" spc="0" normalizeH="0" baseline="0" noProof="0" dirty="0">
                <a:ln>
                  <a:noFill/>
                </a:ln>
                <a:solidFill>
                  <a:prstClr val="black"/>
                </a:solidFill>
                <a:effectLst/>
                <a:uLnTx/>
                <a:uFillTx/>
                <a:latin typeface="Trebuchet MS"/>
                <a:ea typeface="方正姚体" panose="02010601030101010101" pitchFamily="2" charset="-122"/>
                <a:cs typeface="+mn-cs"/>
              </a:rPr>
              <a:t>BIOS</a:t>
            </a:r>
            <a:endParaRPr lang="zh-CN" altLang="en-US" sz="2400" dirty="0"/>
          </a:p>
        </p:txBody>
      </p:sp>
    </p:spTree>
    <p:extLst>
      <p:ext uri="{BB962C8B-B14F-4D97-AF65-F5344CB8AC3E}">
        <p14:creationId xmlns:p14="http://schemas.microsoft.com/office/powerpoint/2010/main" val="3224101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91E9F-0C58-E833-72DA-43AB3A769DCC}"/>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155E1CCF-8C34-25DD-AE53-3A823FB5A454}"/>
              </a:ext>
            </a:extLst>
          </p:cNvPr>
          <p:cNvSpPr txBox="1"/>
          <p:nvPr/>
        </p:nvSpPr>
        <p:spPr>
          <a:xfrm>
            <a:off x="169480" y="0"/>
            <a:ext cx="7924196" cy="923330"/>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5400" b="1" i="0" u="none" strike="noStrike" kern="1200" cap="none" spc="0" normalizeH="0" baseline="0" noProof="0" dirty="0">
                <a:ln>
                  <a:noFill/>
                </a:ln>
                <a:solidFill>
                  <a:srgbClr val="843C0C"/>
                </a:solidFill>
                <a:effectLst/>
                <a:highlight>
                  <a:srgbClr val="FFFF00"/>
                </a:highlight>
                <a:uLnTx/>
                <a:uFillTx/>
                <a:latin typeface="幼圆" panose="02010509060101010101" pitchFamily="49" charset="-122"/>
                <a:ea typeface="幼圆" panose="02010509060101010101" pitchFamily="49" charset="-122"/>
                <a:cs typeface="+mn-cs"/>
              </a:rPr>
              <a:t>常见操作系统</a:t>
            </a:r>
          </a:p>
        </p:txBody>
      </p:sp>
      <p:pic>
        <p:nvPicPr>
          <p:cNvPr id="9" name="Picture 2">
            <a:extLst>
              <a:ext uri="{FF2B5EF4-FFF2-40B4-BE49-F238E27FC236}">
                <a16:creationId xmlns:a16="http://schemas.microsoft.com/office/drawing/2014/main" id="{434CBEA8-DC12-5C4E-4231-DAA876FDD8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83" y="1079532"/>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内容占位符 2">
            <a:extLst>
              <a:ext uri="{FF2B5EF4-FFF2-40B4-BE49-F238E27FC236}">
                <a16:creationId xmlns:a16="http://schemas.microsoft.com/office/drawing/2014/main" id="{12E253FC-1D05-9299-CC0F-B00A3EBB5C8D}"/>
              </a:ext>
            </a:extLst>
          </p:cNvPr>
          <p:cNvSpPr>
            <a:spLocks noGrp="1"/>
          </p:cNvSpPr>
          <p:nvPr>
            <p:ph idx="1"/>
          </p:nvPr>
        </p:nvSpPr>
        <p:spPr>
          <a:xfrm>
            <a:off x="457199" y="1200151"/>
            <a:ext cx="11553569" cy="3394472"/>
          </a:xfrm>
        </p:spPr>
        <p:txBody>
          <a:bodyPr>
            <a:noAutofit/>
          </a:bodyPr>
          <a:lstStyle/>
          <a:p>
            <a:pPr marL="342900" lvl="3" indent="-342900"/>
            <a:r>
              <a:rPr lang="en-US"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MS-DOS</a:t>
            </a:r>
            <a:r>
              <a:rPr lang="zh-CN" altLang="en-US"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：微软开发的桌面系统，命令行</a:t>
            </a:r>
            <a:endParaRPr lang="zh-CN"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r>
              <a:rPr lang="en-US"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Windows</a:t>
            </a:r>
            <a:r>
              <a:rPr lang="zh-CN" altLang="en-US"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：微软开发的桌面系统，视窗类</a:t>
            </a:r>
            <a:endParaRPr lang="en-US"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342900" lvl="3" indent="-342900">
              <a:buFont typeface="Arial" pitchFamily="34" charset="0"/>
              <a:buChar char="•"/>
            </a:pPr>
            <a:r>
              <a:rPr lang="en-US"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Unix</a:t>
            </a:r>
            <a:r>
              <a:rPr lang="zh-CN" altLang="en-US"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：最早系统，不开源，命令行</a:t>
            </a:r>
            <a:endParaRPr lang="en-US"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342900" lvl="3" indent="-342900">
              <a:buFont typeface="Arial" pitchFamily="34" charset="0"/>
              <a:buChar char="•"/>
            </a:pPr>
            <a:r>
              <a:rPr lang="en-US"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Linux</a:t>
            </a:r>
            <a:r>
              <a:rPr lang="zh-CN" altLang="en-US"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：基于</a:t>
            </a:r>
            <a:r>
              <a:rPr lang="en-US"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Unix,</a:t>
            </a:r>
            <a:r>
              <a:rPr lang="zh-CN" altLang="en-US"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开源</a:t>
            </a:r>
            <a:r>
              <a:rPr lang="en-US"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a:t>
            </a:r>
            <a:r>
              <a:rPr lang="zh-CN" altLang="en-US"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命令行</a:t>
            </a:r>
            <a:endParaRPr lang="zh-CN"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342900" lvl="3" indent="-342900"/>
            <a:r>
              <a:rPr lang="en-US"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Mac OS</a:t>
            </a:r>
            <a:r>
              <a:rPr lang="zh-CN" altLang="en-US"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：苹果桌面系统，视窗类</a:t>
            </a:r>
            <a:endParaRPr lang="zh-CN"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342900" lvl="3" indent="-342900"/>
            <a:r>
              <a:rPr lang="en-US"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iOS</a:t>
            </a:r>
            <a:r>
              <a:rPr lang="zh-CN" altLang="en-US"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：苹果移动端系统，视窗类</a:t>
            </a:r>
            <a:endParaRPr lang="zh-CN"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342900" lvl="3" indent="-342900"/>
            <a:r>
              <a:rPr lang="en-US"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Android</a:t>
            </a:r>
            <a:r>
              <a:rPr lang="zh-CN" altLang="en-US"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en-US"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Google</a:t>
            </a:r>
            <a:r>
              <a:rPr lang="zh-CN" altLang="en-US"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移动端，视窗类</a:t>
            </a:r>
            <a:endParaRPr lang="zh-CN"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342900" lvl="3" indent="-342900"/>
            <a:r>
              <a:rPr lang="en-US"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Chrome OS</a:t>
            </a:r>
            <a:r>
              <a:rPr lang="zh-CN" altLang="en-US"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a:t>
            </a:r>
            <a:r>
              <a:rPr lang="en-US"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Google</a:t>
            </a:r>
            <a:r>
              <a:rPr lang="zh-CN" altLang="en-US"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开发的桌面系统，视窗类</a:t>
            </a:r>
            <a:endParaRPr lang="zh-CN" altLang="zh-CN" sz="44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endParaRPr lang="zh-CN" altLang="en-US" sz="3600" dirty="0"/>
          </a:p>
        </p:txBody>
      </p:sp>
    </p:spTree>
    <p:extLst>
      <p:ext uri="{BB962C8B-B14F-4D97-AF65-F5344CB8AC3E}">
        <p14:creationId xmlns:p14="http://schemas.microsoft.com/office/powerpoint/2010/main" val="1175267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left)">
                                      <p:cBhvr>
                                        <p:cTn id="31" dur="500"/>
                                        <p:tgtEl>
                                          <p:spTgt spid="3">
                                            <p:txEl>
                                              <p:pRg st="6" end="6"/>
                                            </p:txEl>
                                          </p:spTgt>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wipe(left)">
                                      <p:cBhvr>
                                        <p:cTn id="3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3" algn="ctr" rtl="0">
              <a:spcBef>
                <a:spcPct val="0"/>
              </a:spcBef>
            </a:pPr>
            <a:r>
              <a:rPr lang="en-US" altLang="zh-CN" sz="5867" kern="1200" dirty="0">
                <a:solidFill>
                  <a:schemeClr val="bg1"/>
                </a:solidFill>
                <a:latin typeface="黑体" panose="02010609060101010101" pitchFamily="49" charset="-122"/>
                <a:ea typeface="黑体" panose="02010609060101010101" pitchFamily="49" charset="-122"/>
                <a:cs typeface="+mj-cs"/>
              </a:rPr>
              <a:t>MS-DOS</a:t>
            </a:r>
            <a:endParaRPr lang="zh-CN" altLang="en-US" sz="5867" kern="1200" dirty="0">
              <a:solidFill>
                <a:schemeClr val="bg1"/>
              </a:solidFill>
              <a:latin typeface="黑体" panose="02010609060101010101" pitchFamily="49" charset="-122"/>
              <a:ea typeface="黑体" panose="02010609060101010101" pitchFamily="49" charset="-122"/>
              <a:cs typeface="+mj-cs"/>
            </a:endParaRPr>
          </a:p>
        </p:txBody>
      </p:sp>
      <p:sp>
        <p:nvSpPr>
          <p:cNvPr id="4" name="内容占位符 3"/>
          <p:cNvSpPr>
            <a:spLocks noGrp="1"/>
          </p:cNvSpPr>
          <p:nvPr>
            <p:ph idx="1"/>
          </p:nvPr>
        </p:nvSpPr>
        <p:spPr/>
        <p:txBody>
          <a:bodyPr>
            <a:normAutofit fontScale="92500" lnSpcReduction="20000"/>
          </a:bodyPr>
          <a:lstStyle/>
          <a:p>
            <a:r>
              <a:rPr lang="en-US" altLang="zh-CN" dirty="0"/>
              <a:t>DOS</a:t>
            </a:r>
            <a:r>
              <a:rPr lang="zh-CN" altLang="en-US" dirty="0"/>
              <a:t>（</a:t>
            </a:r>
            <a:r>
              <a:rPr lang="en-US" altLang="zh-CN" dirty="0"/>
              <a:t>Disk Operating System</a:t>
            </a:r>
            <a:r>
              <a:rPr lang="zh-CN" altLang="en-US" dirty="0"/>
              <a:t>）：</a:t>
            </a:r>
            <a:r>
              <a:rPr lang="zh-CN" altLang="zh-CN" dirty="0"/>
              <a:t>磁盘操作系统</a:t>
            </a:r>
            <a:r>
              <a:rPr lang="zh-CN" altLang="en-US" dirty="0"/>
              <a:t>。</a:t>
            </a:r>
            <a:endParaRPr lang="en-US" altLang="zh-CN" dirty="0"/>
          </a:p>
          <a:p>
            <a:r>
              <a:rPr lang="en-US" altLang="zh-CN" dirty="0"/>
              <a:t>DOS</a:t>
            </a:r>
            <a:r>
              <a:rPr lang="zh-CN" altLang="zh-CN" dirty="0"/>
              <a:t>是个人计算机上的单用户单任务的操作系统，是一种面向磁盘的操作系统，我们可以通过一些接近于自然语言的</a:t>
            </a:r>
            <a:r>
              <a:rPr lang="en-US" altLang="zh-CN" dirty="0"/>
              <a:t>DOS</a:t>
            </a:r>
            <a:r>
              <a:rPr lang="zh-CN" altLang="zh-CN" dirty="0"/>
              <a:t>命令，轻松地完成绝大多数的日常操作。</a:t>
            </a:r>
            <a:endParaRPr lang="en-US" altLang="zh-CN" dirty="0"/>
          </a:p>
          <a:p>
            <a:r>
              <a:rPr lang="en-US" altLang="zh-CN" dirty="0"/>
              <a:t>DOS</a:t>
            </a:r>
            <a:r>
              <a:rPr lang="zh-CN" altLang="zh-CN" dirty="0"/>
              <a:t>还能有效地管理各种软硬件资源，对它们进行合理的调度，所有的软件和硬件都在</a:t>
            </a:r>
            <a:r>
              <a:rPr lang="en-US" altLang="zh-CN" dirty="0"/>
              <a:t>DOS</a:t>
            </a:r>
            <a:r>
              <a:rPr lang="zh-CN" altLang="zh-CN" dirty="0"/>
              <a:t>的监控和管理之下，有条不紊地进行着自己的工作。</a:t>
            </a:r>
            <a:endParaRPr lang="zh-CN" altLang="en-US" dirty="0"/>
          </a:p>
        </p:txBody>
      </p:sp>
    </p:spTree>
    <p:extLst>
      <p:ext uri="{BB962C8B-B14F-4D97-AF65-F5344CB8AC3E}">
        <p14:creationId xmlns:p14="http://schemas.microsoft.com/office/powerpoint/2010/main" val="1663624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500"/>
                                        <p:tgtEl>
                                          <p:spTgt spid="4">
                                            <p:txEl>
                                              <p:pRg st="0" end="0"/>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wipe(left)">
                                      <p:cBhvr>
                                        <p:cTn id="16" dur="500"/>
                                        <p:tgtEl>
                                          <p:spTgt spid="4">
                                            <p:txEl>
                                              <p:pRg st="1" end="1"/>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wipe(left)">
                                      <p:cBhvr>
                                        <p:cTn id="20"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Windows</a:t>
            </a:r>
            <a:endParaRPr lang="zh-CN" altLang="en-US" dirty="0"/>
          </a:p>
        </p:txBody>
      </p:sp>
      <p:sp>
        <p:nvSpPr>
          <p:cNvPr id="3" name="内容占位符 2"/>
          <p:cNvSpPr>
            <a:spLocks noGrp="1"/>
          </p:cNvSpPr>
          <p:nvPr>
            <p:ph idx="1"/>
          </p:nvPr>
        </p:nvSpPr>
        <p:spPr/>
        <p:txBody>
          <a:bodyPr>
            <a:normAutofit fontScale="77500" lnSpcReduction="20000"/>
          </a:bodyPr>
          <a:lstStyle/>
          <a:p>
            <a:r>
              <a:rPr lang="en-US" altLang="zh-CN" dirty="0"/>
              <a:t>Windows</a:t>
            </a:r>
            <a:r>
              <a:rPr lang="zh-CN" altLang="zh-CN" dirty="0"/>
              <a:t>是微软公司推出的视窗电脑操作系统，是单</a:t>
            </a:r>
            <a:endParaRPr lang="en-US" altLang="zh-CN" dirty="0"/>
          </a:p>
          <a:p>
            <a:r>
              <a:rPr lang="zh-CN" altLang="zh-CN" dirty="0"/>
              <a:t>用户多任务的操作系统。随着电脑硬件和软件系统的不断升级，微软的</a:t>
            </a:r>
            <a:r>
              <a:rPr lang="en-US" altLang="zh-CN" dirty="0"/>
              <a:t>Windows</a:t>
            </a:r>
            <a:r>
              <a:rPr lang="zh-CN" altLang="zh-CN" dirty="0"/>
              <a:t>操作系统也在不断升级，从</a:t>
            </a:r>
            <a:r>
              <a:rPr lang="en-US" altLang="zh-CN" dirty="0"/>
              <a:t>16</a:t>
            </a:r>
            <a:r>
              <a:rPr lang="zh-CN" altLang="zh-CN" dirty="0"/>
              <a:t>位、</a:t>
            </a:r>
            <a:r>
              <a:rPr lang="en-US" altLang="zh-CN" dirty="0"/>
              <a:t>32</a:t>
            </a:r>
            <a:r>
              <a:rPr lang="zh-CN" altLang="zh-CN" dirty="0"/>
              <a:t>位到</a:t>
            </a:r>
            <a:r>
              <a:rPr lang="en-US" altLang="zh-CN" dirty="0"/>
              <a:t>64</a:t>
            </a:r>
            <a:r>
              <a:rPr lang="zh-CN" altLang="zh-CN" dirty="0"/>
              <a:t>位操作系统。</a:t>
            </a:r>
          </a:p>
          <a:p>
            <a:r>
              <a:rPr lang="en-US" altLang="zh-CN" dirty="0"/>
              <a:t>Windows</a:t>
            </a:r>
            <a:r>
              <a:rPr lang="zh-CN" altLang="en-US" dirty="0"/>
              <a:t>的发展：</a:t>
            </a:r>
            <a:r>
              <a:rPr lang="zh-CN" altLang="zh-CN" dirty="0"/>
              <a:t>从最初的</a:t>
            </a:r>
            <a:r>
              <a:rPr lang="en-US" altLang="zh-CN" dirty="0"/>
              <a:t>Windows1.0</a:t>
            </a:r>
            <a:r>
              <a:rPr lang="zh-CN" altLang="zh-CN" dirty="0"/>
              <a:t>到大家熟知的</a:t>
            </a:r>
            <a:r>
              <a:rPr lang="en-US" altLang="zh-CN" dirty="0"/>
              <a:t>Windows95</a:t>
            </a:r>
            <a:r>
              <a:rPr lang="zh-CN" altLang="zh-CN" dirty="0"/>
              <a:t>、</a:t>
            </a:r>
            <a:r>
              <a:rPr lang="en-US" altLang="zh-CN" dirty="0"/>
              <a:t>NT</a:t>
            </a:r>
            <a:r>
              <a:rPr lang="zh-CN" altLang="zh-CN" dirty="0"/>
              <a:t>、</a:t>
            </a:r>
            <a:r>
              <a:rPr lang="en-US" altLang="zh-CN" dirty="0"/>
              <a:t>97</a:t>
            </a:r>
            <a:r>
              <a:rPr lang="zh-CN" altLang="zh-CN" dirty="0"/>
              <a:t>、</a:t>
            </a:r>
            <a:r>
              <a:rPr lang="en-US" altLang="zh-CN" dirty="0"/>
              <a:t>98</a:t>
            </a:r>
            <a:r>
              <a:rPr lang="zh-CN" altLang="zh-CN" dirty="0"/>
              <a:t>、</a:t>
            </a:r>
            <a:r>
              <a:rPr lang="en-US" altLang="zh-CN" dirty="0"/>
              <a:t>2000</a:t>
            </a:r>
            <a:r>
              <a:rPr lang="zh-CN" altLang="zh-CN" dirty="0"/>
              <a:t>、</a:t>
            </a:r>
            <a:r>
              <a:rPr lang="en-US" altLang="zh-CN" dirty="0"/>
              <a:t>Me</a:t>
            </a:r>
            <a:r>
              <a:rPr lang="zh-CN" altLang="zh-CN" dirty="0"/>
              <a:t>、</a:t>
            </a:r>
            <a:r>
              <a:rPr lang="en-US" altLang="zh-CN" dirty="0"/>
              <a:t>XP</a:t>
            </a:r>
            <a:r>
              <a:rPr lang="zh-CN" altLang="zh-CN" dirty="0"/>
              <a:t>、</a:t>
            </a:r>
            <a:r>
              <a:rPr lang="en-US" altLang="zh-CN" dirty="0"/>
              <a:t>Server</a:t>
            </a:r>
            <a:r>
              <a:rPr lang="zh-CN" altLang="zh-CN" dirty="0"/>
              <a:t>、</a:t>
            </a:r>
            <a:r>
              <a:rPr lang="en-US" altLang="zh-CN" dirty="0"/>
              <a:t>Vista</a:t>
            </a:r>
            <a:r>
              <a:rPr lang="zh-CN" altLang="zh-CN" dirty="0"/>
              <a:t>，一直到</a:t>
            </a:r>
            <a:r>
              <a:rPr lang="en-US" altLang="zh-CN" dirty="0"/>
              <a:t>2009</a:t>
            </a:r>
            <a:r>
              <a:rPr lang="zh-CN" altLang="zh-CN" dirty="0"/>
              <a:t>年</a:t>
            </a:r>
            <a:r>
              <a:rPr lang="en-US" altLang="zh-CN" dirty="0"/>
              <a:t>10</a:t>
            </a:r>
            <a:r>
              <a:rPr lang="zh-CN" altLang="zh-CN" dirty="0"/>
              <a:t>月发布的</a:t>
            </a:r>
            <a:r>
              <a:rPr lang="en-US" altLang="zh-CN" dirty="0"/>
              <a:t>Windows 7</a:t>
            </a:r>
            <a:r>
              <a:rPr lang="zh-CN" altLang="zh-CN" dirty="0"/>
              <a:t>、</a:t>
            </a:r>
            <a:r>
              <a:rPr lang="en-US" altLang="zh-CN" dirty="0"/>
              <a:t>2012</a:t>
            </a:r>
            <a:r>
              <a:rPr lang="zh-CN" altLang="zh-CN" dirty="0"/>
              <a:t>年</a:t>
            </a:r>
            <a:r>
              <a:rPr lang="en-US" altLang="zh-CN" dirty="0"/>
              <a:t>10</a:t>
            </a:r>
            <a:r>
              <a:rPr lang="zh-CN" altLang="zh-CN" dirty="0"/>
              <a:t>月发布的</a:t>
            </a:r>
            <a:r>
              <a:rPr lang="en-US" altLang="zh-CN" dirty="0"/>
              <a:t>Windows 8</a:t>
            </a:r>
            <a:r>
              <a:rPr lang="zh-CN" altLang="zh-CN" dirty="0"/>
              <a:t>，各种版本的持续更新，微软一直在尽力于</a:t>
            </a:r>
            <a:r>
              <a:rPr lang="en-US" altLang="zh-CN" dirty="0"/>
              <a:t>Windows</a:t>
            </a:r>
            <a:r>
              <a:rPr lang="zh-CN" altLang="zh-CN" dirty="0"/>
              <a:t>操作的开发和完善。</a:t>
            </a:r>
            <a:endParaRPr lang="zh-CN" altLang="en-US" dirty="0"/>
          </a:p>
        </p:txBody>
      </p:sp>
    </p:spTree>
    <p:extLst>
      <p:ext uri="{BB962C8B-B14F-4D97-AF65-F5344CB8AC3E}">
        <p14:creationId xmlns:p14="http://schemas.microsoft.com/office/powerpoint/2010/main" val="580636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left)">
                                      <p:cBhvr>
                                        <p:cTn id="2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Windows</a:t>
            </a:r>
            <a:r>
              <a:rPr lang="zh-CN" altLang="en-US" dirty="0"/>
              <a:t>特点</a:t>
            </a:r>
          </a:p>
        </p:txBody>
      </p:sp>
      <p:sp>
        <p:nvSpPr>
          <p:cNvPr id="3" name="内容占位符 2"/>
          <p:cNvSpPr>
            <a:spLocks noGrp="1"/>
          </p:cNvSpPr>
          <p:nvPr>
            <p:ph idx="1"/>
          </p:nvPr>
        </p:nvSpPr>
        <p:spPr/>
        <p:txBody>
          <a:bodyPr>
            <a:normAutofit fontScale="92500" lnSpcReduction="20000"/>
          </a:bodyPr>
          <a:lstStyle/>
          <a:p>
            <a:pPr lvl="0"/>
            <a:r>
              <a:rPr lang="zh-CN" altLang="zh-CN" dirty="0"/>
              <a:t>统一的窗口和操作风格</a:t>
            </a:r>
          </a:p>
          <a:p>
            <a:pPr lvl="0"/>
            <a:r>
              <a:rPr lang="zh-CN" altLang="zh-CN" dirty="0"/>
              <a:t>丰富的应用程序和应用开发程序</a:t>
            </a:r>
            <a:endParaRPr lang="en-US" altLang="zh-CN" dirty="0"/>
          </a:p>
          <a:p>
            <a:pPr lvl="0"/>
            <a:r>
              <a:rPr lang="zh-CN" altLang="zh-CN" dirty="0"/>
              <a:t>事件驱动程序的运行方式</a:t>
            </a:r>
            <a:endParaRPr lang="en-US" altLang="zh-CN" dirty="0"/>
          </a:p>
          <a:p>
            <a:pPr lvl="0"/>
            <a:r>
              <a:rPr lang="zh-CN" altLang="zh-CN" dirty="0"/>
              <a:t>多任务的图形化用户界面</a:t>
            </a:r>
          </a:p>
          <a:p>
            <a:pPr lvl="0"/>
            <a:r>
              <a:rPr lang="zh-CN" altLang="zh-CN" dirty="0"/>
              <a:t>支持网络和多媒体技术</a:t>
            </a:r>
          </a:p>
          <a:p>
            <a:pPr lvl="0"/>
            <a:r>
              <a:rPr lang="zh-CN" altLang="zh-CN" dirty="0"/>
              <a:t>提供丰富的应用程序接口</a:t>
            </a:r>
          </a:p>
          <a:p>
            <a:pPr lvl="0"/>
            <a:r>
              <a:rPr lang="zh-CN" altLang="zh-CN" dirty="0"/>
              <a:t>广泛的硬件支持</a:t>
            </a:r>
          </a:p>
          <a:p>
            <a:endParaRPr lang="zh-CN" altLang="en-US" dirty="0"/>
          </a:p>
        </p:txBody>
      </p:sp>
    </p:spTree>
    <p:extLst>
      <p:ext uri="{BB962C8B-B14F-4D97-AF65-F5344CB8AC3E}">
        <p14:creationId xmlns:p14="http://schemas.microsoft.com/office/powerpoint/2010/main" val="1023213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left)">
                                      <p:cBhvr>
                                        <p:cTn id="20" dur="500"/>
                                        <p:tgtEl>
                                          <p:spTgt spid="3">
                                            <p:txEl>
                                              <p:pRg st="2" end="2"/>
                                            </p:txEl>
                                          </p:spTgt>
                                        </p:tgtEl>
                                      </p:cBhvr>
                                    </p:animEffect>
                                  </p:childTnLst>
                                </p:cTn>
                              </p:par>
                            </p:childTnLst>
                          </p:cTn>
                        </p:par>
                        <p:par>
                          <p:cTn id="21" fill="hold">
                            <p:stCondLst>
                              <p:cond delay="2000"/>
                            </p:stCondLst>
                            <p:childTnLst>
                              <p:par>
                                <p:cTn id="22" presetID="22" presetClass="entr" presetSubtype="8" fill="hold" grpId="0" nodeType="after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wipe(left)">
                                      <p:cBhvr>
                                        <p:cTn id="24" dur="500"/>
                                        <p:tgtEl>
                                          <p:spTgt spid="3">
                                            <p:txEl>
                                              <p:pRg st="3" end="3"/>
                                            </p:txEl>
                                          </p:spTgt>
                                        </p:tgtEl>
                                      </p:cBhvr>
                                    </p:animEffect>
                                  </p:childTnLst>
                                </p:cTn>
                              </p:par>
                            </p:childTnLst>
                          </p:cTn>
                        </p:par>
                        <p:par>
                          <p:cTn id="25" fill="hold">
                            <p:stCondLst>
                              <p:cond delay="2500"/>
                            </p:stCondLst>
                            <p:childTnLst>
                              <p:par>
                                <p:cTn id="26" presetID="22" presetClass="entr" presetSubtype="8" fill="hold" grpId="0" nodeType="after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wipe(left)">
                                      <p:cBhvr>
                                        <p:cTn id="28" dur="500"/>
                                        <p:tgtEl>
                                          <p:spTgt spid="3">
                                            <p:txEl>
                                              <p:pRg st="4" end="4"/>
                                            </p:txEl>
                                          </p:spTgt>
                                        </p:tgtEl>
                                      </p:cBhvr>
                                    </p:animEffect>
                                  </p:childTnLst>
                                </p:cTn>
                              </p:par>
                            </p:childTnLst>
                          </p:cTn>
                        </p:par>
                        <p:par>
                          <p:cTn id="29" fill="hold">
                            <p:stCondLst>
                              <p:cond delay="3000"/>
                            </p:stCondLst>
                            <p:childTnLst>
                              <p:par>
                                <p:cTn id="30" presetID="22" presetClass="entr" presetSubtype="8" fill="hold" grpId="0" nodeType="after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par>
                          <p:cTn id="33" fill="hold">
                            <p:stCondLst>
                              <p:cond delay="3500"/>
                            </p:stCondLst>
                            <p:childTnLst>
                              <p:par>
                                <p:cTn id="34" presetID="22" presetClass="entr" presetSubtype="8" fill="hold" grpId="0" nodeType="after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wipe(left)">
                                      <p:cBhvr>
                                        <p:cTn id="3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Unix</a:t>
            </a:r>
            <a:endParaRPr lang="zh-CN" altLang="en-US" dirty="0"/>
          </a:p>
        </p:txBody>
      </p:sp>
      <p:sp>
        <p:nvSpPr>
          <p:cNvPr id="3" name="内容占位符 2"/>
          <p:cNvSpPr>
            <a:spLocks noGrp="1"/>
          </p:cNvSpPr>
          <p:nvPr>
            <p:ph idx="1"/>
          </p:nvPr>
        </p:nvSpPr>
        <p:spPr/>
        <p:txBody>
          <a:bodyPr>
            <a:normAutofit fontScale="77500" lnSpcReduction="20000"/>
          </a:bodyPr>
          <a:lstStyle/>
          <a:p>
            <a:r>
              <a:rPr lang="en-US" altLang="zh-CN" dirty="0"/>
              <a:t>Unix</a:t>
            </a:r>
            <a:r>
              <a:rPr lang="zh-CN" altLang="zh-CN" dirty="0"/>
              <a:t>在上个世纪六十年代由</a:t>
            </a:r>
            <a:r>
              <a:rPr lang="en-US" altLang="zh-CN" dirty="0"/>
              <a:t>AT&amp;T</a:t>
            </a:r>
            <a:r>
              <a:rPr lang="zh-CN" altLang="zh-CN" dirty="0"/>
              <a:t>（美国电话和电报）公司的贝尔（</a:t>
            </a:r>
            <a:r>
              <a:rPr lang="en-US" altLang="zh-CN" dirty="0"/>
              <a:t>Bell</a:t>
            </a:r>
            <a:r>
              <a:rPr lang="zh-CN" altLang="zh-CN" dirty="0"/>
              <a:t>）实验室开发，至今已经使用了</a:t>
            </a:r>
            <a:r>
              <a:rPr lang="en-US" altLang="zh-CN" dirty="0"/>
              <a:t>40</a:t>
            </a:r>
            <a:r>
              <a:rPr lang="zh-CN" altLang="zh-CN" dirty="0"/>
              <a:t>多年，它被广泛地运行在大型机、中型机、小型机、工作站到微机上。</a:t>
            </a:r>
            <a:r>
              <a:rPr lang="zh-CN" altLang="en-US" dirty="0"/>
              <a:t>。</a:t>
            </a:r>
            <a:endParaRPr lang="en-US" altLang="zh-CN" dirty="0"/>
          </a:p>
          <a:p>
            <a:r>
              <a:rPr lang="en-US" altLang="zh-CN" dirty="0"/>
              <a:t>Unix</a:t>
            </a:r>
            <a:r>
              <a:rPr lang="zh-CN" altLang="zh-CN" dirty="0"/>
              <a:t>系统特点</a:t>
            </a:r>
          </a:p>
          <a:p>
            <a:pPr lvl="1"/>
            <a:r>
              <a:rPr lang="en-US" altLang="zh-CN" dirty="0"/>
              <a:t>Unix</a:t>
            </a:r>
            <a:r>
              <a:rPr lang="zh-CN" altLang="zh-CN" dirty="0"/>
              <a:t>系统是一个多用户、多任务、分时的操作系统</a:t>
            </a:r>
          </a:p>
          <a:p>
            <a:pPr lvl="1"/>
            <a:r>
              <a:rPr lang="zh-CN" altLang="zh-CN" dirty="0"/>
              <a:t>友好的用户接口</a:t>
            </a:r>
          </a:p>
          <a:p>
            <a:pPr lvl="1"/>
            <a:r>
              <a:rPr lang="zh-CN" altLang="zh-CN" dirty="0"/>
              <a:t>可装卸的树型结构文件系统</a:t>
            </a:r>
          </a:p>
          <a:p>
            <a:pPr lvl="1"/>
            <a:r>
              <a:rPr lang="zh-CN" altLang="zh-CN" dirty="0"/>
              <a:t>设备文件化</a:t>
            </a:r>
          </a:p>
          <a:p>
            <a:pPr lvl="1"/>
            <a:r>
              <a:rPr lang="zh-CN" altLang="zh-CN" dirty="0"/>
              <a:t>较强的可移植性</a:t>
            </a:r>
            <a:endParaRPr lang="zh-CN" altLang="en-US" dirty="0"/>
          </a:p>
        </p:txBody>
      </p:sp>
    </p:spTree>
    <p:extLst>
      <p:ext uri="{BB962C8B-B14F-4D97-AF65-F5344CB8AC3E}">
        <p14:creationId xmlns:p14="http://schemas.microsoft.com/office/powerpoint/2010/main" val="1569812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left)">
                                      <p:cBhvr>
                                        <p:cTn id="20" dur="500"/>
                                        <p:tgtEl>
                                          <p:spTgt spid="3">
                                            <p:txEl>
                                              <p:pRg st="2" end="2"/>
                                            </p:txEl>
                                          </p:spTgt>
                                        </p:tgtEl>
                                      </p:cBhvr>
                                    </p:animEffect>
                                  </p:childTnLst>
                                </p:cTn>
                              </p:par>
                            </p:childTnLst>
                          </p:cTn>
                        </p:par>
                        <p:par>
                          <p:cTn id="21" fill="hold">
                            <p:stCondLst>
                              <p:cond delay="2000"/>
                            </p:stCondLst>
                            <p:childTnLst>
                              <p:par>
                                <p:cTn id="22" presetID="22" presetClass="entr" presetSubtype="8" fill="hold" grpId="0" nodeType="after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wipe(left)">
                                      <p:cBhvr>
                                        <p:cTn id="24" dur="500"/>
                                        <p:tgtEl>
                                          <p:spTgt spid="3">
                                            <p:txEl>
                                              <p:pRg st="3" end="3"/>
                                            </p:txEl>
                                          </p:spTgt>
                                        </p:tgtEl>
                                      </p:cBhvr>
                                    </p:animEffect>
                                  </p:childTnLst>
                                </p:cTn>
                              </p:par>
                            </p:childTnLst>
                          </p:cTn>
                        </p:par>
                        <p:par>
                          <p:cTn id="25" fill="hold">
                            <p:stCondLst>
                              <p:cond delay="2500"/>
                            </p:stCondLst>
                            <p:childTnLst>
                              <p:par>
                                <p:cTn id="26" presetID="22" presetClass="entr" presetSubtype="8" fill="hold" grpId="0" nodeType="after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wipe(left)">
                                      <p:cBhvr>
                                        <p:cTn id="28" dur="500"/>
                                        <p:tgtEl>
                                          <p:spTgt spid="3">
                                            <p:txEl>
                                              <p:pRg st="4" end="4"/>
                                            </p:txEl>
                                          </p:spTgt>
                                        </p:tgtEl>
                                      </p:cBhvr>
                                    </p:animEffect>
                                  </p:childTnLst>
                                </p:cTn>
                              </p:par>
                            </p:childTnLst>
                          </p:cTn>
                        </p:par>
                        <p:par>
                          <p:cTn id="29" fill="hold">
                            <p:stCondLst>
                              <p:cond delay="3000"/>
                            </p:stCondLst>
                            <p:childTnLst>
                              <p:par>
                                <p:cTn id="30" presetID="22" presetClass="entr" presetSubtype="8" fill="hold" grpId="0" nodeType="after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par>
                          <p:cTn id="33" fill="hold">
                            <p:stCondLst>
                              <p:cond delay="3500"/>
                            </p:stCondLst>
                            <p:childTnLst>
                              <p:par>
                                <p:cTn id="34" presetID="22" presetClass="entr" presetSubtype="8" fill="hold" grpId="0" nodeType="after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wipe(left)">
                                      <p:cBhvr>
                                        <p:cTn id="3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endParaRPr lang="zh-CN" altLang="en-US" dirty="0"/>
          </a:p>
        </p:txBody>
      </p:sp>
      <p:sp>
        <p:nvSpPr>
          <p:cNvPr id="3" name="内容占位符 2"/>
          <p:cNvSpPr>
            <a:spLocks noGrp="1"/>
          </p:cNvSpPr>
          <p:nvPr>
            <p:ph idx="1"/>
          </p:nvPr>
        </p:nvSpPr>
        <p:spPr/>
        <p:txBody>
          <a:bodyPr>
            <a:normAutofit fontScale="85000" lnSpcReduction="20000"/>
          </a:bodyPr>
          <a:lstStyle/>
          <a:p>
            <a:r>
              <a:rPr lang="en-US" altLang="zh-CN" dirty="0"/>
              <a:t>Linux</a:t>
            </a:r>
            <a:r>
              <a:rPr lang="zh-CN" altLang="zh-CN" dirty="0"/>
              <a:t>操作系统是类</a:t>
            </a:r>
            <a:r>
              <a:rPr lang="en-US" altLang="zh-CN" dirty="0"/>
              <a:t>Unix</a:t>
            </a:r>
            <a:r>
              <a:rPr lang="zh-CN" altLang="zh-CN" dirty="0"/>
              <a:t>操作系统的一个分支，由于其源代码开放，经过互联网上所有开放人员的共同努力，已经成为能够支持各种体系结构的操作系统。</a:t>
            </a:r>
            <a:endParaRPr lang="en-US" altLang="zh-CN" dirty="0"/>
          </a:p>
          <a:p>
            <a:r>
              <a:rPr lang="en-US" altLang="zh-CN" dirty="0"/>
              <a:t>Linux</a:t>
            </a:r>
            <a:r>
              <a:rPr lang="zh-CN" altLang="zh-CN" dirty="0"/>
              <a:t>系统的突出特点</a:t>
            </a:r>
          </a:p>
          <a:p>
            <a:pPr lvl="1"/>
            <a:r>
              <a:rPr lang="zh-CN" altLang="zh-CN" dirty="0"/>
              <a:t>多平台</a:t>
            </a:r>
            <a:r>
              <a:rPr lang="zh-CN" altLang="en-US" dirty="0"/>
              <a:t>，</a:t>
            </a:r>
            <a:r>
              <a:rPr lang="zh-CN" altLang="zh-CN" dirty="0"/>
              <a:t>是目前跨平台最广的操作系统。</a:t>
            </a:r>
          </a:p>
          <a:p>
            <a:pPr lvl="1"/>
            <a:r>
              <a:rPr lang="zh-CN" altLang="zh-CN" dirty="0"/>
              <a:t>功能完善</a:t>
            </a:r>
            <a:r>
              <a:rPr lang="zh-CN" altLang="en-US" dirty="0"/>
              <a:t>。</a:t>
            </a:r>
            <a:endParaRPr lang="zh-CN" altLang="zh-CN" dirty="0"/>
          </a:p>
          <a:p>
            <a:pPr lvl="1"/>
            <a:r>
              <a:rPr lang="zh-CN" altLang="zh-CN" dirty="0"/>
              <a:t>内核模块化好</a:t>
            </a:r>
            <a:r>
              <a:rPr lang="zh-CN" altLang="en-US" dirty="0"/>
              <a:t>，</a:t>
            </a:r>
            <a:r>
              <a:rPr lang="zh-CN" altLang="zh-CN" dirty="0"/>
              <a:t>便于操作系统的扩充</a:t>
            </a:r>
            <a:r>
              <a:rPr lang="zh-CN" altLang="en-US" dirty="0"/>
              <a:t>。</a:t>
            </a:r>
            <a:endParaRPr lang="en-US" altLang="zh-CN" dirty="0"/>
          </a:p>
          <a:p>
            <a:pPr lvl="1"/>
            <a:r>
              <a:rPr lang="zh-CN" altLang="zh-CN" dirty="0"/>
              <a:t>强大的通信和网络功能</a:t>
            </a:r>
            <a:r>
              <a:rPr lang="zh-CN" altLang="en-US" dirty="0"/>
              <a:t>。</a:t>
            </a:r>
            <a:endParaRPr lang="zh-CN" altLang="zh-CN" dirty="0"/>
          </a:p>
          <a:p>
            <a:pPr lvl="1"/>
            <a:r>
              <a:rPr lang="zh-CN" altLang="zh-CN" dirty="0"/>
              <a:t>具有出色的稳定性和速度性能</a:t>
            </a:r>
            <a:r>
              <a:rPr lang="zh-CN" altLang="en-US" dirty="0"/>
              <a:t>。</a:t>
            </a:r>
            <a:endParaRPr lang="zh-CN" altLang="zh-CN" dirty="0"/>
          </a:p>
        </p:txBody>
      </p:sp>
    </p:spTree>
    <p:extLst>
      <p:ext uri="{BB962C8B-B14F-4D97-AF65-F5344CB8AC3E}">
        <p14:creationId xmlns:p14="http://schemas.microsoft.com/office/powerpoint/2010/main" val="74372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left)">
                                      <p:cBhvr>
                                        <p:cTn id="20" dur="500"/>
                                        <p:tgtEl>
                                          <p:spTgt spid="3">
                                            <p:txEl>
                                              <p:pRg st="2" end="2"/>
                                            </p:txEl>
                                          </p:spTgt>
                                        </p:tgtEl>
                                      </p:cBhvr>
                                    </p:animEffect>
                                  </p:childTnLst>
                                </p:cTn>
                              </p:par>
                            </p:childTnLst>
                          </p:cTn>
                        </p:par>
                        <p:par>
                          <p:cTn id="21" fill="hold">
                            <p:stCondLst>
                              <p:cond delay="2000"/>
                            </p:stCondLst>
                            <p:childTnLst>
                              <p:par>
                                <p:cTn id="22" presetID="22" presetClass="entr" presetSubtype="8" fill="hold" grpId="0" nodeType="after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wipe(left)">
                                      <p:cBhvr>
                                        <p:cTn id="24" dur="500"/>
                                        <p:tgtEl>
                                          <p:spTgt spid="3">
                                            <p:txEl>
                                              <p:pRg st="3" end="3"/>
                                            </p:txEl>
                                          </p:spTgt>
                                        </p:tgtEl>
                                      </p:cBhvr>
                                    </p:animEffect>
                                  </p:childTnLst>
                                </p:cTn>
                              </p:par>
                            </p:childTnLst>
                          </p:cTn>
                        </p:par>
                        <p:par>
                          <p:cTn id="25" fill="hold">
                            <p:stCondLst>
                              <p:cond delay="2500"/>
                            </p:stCondLst>
                            <p:childTnLst>
                              <p:par>
                                <p:cTn id="26" presetID="22" presetClass="entr" presetSubtype="8" fill="hold" grpId="0" nodeType="after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wipe(left)">
                                      <p:cBhvr>
                                        <p:cTn id="28" dur="500"/>
                                        <p:tgtEl>
                                          <p:spTgt spid="3">
                                            <p:txEl>
                                              <p:pRg st="4" end="4"/>
                                            </p:txEl>
                                          </p:spTgt>
                                        </p:tgtEl>
                                      </p:cBhvr>
                                    </p:animEffect>
                                  </p:childTnLst>
                                </p:cTn>
                              </p:par>
                            </p:childTnLst>
                          </p:cTn>
                        </p:par>
                        <p:par>
                          <p:cTn id="29" fill="hold">
                            <p:stCondLst>
                              <p:cond delay="3000"/>
                            </p:stCondLst>
                            <p:childTnLst>
                              <p:par>
                                <p:cTn id="30" presetID="22" presetClass="entr" presetSubtype="8" fill="hold" grpId="0" nodeType="after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par>
                          <p:cTn id="33" fill="hold">
                            <p:stCondLst>
                              <p:cond delay="3500"/>
                            </p:stCondLst>
                            <p:childTnLst>
                              <p:par>
                                <p:cTn id="34" presetID="22" presetClass="entr" presetSubtype="8" fill="hold" grpId="0" nodeType="after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wipe(left)">
                                      <p:cBhvr>
                                        <p:cTn id="3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Mac OS</a:t>
            </a:r>
            <a:endParaRPr lang="zh-CN" altLang="en-US" dirty="0"/>
          </a:p>
        </p:txBody>
      </p:sp>
      <p:sp>
        <p:nvSpPr>
          <p:cNvPr id="3" name="内容占位符 2"/>
          <p:cNvSpPr>
            <a:spLocks noGrp="1"/>
          </p:cNvSpPr>
          <p:nvPr>
            <p:ph idx="1"/>
          </p:nvPr>
        </p:nvSpPr>
        <p:spPr/>
        <p:txBody>
          <a:bodyPr>
            <a:normAutofit fontScale="85000" lnSpcReduction="10000"/>
          </a:bodyPr>
          <a:lstStyle/>
          <a:p>
            <a:r>
              <a:rPr lang="en-US" altLang="zh-CN" dirty="0"/>
              <a:t>Mac OS</a:t>
            </a:r>
            <a:r>
              <a:rPr lang="zh-CN" altLang="zh-CN" dirty="0"/>
              <a:t>是苹果（</a:t>
            </a:r>
            <a:r>
              <a:rPr lang="en-US" altLang="zh-CN" dirty="0"/>
              <a:t>Apple</a:t>
            </a:r>
            <a:r>
              <a:rPr lang="zh-CN" altLang="zh-CN" dirty="0"/>
              <a:t>）公司为其</a:t>
            </a:r>
            <a:r>
              <a:rPr lang="en-US" altLang="zh-CN" dirty="0"/>
              <a:t>Macintosh</a:t>
            </a:r>
            <a:r>
              <a:rPr lang="zh-CN" altLang="zh-CN" dirty="0"/>
              <a:t>计算机设计的操作系统，简称</a:t>
            </a:r>
            <a:r>
              <a:rPr lang="en-US" altLang="zh-CN" dirty="0"/>
              <a:t>Mac</a:t>
            </a:r>
            <a:r>
              <a:rPr lang="zh-CN" altLang="zh-CN" dirty="0"/>
              <a:t>。</a:t>
            </a:r>
            <a:r>
              <a:rPr lang="en-US" altLang="zh-CN" dirty="0"/>
              <a:t>Mac</a:t>
            </a:r>
            <a:r>
              <a:rPr lang="zh-CN" altLang="zh-CN" dirty="0"/>
              <a:t>系统是苹果机专用系统，正常情况下在普通</a:t>
            </a:r>
            <a:r>
              <a:rPr lang="en-US" altLang="zh-CN" dirty="0"/>
              <a:t>PC</a:t>
            </a:r>
            <a:r>
              <a:rPr lang="zh-CN" altLang="zh-CN" dirty="0"/>
              <a:t>上无法安装</a:t>
            </a:r>
            <a:r>
              <a:rPr lang="en-US" altLang="zh-CN" dirty="0"/>
              <a:t>Mac</a:t>
            </a:r>
            <a:r>
              <a:rPr lang="zh-CN" altLang="zh-CN" dirty="0"/>
              <a:t>操作系统。</a:t>
            </a:r>
            <a:endParaRPr lang="en-US" altLang="zh-CN" dirty="0"/>
          </a:p>
          <a:p>
            <a:r>
              <a:rPr lang="en-US" altLang="zh-CN" dirty="0"/>
              <a:t>Mac OS</a:t>
            </a:r>
            <a:r>
              <a:rPr lang="zh-CN" altLang="zh-CN" dirty="0"/>
              <a:t>是首个在商用领域成功的图形用户界面，具有很强的图形处理能力，其性能和功能被公认为是微机或图形工作站等机器上最好的操作系统。</a:t>
            </a:r>
          </a:p>
          <a:p>
            <a:r>
              <a:rPr lang="en-US" altLang="zh-CN" dirty="0"/>
              <a:t>Mac OS</a:t>
            </a:r>
            <a:r>
              <a:rPr lang="zh-CN" altLang="zh-CN" dirty="0"/>
              <a:t>的特点是易用、可靠而且安全性高。</a:t>
            </a:r>
            <a:endParaRPr lang="zh-CN" altLang="en-US" dirty="0"/>
          </a:p>
        </p:txBody>
      </p:sp>
    </p:spTree>
    <p:extLst>
      <p:ext uri="{BB962C8B-B14F-4D97-AF65-F5344CB8AC3E}">
        <p14:creationId xmlns:p14="http://schemas.microsoft.com/office/powerpoint/2010/main" val="3546790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left)">
                                      <p:cBhvr>
                                        <p:cTn id="2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iOS</a:t>
            </a:r>
            <a:endParaRPr lang="zh-CN" altLang="en-US" dirty="0"/>
          </a:p>
        </p:txBody>
      </p:sp>
      <p:sp>
        <p:nvSpPr>
          <p:cNvPr id="3" name="内容占位符 2"/>
          <p:cNvSpPr>
            <a:spLocks noGrp="1"/>
          </p:cNvSpPr>
          <p:nvPr>
            <p:ph idx="1"/>
          </p:nvPr>
        </p:nvSpPr>
        <p:spPr/>
        <p:txBody>
          <a:bodyPr>
            <a:normAutofit/>
          </a:bodyPr>
          <a:lstStyle/>
          <a:p>
            <a:r>
              <a:rPr lang="en-US" altLang="zh-CN" dirty="0"/>
              <a:t>iOS</a:t>
            </a:r>
            <a:r>
              <a:rPr lang="zh-CN" altLang="zh-CN" dirty="0"/>
              <a:t>操作系统是由</a:t>
            </a:r>
            <a:r>
              <a:rPr lang="en-US" altLang="zh-CN" dirty="0" err="1"/>
              <a:t>苹果公司</a:t>
            </a:r>
            <a:r>
              <a:rPr lang="zh-CN" altLang="zh-CN" dirty="0"/>
              <a:t>开发的手持设备操作系统。</a:t>
            </a:r>
            <a:endParaRPr lang="en-US" altLang="zh-CN" dirty="0"/>
          </a:p>
          <a:p>
            <a:r>
              <a:rPr lang="en-US" altLang="zh-CN" dirty="0"/>
              <a:t>iOS</a:t>
            </a:r>
            <a:r>
              <a:rPr lang="zh-CN" altLang="zh-CN" dirty="0"/>
              <a:t>最初是设计给</a:t>
            </a:r>
            <a:r>
              <a:rPr lang="en-US" altLang="zh-CN" dirty="0"/>
              <a:t>iPhone</a:t>
            </a:r>
            <a:r>
              <a:rPr lang="zh-CN" altLang="zh-CN" dirty="0"/>
              <a:t>使用的，后来陆续套用到</a:t>
            </a:r>
            <a:r>
              <a:rPr lang="en-US" altLang="zh-CN" dirty="0"/>
              <a:t>iPod touch</a:t>
            </a:r>
            <a:r>
              <a:rPr lang="zh-CN" altLang="zh-CN" dirty="0"/>
              <a:t>、</a:t>
            </a:r>
            <a:r>
              <a:rPr lang="en-US" altLang="zh-CN" dirty="0" err="1"/>
              <a:t>iPad</a:t>
            </a:r>
            <a:r>
              <a:rPr lang="zh-CN" altLang="zh-CN" dirty="0"/>
              <a:t>以及</a:t>
            </a:r>
            <a:r>
              <a:rPr lang="en-US" altLang="zh-CN" dirty="0"/>
              <a:t>Apple TV</a:t>
            </a:r>
            <a:r>
              <a:rPr lang="zh-CN" altLang="zh-CN" dirty="0"/>
              <a:t>等苹果产品上。</a:t>
            </a:r>
          </a:p>
          <a:p>
            <a:endParaRPr lang="zh-CN" altLang="en-US" dirty="0"/>
          </a:p>
        </p:txBody>
      </p:sp>
    </p:spTree>
    <p:extLst>
      <p:ext uri="{BB962C8B-B14F-4D97-AF65-F5344CB8AC3E}">
        <p14:creationId xmlns:p14="http://schemas.microsoft.com/office/powerpoint/2010/main" val="4197536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3" algn="ctr" rtl="0">
              <a:spcBef>
                <a:spcPct val="0"/>
              </a:spcBef>
            </a:pPr>
            <a:r>
              <a:rPr lang="en-US" altLang="zh-CN" sz="5867" kern="1200" dirty="0">
                <a:solidFill>
                  <a:schemeClr val="bg1"/>
                </a:solidFill>
                <a:latin typeface="黑体" panose="02010609060101010101" pitchFamily="49" charset="-122"/>
                <a:ea typeface="黑体" panose="02010609060101010101" pitchFamily="49" charset="-122"/>
                <a:cs typeface="+mj-cs"/>
              </a:rPr>
              <a:t>Android</a:t>
            </a:r>
            <a:endParaRPr lang="zh-CN" altLang="en-US" sz="5867" kern="1200" dirty="0">
              <a:solidFill>
                <a:schemeClr val="bg1"/>
              </a:solidFill>
              <a:latin typeface="黑体" panose="02010609060101010101" pitchFamily="49" charset="-122"/>
              <a:ea typeface="黑体" panose="02010609060101010101" pitchFamily="49" charset="-122"/>
              <a:cs typeface="+mj-cs"/>
            </a:endParaRPr>
          </a:p>
        </p:txBody>
      </p:sp>
      <p:sp>
        <p:nvSpPr>
          <p:cNvPr id="3" name="内容占位符 2"/>
          <p:cNvSpPr>
            <a:spLocks noGrp="1"/>
          </p:cNvSpPr>
          <p:nvPr>
            <p:ph idx="1"/>
          </p:nvPr>
        </p:nvSpPr>
        <p:spPr/>
        <p:txBody>
          <a:bodyPr>
            <a:normAutofit/>
          </a:bodyPr>
          <a:lstStyle/>
          <a:p>
            <a:r>
              <a:rPr lang="en-US" altLang="zh-CN" dirty="0"/>
              <a:t>Android</a:t>
            </a:r>
            <a:r>
              <a:rPr lang="zh-CN" altLang="en-US" dirty="0"/>
              <a:t>，又称为</a:t>
            </a:r>
            <a:r>
              <a:rPr lang="zh-CN" altLang="zh-CN" dirty="0"/>
              <a:t>“安卓”</a:t>
            </a:r>
            <a:r>
              <a:rPr lang="zh-CN" altLang="en-US" dirty="0"/>
              <a:t>。</a:t>
            </a:r>
            <a:r>
              <a:rPr lang="zh-CN" altLang="zh-CN" dirty="0"/>
              <a:t>是一种以</a:t>
            </a:r>
            <a:r>
              <a:rPr lang="en-US" altLang="zh-CN" dirty="0"/>
              <a:t>Linux</a:t>
            </a:r>
            <a:r>
              <a:rPr lang="zh-CN" altLang="zh-CN" dirty="0"/>
              <a:t>为基础的开放源代码操作系统</a:t>
            </a:r>
            <a:r>
              <a:rPr lang="zh-CN" altLang="en-US" dirty="0"/>
              <a:t>。</a:t>
            </a:r>
            <a:endParaRPr lang="en-US" altLang="zh-CN" dirty="0"/>
          </a:p>
          <a:p>
            <a:r>
              <a:rPr lang="en-US" altLang="zh-CN" dirty="0"/>
              <a:t>Android</a:t>
            </a:r>
            <a:r>
              <a:rPr lang="zh-CN" altLang="zh-CN" dirty="0"/>
              <a:t>操作系统最初由</a:t>
            </a:r>
            <a:r>
              <a:rPr lang="en-US" altLang="zh-CN" dirty="0"/>
              <a:t>Andy Rubin</a:t>
            </a:r>
            <a:r>
              <a:rPr lang="zh-CN" altLang="zh-CN" dirty="0"/>
              <a:t>开发，最初主要支持手机。</a:t>
            </a:r>
            <a:r>
              <a:rPr lang="en-US" altLang="zh-CN" dirty="0"/>
              <a:t>2005</a:t>
            </a:r>
            <a:r>
              <a:rPr lang="zh-CN" altLang="zh-CN" dirty="0"/>
              <a:t>年由</a:t>
            </a:r>
            <a:r>
              <a:rPr lang="en-US" altLang="zh-CN" dirty="0"/>
              <a:t>Google</a:t>
            </a:r>
            <a:r>
              <a:rPr lang="zh-CN" altLang="zh-CN" dirty="0"/>
              <a:t>收购注资，并组建开放手机联盟开发改良，逐渐扩展到平板电脑及其他领域上。</a:t>
            </a:r>
            <a:endParaRPr lang="zh-CN" altLang="en-US" dirty="0"/>
          </a:p>
        </p:txBody>
      </p:sp>
    </p:spTree>
    <p:extLst>
      <p:ext uri="{BB962C8B-B14F-4D97-AF65-F5344CB8AC3E}">
        <p14:creationId xmlns:p14="http://schemas.microsoft.com/office/powerpoint/2010/main" val="242064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3" algn="ctr" rtl="0">
              <a:spcBef>
                <a:spcPct val="0"/>
              </a:spcBef>
            </a:pPr>
            <a:r>
              <a:rPr lang="en-US" altLang="zh-CN" sz="5867" kern="1200" dirty="0">
                <a:solidFill>
                  <a:schemeClr val="bg1"/>
                </a:solidFill>
                <a:latin typeface="黑体" panose="02010609060101010101" pitchFamily="49" charset="-122"/>
                <a:ea typeface="黑体" panose="02010609060101010101" pitchFamily="49" charset="-122"/>
                <a:cs typeface="+mj-cs"/>
              </a:rPr>
              <a:t>Chrome OS</a:t>
            </a:r>
            <a:endParaRPr lang="zh-CN" altLang="en-US" sz="5867" kern="1200" dirty="0">
              <a:solidFill>
                <a:schemeClr val="bg1"/>
              </a:solidFill>
              <a:latin typeface="黑体" panose="02010609060101010101" pitchFamily="49" charset="-122"/>
              <a:ea typeface="黑体" panose="02010609060101010101" pitchFamily="49" charset="-122"/>
              <a:cs typeface="+mj-cs"/>
            </a:endParaRPr>
          </a:p>
        </p:txBody>
      </p:sp>
      <p:sp>
        <p:nvSpPr>
          <p:cNvPr id="3" name="内容占位符 2"/>
          <p:cNvSpPr>
            <a:spLocks noGrp="1"/>
          </p:cNvSpPr>
          <p:nvPr>
            <p:ph idx="1"/>
          </p:nvPr>
        </p:nvSpPr>
        <p:spPr/>
        <p:txBody>
          <a:bodyPr>
            <a:normAutofit fontScale="85000" lnSpcReduction="20000"/>
          </a:bodyPr>
          <a:lstStyle/>
          <a:p>
            <a:r>
              <a:rPr lang="en-US" altLang="zh-CN" dirty="0"/>
              <a:t>Chrome OS</a:t>
            </a:r>
            <a:r>
              <a:rPr lang="zh-CN" altLang="zh-CN" dirty="0"/>
              <a:t>是由谷歌开发的一款基于</a:t>
            </a:r>
            <a:r>
              <a:rPr lang="en-US" altLang="zh-CN" dirty="0"/>
              <a:t>Linux</a:t>
            </a:r>
            <a:r>
              <a:rPr lang="zh-CN" altLang="zh-CN" dirty="0"/>
              <a:t>的操作系统，发展出与互联网紧密</a:t>
            </a:r>
            <a:r>
              <a:rPr lang="zh-CN" altLang="zh-CN" sz="4133" dirty="0"/>
              <a:t>结合的</a:t>
            </a:r>
            <a:r>
              <a:rPr lang="zh-CN" altLang="en-US" sz="4133" dirty="0"/>
              <a:t>云操作系统</a:t>
            </a:r>
            <a:r>
              <a:rPr lang="zh-CN" altLang="zh-CN" sz="4133" dirty="0"/>
              <a:t>，工作</a:t>
            </a:r>
            <a:r>
              <a:rPr lang="zh-CN" altLang="zh-CN" dirty="0"/>
              <a:t>时运行</a:t>
            </a:r>
            <a:r>
              <a:rPr lang="en-US" altLang="zh-CN" dirty="0"/>
              <a:t>Web</a:t>
            </a:r>
            <a:r>
              <a:rPr lang="zh-CN" altLang="zh-CN" dirty="0"/>
              <a:t>应用程序。</a:t>
            </a:r>
            <a:endParaRPr lang="en-US" altLang="zh-CN" dirty="0"/>
          </a:p>
          <a:p>
            <a:r>
              <a:rPr lang="en-US" altLang="zh-CN" dirty="0"/>
              <a:t>Chrome OS</a:t>
            </a:r>
            <a:r>
              <a:rPr lang="zh-CN" altLang="zh-CN" dirty="0"/>
              <a:t>同时支持</a:t>
            </a:r>
            <a:r>
              <a:rPr lang="en-US" altLang="zh-CN" dirty="0"/>
              <a:t>Intel x86</a:t>
            </a:r>
            <a:r>
              <a:rPr lang="zh-CN" altLang="zh-CN" dirty="0"/>
              <a:t>以及</a:t>
            </a:r>
            <a:r>
              <a:rPr lang="en-US" altLang="zh-CN" dirty="0"/>
              <a:t>ARM</a:t>
            </a:r>
            <a:r>
              <a:rPr lang="zh-CN" altLang="zh-CN" dirty="0"/>
              <a:t>处理器，软件结构极其简单，可以理解为在</a:t>
            </a:r>
            <a:r>
              <a:rPr lang="en-US" altLang="zh-CN" dirty="0"/>
              <a:t>Linux</a:t>
            </a:r>
            <a:r>
              <a:rPr lang="zh-CN" altLang="zh-CN" dirty="0"/>
              <a:t>的内核上运行一个使用新的窗口系统的</a:t>
            </a:r>
            <a:r>
              <a:rPr lang="en-US" altLang="zh-CN" dirty="0"/>
              <a:t>Chrome</a:t>
            </a:r>
            <a:r>
              <a:rPr lang="zh-CN" altLang="zh-CN" dirty="0"/>
              <a:t>浏览器。</a:t>
            </a:r>
            <a:endParaRPr lang="en-US" altLang="zh-CN" dirty="0"/>
          </a:p>
          <a:p>
            <a:r>
              <a:rPr lang="zh-CN" altLang="zh-CN" dirty="0"/>
              <a:t>对于开发人员来说，</a:t>
            </a:r>
            <a:r>
              <a:rPr lang="en-US" altLang="zh-CN" dirty="0"/>
              <a:t>Web</a:t>
            </a:r>
            <a:r>
              <a:rPr lang="zh-CN" altLang="zh-CN" dirty="0"/>
              <a:t>就是平台，所有现有的</a:t>
            </a:r>
            <a:r>
              <a:rPr lang="en-US" altLang="zh-CN" dirty="0"/>
              <a:t>Web</a:t>
            </a:r>
            <a:r>
              <a:rPr lang="zh-CN" altLang="zh-CN" dirty="0"/>
              <a:t>应用可以完美的在</a:t>
            </a:r>
            <a:r>
              <a:rPr lang="en-US" altLang="zh-CN" dirty="0"/>
              <a:t>Chrome OS</a:t>
            </a:r>
            <a:r>
              <a:rPr lang="zh-CN" altLang="zh-CN" dirty="0"/>
              <a:t>中运行，开发者也可以用不同的开发语言为其开发新的</a:t>
            </a:r>
            <a:r>
              <a:rPr lang="en-US" altLang="zh-CN" dirty="0"/>
              <a:t>Web</a:t>
            </a:r>
            <a:r>
              <a:rPr lang="zh-CN" altLang="zh-CN" dirty="0"/>
              <a:t>应用。</a:t>
            </a:r>
          </a:p>
        </p:txBody>
      </p:sp>
    </p:spTree>
    <p:extLst>
      <p:ext uri="{BB962C8B-B14F-4D97-AF65-F5344CB8AC3E}">
        <p14:creationId xmlns:p14="http://schemas.microsoft.com/office/powerpoint/2010/main" val="201044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left)">
                                      <p:cBhvr>
                                        <p:cTn id="2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826,&quot;width&quot;:384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演示文稿2">
  <a:themeElements>
    <a:clrScheme name="自定义 38">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79A4"/>
      </a:hlink>
      <a:folHlink>
        <a:srgbClr val="1597EF"/>
      </a:folHlink>
    </a:clrScheme>
    <a:fontScheme name="气流">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10550</TotalTime>
  <Words>6256</Words>
  <Application>Microsoft Office PowerPoint</Application>
  <PresentationFormat>宽屏</PresentationFormat>
  <Paragraphs>770</Paragraphs>
  <Slides>107</Slides>
  <Notes>73</Notes>
  <HiddenSlides>0</HiddenSlides>
  <MMClips>0</MMClips>
  <ScaleCrop>false</ScaleCrop>
  <HeadingPairs>
    <vt:vector size="8" baseType="variant">
      <vt:variant>
        <vt:lpstr>已用的字体</vt:lpstr>
      </vt:variant>
      <vt:variant>
        <vt:i4>17</vt:i4>
      </vt:variant>
      <vt:variant>
        <vt:lpstr>主题</vt:lpstr>
      </vt:variant>
      <vt:variant>
        <vt:i4>4</vt:i4>
      </vt:variant>
      <vt:variant>
        <vt:lpstr>嵌入 OLE 服务器</vt:lpstr>
      </vt:variant>
      <vt:variant>
        <vt:i4>2</vt:i4>
      </vt:variant>
      <vt:variant>
        <vt:lpstr>幻灯片标题</vt:lpstr>
      </vt:variant>
      <vt:variant>
        <vt:i4>107</vt:i4>
      </vt:variant>
    </vt:vector>
  </HeadingPairs>
  <TitlesOfParts>
    <vt:vector size="130" baseType="lpstr">
      <vt:lpstr>-apple-system</vt:lpstr>
      <vt:lpstr>PingFang SC</vt:lpstr>
      <vt:lpstr>PingFang-SC-Regular</vt:lpstr>
      <vt:lpstr>等线</vt:lpstr>
      <vt:lpstr>等线 Light</vt:lpstr>
      <vt:lpstr>仿宋</vt:lpstr>
      <vt:lpstr>黑体</vt:lpstr>
      <vt:lpstr>华文楷体</vt:lpstr>
      <vt:lpstr>楷体</vt:lpstr>
      <vt:lpstr>宋体</vt:lpstr>
      <vt:lpstr>微软雅黑</vt:lpstr>
      <vt:lpstr>幼圆</vt:lpstr>
      <vt:lpstr>Arial</vt:lpstr>
      <vt:lpstr>Calibri</vt:lpstr>
      <vt:lpstr>Times New Roman</vt:lpstr>
      <vt:lpstr>Trebuchet MS</vt:lpstr>
      <vt:lpstr>Wingdings</vt:lpstr>
      <vt:lpstr>Office 主题​​</vt:lpstr>
      <vt:lpstr>自定义设计方案</vt:lpstr>
      <vt:lpstr>1_Office 主题​​</vt:lpstr>
      <vt:lpstr>演示文稿2</vt:lpstr>
      <vt:lpstr>Visio</vt:lpstr>
      <vt:lpstr>Visio.Drawing.11</vt:lpstr>
      <vt:lpstr>第三章 计算机系统和存储</vt:lpstr>
      <vt:lpstr>提纲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IEEE发布2020年流行程序语言</vt:lpstr>
      <vt:lpstr>PowerPoint 演示文稿</vt:lpstr>
      <vt:lpstr>PowerPoint 演示文稿</vt:lpstr>
      <vt:lpstr>PowerPoint 演示文稿</vt:lpstr>
      <vt:lpstr>PowerPoint 演示文稿</vt:lpstr>
      <vt:lpstr>程序的解释执行 </vt:lpstr>
      <vt:lpstr>程序的解释执行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MS-DOS</vt:lpstr>
      <vt:lpstr>Windows</vt:lpstr>
      <vt:lpstr>Windows特点</vt:lpstr>
      <vt:lpstr>Unix</vt:lpstr>
      <vt:lpstr>Linux</vt:lpstr>
      <vt:lpstr>Mac OS</vt:lpstr>
      <vt:lpstr>iOS</vt:lpstr>
      <vt:lpstr>Android</vt:lpstr>
      <vt:lpstr>Chrome 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数据分析方法</dc:title>
  <dc:creator>Windows 用户</dc:creator>
  <cp:lastModifiedBy>254885449@qq.com</cp:lastModifiedBy>
  <cp:revision>399</cp:revision>
  <dcterms:created xsi:type="dcterms:W3CDTF">2020-02-05T02:41:26Z</dcterms:created>
  <dcterms:modified xsi:type="dcterms:W3CDTF">2024-12-10T14:10:43Z</dcterms:modified>
</cp:coreProperties>
</file>