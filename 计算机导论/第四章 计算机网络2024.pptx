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65" r:id="rId3"/>
  </p:sldMasterIdLst>
  <p:notesMasterIdLst>
    <p:notesMasterId r:id="rId90"/>
  </p:notesMasterIdLst>
  <p:handoutMasterIdLst>
    <p:handoutMasterId r:id="rId91"/>
  </p:handoutMasterIdLst>
  <p:sldIdLst>
    <p:sldId id="379" r:id="rId4"/>
    <p:sldId id="260" r:id="rId5"/>
    <p:sldId id="257" r:id="rId6"/>
    <p:sldId id="432" r:id="rId7"/>
    <p:sldId id="433" r:id="rId8"/>
    <p:sldId id="434" r:id="rId9"/>
    <p:sldId id="435" r:id="rId10"/>
    <p:sldId id="436" r:id="rId11"/>
    <p:sldId id="437" r:id="rId12"/>
    <p:sldId id="438" r:id="rId13"/>
    <p:sldId id="439" r:id="rId14"/>
    <p:sldId id="441" r:id="rId15"/>
    <p:sldId id="442" r:id="rId16"/>
    <p:sldId id="443" r:id="rId17"/>
    <p:sldId id="444" r:id="rId18"/>
    <p:sldId id="445" r:id="rId19"/>
    <p:sldId id="446" r:id="rId20"/>
    <p:sldId id="447" r:id="rId21"/>
    <p:sldId id="448" r:id="rId22"/>
    <p:sldId id="449" r:id="rId23"/>
    <p:sldId id="450" r:id="rId24"/>
    <p:sldId id="451" r:id="rId25"/>
    <p:sldId id="452" r:id="rId26"/>
    <p:sldId id="453" r:id="rId27"/>
    <p:sldId id="516" r:id="rId28"/>
    <p:sldId id="455" r:id="rId29"/>
    <p:sldId id="456" r:id="rId30"/>
    <p:sldId id="457" r:id="rId31"/>
    <p:sldId id="458" r:id="rId32"/>
    <p:sldId id="459" r:id="rId33"/>
    <p:sldId id="460" r:id="rId34"/>
    <p:sldId id="461" r:id="rId35"/>
    <p:sldId id="582" r:id="rId36"/>
    <p:sldId id="463" r:id="rId37"/>
    <p:sldId id="464" r:id="rId38"/>
    <p:sldId id="465" r:id="rId39"/>
    <p:sldId id="466" r:id="rId40"/>
    <p:sldId id="467" r:id="rId41"/>
    <p:sldId id="468" r:id="rId42"/>
    <p:sldId id="469" r:id="rId43"/>
    <p:sldId id="470" r:id="rId44"/>
    <p:sldId id="471" r:id="rId45"/>
    <p:sldId id="472" r:id="rId46"/>
    <p:sldId id="474" r:id="rId47"/>
    <p:sldId id="473" r:id="rId48"/>
    <p:sldId id="477" r:id="rId49"/>
    <p:sldId id="475" r:id="rId50"/>
    <p:sldId id="517" r:id="rId51"/>
    <p:sldId id="480" r:id="rId52"/>
    <p:sldId id="478" r:id="rId53"/>
    <p:sldId id="510" r:id="rId54"/>
    <p:sldId id="509" r:id="rId55"/>
    <p:sldId id="511" r:id="rId56"/>
    <p:sldId id="512" r:id="rId57"/>
    <p:sldId id="513" r:id="rId58"/>
    <p:sldId id="514" r:id="rId59"/>
    <p:sldId id="515" r:id="rId60"/>
    <p:sldId id="518" r:id="rId61"/>
    <p:sldId id="482" r:id="rId62"/>
    <p:sldId id="497" r:id="rId63"/>
    <p:sldId id="498" r:id="rId64"/>
    <p:sldId id="499" r:id="rId65"/>
    <p:sldId id="500" r:id="rId66"/>
    <p:sldId id="501" r:id="rId67"/>
    <p:sldId id="502" r:id="rId68"/>
    <p:sldId id="503" r:id="rId69"/>
    <p:sldId id="504" r:id="rId70"/>
    <p:sldId id="505" r:id="rId71"/>
    <p:sldId id="507" r:id="rId72"/>
    <p:sldId id="508" r:id="rId73"/>
    <p:sldId id="506" r:id="rId74"/>
    <p:sldId id="519" r:id="rId75"/>
    <p:sldId id="492" r:id="rId76"/>
    <p:sldId id="493" r:id="rId77"/>
    <p:sldId id="494" r:id="rId78"/>
    <p:sldId id="495" r:id="rId79"/>
    <p:sldId id="496" r:id="rId80"/>
    <p:sldId id="488" r:id="rId81"/>
    <p:sldId id="489" r:id="rId82"/>
    <p:sldId id="490" r:id="rId83"/>
    <p:sldId id="491" r:id="rId84"/>
    <p:sldId id="484" r:id="rId85"/>
    <p:sldId id="485" r:id="rId86"/>
    <p:sldId id="486" r:id="rId87"/>
    <p:sldId id="487" r:id="rId88"/>
    <p:sldId id="431" r:id="rId8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843C0C"/>
    <a:srgbClr val="FFE1E1"/>
    <a:srgbClr val="C55A11"/>
    <a:srgbClr val="C29E86"/>
    <a:srgbClr val="DBDBF9"/>
    <a:srgbClr val="CDCDF7"/>
    <a:srgbClr val="BEBE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785" autoAdjust="0"/>
    <p:restoredTop sz="73546" autoAdjust="0"/>
  </p:normalViewPr>
  <p:slideViewPr>
    <p:cSldViewPr snapToGrid="0">
      <p:cViewPr varScale="1">
        <p:scale>
          <a:sx n="57" d="100"/>
          <a:sy n="57" d="100"/>
        </p:scale>
        <p:origin x="686" y="53"/>
      </p:cViewPr>
      <p:guideLst>
        <p:guide orient="horz" pos="2160"/>
        <p:guide pos="3840"/>
      </p:guideLst>
    </p:cSldViewPr>
  </p:slideViewPr>
  <p:outlineViewPr>
    <p:cViewPr>
      <p:scale>
        <a:sx n="33" d="100"/>
        <a:sy n="33" d="100"/>
      </p:scale>
      <p:origin x="0" y="29802"/>
    </p:cViewPr>
  </p:outlineViewPr>
  <p:notesTextViewPr>
    <p:cViewPr>
      <p:scale>
        <a:sx n="1" d="1"/>
        <a:sy n="1" d="1"/>
      </p:scale>
      <p:origin x="0" y="0"/>
    </p:cViewPr>
  </p:notesTextViewPr>
  <p:notesViewPr>
    <p:cSldViewPr snapToGrid="0">
      <p:cViewPr varScale="1">
        <p:scale>
          <a:sx n="16" d="100"/>
          <a:sy n="16" d="100"/>
        </p:scale>
        <p:origin x="3950" y="34"/>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5" Type="http://schemas.openxmlformats.org/officeDocument/2006/relationships/slide" Target="slides/slide2.xml"/><Relationship Id="rId90" Type="http://schemas.openxmlformats.org/officeDocument/2006/relationships/notesMaster" Target="notesMasters/notesMaster1.xml"/><Relationship Id="rId95" Type="http://schemas.openxmlformats.org/officeDocument/2006/relationships/tableStyles" Target="tableStyles.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slide" Target="slides/slide77.xml"/><Relationship Id="rId85" Type="http://schemas.openxmlformats.org/officeDocument/2006/relationships/slide" Target="slides/slide82.xml"/><Relationship Id="rId93"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slide" Target="slides/slide85.xml"/><Relationship Id="rId91"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4"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presProps" Target="presProps.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40B353F-1F0C-4C4B-B720-AFBB7325AEAD}" type="doc">
      <dgm:prSet loTypeId="urn:microsoft.com/office/officeart/2005/8/layout/radial5" loCatId="cycle" qsTypeId="urn:microsoft.com/office/officeart/2005/8/quickstyle/3d2" qsCatId="3D" csTypeId="urn:microsoft.com/office/officeart/2005/8/colors/colorful4" csCatId="colorful" phldr="1"/>
      <dgm:spPr/>
      <dgm:t>
        <a:bodyPr/>
        <a:lstStyle/>
        <a:p>
          <a:endParaRPr lang="zh-CN" altLang="en-US"/>
        </a:p>
      </dgm:t>
    </dgm:pt>
    <dgm:pt modelId="{EF4561A5-25A3-4884-9B61-B3B96B66BA96}">
      <dgm:prSet phldrT="[文本]" custT="1"/>
      <dgm:spPr/>
      <dgm:t>
        <a:bodyPr/>
        <a:lstStyle/>
        <a:p>
          <a:r>
            <a:rPr lang="zh-CN" altLang="en-US" sz="1400" b="0" dirty="0">
              <a:latin typeface="华文楷体" pitchFamily="2" charset="-122"/>
              <a:ea typeface="华文楷体" pitchFamily="2" charset="-122"/>
            </a:rPr>
            <a:t>网络的功能</a:t>
          </a:r>
        </a:p>
      </dgm:t>
    </dgm:pt>
    <dgm:pt modelId="{28017EF0-1C37-4A9C-B72D-AFE563703156}" type="parTrans" cxnId="{38DE0C9F-5551-4DE8-BAC3-0A434C8748E0}">
      <dgm:prSet/>
      <dgm:spPr/>
      <dgm:t>
        <a:bodyPr/>
        <a:lstStyle/>
        <a:p>
          <a:endParaRPr lang="zh-CN" altLang="en-US"/>
        </a:p>
      </dgm:t>
    </dgm:pt>
    <dgm:pt modelId="{03F6C685-0DA1-4911-B3F3-27FB5416A398}" type="sibTrans" cxnId="{38DE0C9F-5551-4DE8-BAC3-0A434C8748E0}">
      <dgm:prSet/>
      <dgm:spPr/>
      <dgm:t>
        <a:bodyPr/>
        <a:lstStyle/>
        <a:p>
          <a:endParaRPr lang="zh-CN" altLang="en-US"/>
        </a:p>
      </dgm:t>
    </dgm:pt>
    <dgm:pt modelId="{95A7DDA6-AA3A-43B9-B79C-403CD434C7F3}">
      <dgm:prSet phldrT="[文本]" custT="1"/>
      <dgm:spPr/>
      <dgm:t>
        <a:bodyPr/>
        <a:lstStyle/>
        <a:p>
          <a:r>
            <a:rPr lang="zh-CN" altLang="en-US" sz="1400" b="0" dirty="0">
              <a:latin typeface="华文楷体" pitchFamily="2" charset="-122"/>
              <a:ea typeface="华文楷体" pitchFamily="2" charset="-122"/>
            </a:rPr>
            <a:t>资源共享</a:t>
          </a:r>
        </a:p>
      </dgm:t>
    </dgm:pt>
    <dgm:pt modelId="{0F54FF0F-FC2D-4A60-975B-9D2149848227}" type="parTrans" cxnId="{480A42D0-CDC7-46D3-82FF-BDE25C138D40}">
      <dgm:prSet/>
      <dgm:spPr/>
      <dgm:t>
        <a:bodyPr/>
        <a:lstStyle/>
        <a:p>
          <a:endParaRPr lang="zh-CN" altLang="en-US"/>
        </a:p>
      </dgm:t>
    </dgm:pt>
    <dgm:pt modelId="{CFEFD4F7-6C28-43FA-8892-659355D40940}" type="sibTrans" cxnId="{480A42D0-CDC7-46D3-82FF-BDE25C138D40}">
      <dgm:prSet/>
      <dgm:spPr/>
      <dgm:t>
        <a:bodyPr/>
        <a:lstStyle/>
        <a:p>
          <a:endParaRPr lang="zh-CN" altLang="en-US"/>
        </a:p>
      </dgm:t>
    </dgm:pt>
    <dgm:pt modelId="{4B87FBD7-3841-42B7-85DA-3CE7645B2E93}">
      <dgm:prSet phldrT="[文本]" custT="1"/>
      <dgm:spPr/>
      <dgm:t>
        <a:bodyPr/>
        <a:lstStyle/>
        <a:p>
          <a:r>
            <a:rPr lang="zh-CN" altLang="en-US" sz="1400" b="0" dirty="0">
              <a:latin typeface="华文楷体" pitchFamily="2" charset="-122"/>
              <a:ea typeface="华文楷体" pitchFamily="2" charset="-122"/>
            </a:rPr>
            <a:t>数据通信</a:t>
          </a:r>
        </a:p>
      </dgm:t>
    </dgm:pt>
    <dgm:pt modelId="{675CBA12-EF04-4486-B4A2-040F4071B364}" type="parTrans" cxnId="{51415B93-086A-4D06-AD5F-9865524B65E1}">
      <dgm:prSet/>
      <dgm:spPr/>
      <dgm:t>
        <a:bodyPr/>
        <a:lstStyle/>
        <a:p>
          <a:endParaRPr lang="zh-CN" altLang="en-US"/>
        </a:p>
      </dgm:t>
    </dgm:pt>
    <dgm:pt modelId="{E359CA92-02C7-43E1-AB91-CEB03110680B}" type="sibTrans" cxnId="{51415B93-086A-4D06-AD5F-9865524B65E1}">
      <dgm:prSet/>
      <dgm:spPr/>
      <dgm:t>
        <a:bodyPr/>
        <a:lstStyle/>
        <a:p>
          <a:endParaRPr lang="zh-CN" altLang="en-US"/>
        </a:p>
      </dgm:t>
    </dgm:pt>
    <dgm:pt modelId="{4E9DB603-820A-4C10-9883-1F43E3876884}">
      <dgm:prSet phldrT="[文本]" custT="1"/>
      <dgm:spPr/>
      <dgm:t>
        <a:bodyPr/>
        <a:lstStyle/>
        <a:p>
          <a:r>
            <a:rPr lang="zh-CN" altLang="en-US" sz="1400" b="0" dirty="0">
              <a:latin typeface="华文楷体" pitchFamily="2" charset="-122"/>
              <a:ea typeface="华文楷体" pitchFamily="2" charset="-122"/>
            </a:rPr>
            <a:t>分布式处理</a:t>
          </a:r>
        </a:p>
      </dgm:t>
    </dgm:pt>
    <dgm:pt modelId="{2553EE92-5681-4190-BA57-521C8FE77F44}" type="parTrans" cxnId="{F63356B7-3EEF-44FE-A2D3-55A4045FFA76}">
      <dgm:prSet/>
      <dgm:spPr/>
      <dgm:t>
        <a:bodyPr/>
        <a:lstStyle/>
        <a:p>
          <a:endParaRPr lang="zh-CN" altLang="en-US"/>
        </a:p>
      </dgm:t>
    </dgm:pt>
    <dgm:pt modelId="{5E795AF4-6427-4641-A0D1-6E3BDB225957}" type="sibTrans" cxnId="{F63356B7-3EEF-44FE-A2D3-55A4045FFA76}">
      <dgm:prSet/>
      <dgm:spPr/>
      <dgm:t>
        <a:bodyPr/>
        <a:lstStyle/>
        <a:p>
          <a:endParaRPr lang="zh-CN" altLang="en-US"/>
        </a:p>
      </dgm:t>
    </dgm:pt>
    <dgm:pt modelId="{4AF6A3C5-C468-45BD-AEA1-4D5C08D9E6E1}">
      <dgm:prSet phldrT="[文本]" custT="1"/>
      <dgm:spPr/>
      <dgm:t>
        <a:bodyPr/>
        <a:lstStyle/>
        <a:p>
          <a:r>
            <a:rPr lang="zh-CN" altLang="en-US" sz="1400" b="0" dirty="0">
              <a:latin typeface="华文楷体" pitchFamily="2" charset="-122"/>
              <a:ea typeface="华文楷体" pitchFamily="2" charset="-122"/>
            </a:rPr>
            <a:t>系统的可靠性</a:t>
          </a:r>
        </a:p>
      </dgm:t>
    </dgm:pt>
    <dgm:pt modelId="{67D18F9C-C865-4676-8224-6D5BD2A90B43}" type="parTrans" cxnId="{616F6926-9241-4AF3-A4B0-8BC330392ACF}">
      <dgm:prSet/>
      <dgm:spPr/>
      <dgm:t>
        <a:bodyPr/>
        <a:lstStyle/>
        <a:p>
          <a:endParaRPr lang="zh-CN" altLang="en-US"/>
        </a:p>
      </dgm:t>
    </dgm:pt>
    <dgm:pt modelId="{20769DB8-D1E5-40E0-A810-2609CE64A491}" type="sibTrans" cxnId="{616F6926-9241-4AF3-A4B0-8BC330392ACF}">
      <dgm:prSet/>
      <dgm:spPr/>
      <dgm:t>
        <a:bodyPr/>
        <a:lstStyle/>
        <a:p>
          <a:endParaRPr lang="zh-CN" altLang="en-US"/>
        </a:p>
      </dgm:t>
    </dgm:pt>
    <dgm:pt modelId="{A846C007-08F3-4930-B74B-5A893E7EEE5E}">
      <dgm:prSet phldrT="[文本]" custT="1"/>
      <dgm:spPr/>
      <dgm:t>
        <a:bodyPr/>
        <a:lstStyle/>
        <a:p>
          <a:r>
            <a:rPr lang="zh-CN" altLang="en-US" sz="1400" b="0" dirty="0">
              <a:latin typeface="华文楷体" pitchFamily="2" charset="-122"/>
              <a:ea typeface="华文楷体" pitchFamily="2" charset="-122"/>
            </a:rPr>
            <a:t>综合信息服务</a:t>
          </a:r>
        </a:p>
      </dgm:t>
    </dgm:pt>
    <dgm:pt modelId="{B6A4295D-2B83-478E-AF0E-EBF63401AF32}" type="parTrans" cxnId="{4E4AD0C7-73C6-41E3-B6C3-29236CC8A4E9}">
      <dgm:prSet/>
      <dgm:spPr/>
      <dgm:t>
        <a:bodyPr/>
        <a:lstStyle/>
        <a:p>
          <a:endParaRPr lang="zh-CN" altLang="en-US"/>
        </a:p>
      </dgm:t>
    </dgm:pt>
    <dgm:pt modelId="{9245EDAD-C36E-40CD-86D5-CF247C34A3C7}" type="sibTrans" cxnId="{4E4AD0C7-73C6-41E3-B6C3-29236CC8A4E9}">
      <dgm:prSet/>
      <dgm:spPr/>
      <dgm:t>
        <a:bodyPr/>
        <a:lstStyle/>
        <a:p>
          <a:endParaRPr lang="zh-CN" altLang="en-US"/>
        </a:p>
      </dgm:t>
    </dgm:pt>
    <dgm:pt modelId="{C434651C-4435-469D-8820-0839040614E8}" type="pres">
      <dgm:prSet presAssocID="{640B353F-1F0C-4C4B-B720-AFBB7325AEAD}" presName="Name0" presStyleCnt="0">
        <dgm:presLayoutVars>
          <dgm:chMax val="1"/>
          <dgm:dir/>
          <dgm:animLvl val="ctr"/>
          <dgm:resizeHandles val="exact"/>
        </dgm:presLayoutVars>
      </dgm:prSet>
      <dgm:spPr/>
    </dgm:pt>
    <dgm:pt modelId="{B5CD6CD5-7829-4F70-A07F-7DBD673BC616}" type="pres">
      <dgm:prSet presAssocID="{EF4561A5-25A3-4884-9B61-B3B96B66BA96}" presName="centerShape" presStyleLbl="node0" presStyleIdx="0" presStyleCnt="1"/>
      <dgm:spPr/>
    </dgm:pt>
    <dgm:pt modelId="{CE4A01D9-7DCE-4FD0-9F35-DD6AB13DBA3A}" type="pres">
      <dgm:prSet presAssocID="{0F54FF0F-FC2D-4A60-975B-9D2149848227}" presName="parTrans" presStyleLbl="sibTrans2D1" presStyleIdx="0" presStyleCnt="5"/>
      <dgm:spPr/>
    </dgm:pt>
    <dgm:pt modelId="{09E0D4D6-6DFB-42A3-85B3-340DF43A916C}" type="pres">
      <dgm:prSet presAssocID="{0F54FF0F-FC2D-4A60-975B-9D2149848227}" presName="connectorText" presStyleLbl="sibTrans2D1" presStyleIdx="0" presStyleCnt="5"/>
      <dgm:spPr/>
    </dgm:pt>
    <dgm:pt modelId="{2EF4BD2A-7A07-41C8-8EAF-E147586761CD}" type="pres">
      <dgm:prSet presAssocID="{95A7DDA6-AA3A-43B9-B79C-403CD434C7F3}" presName="node" presStyleLbl="node1" presStyleIdx="0" presStyleCnt="5">
        <dgm:presLayoutVars>
          <dgm:bulletEnabled val="1"/>
        </dgm:presLayoutVars>
      </dgm:prSet>
      <dgm:spPr/>
    </dgm:pt>
    <dgm:pt modelId="{246C08F8-DFDD-40EA-A3EE-081107470DB9}" type="pres">
      <dgm:prSet presAssocID="{675CBA12-EF04-4486-B4A2-040F4071B364}" presName="parTrans" presStyleLbl="sibTrans2D1" presStyleIdx="1" presStyleCnt="5"/>
      <dgm:spPr/>
    </dgm:pt>
    <dgm:pt modelId="{D6840E42-B50E-49D4-A3BC-688D6C4A63F6}" type="pres">
      <dgm:prSet presAssocID="{675CBA12-EF04-4486-B4A2-040F4071B364}" presName="connectorText" presStyleLbl="sibTrans2D1" presStyleIdx="1" presStyleCnt="5"/>
      <dgm:spPr/>
    </dgm:pt>
    <dgm:pt modelId="{2F310307-5F7F-4887-B9B1-039046BA2526}" type="pres">
      <dgm:prSet presAssocID="{4B87FBD7-3841-42B7-85DA-3CE7645B2E93}" presName="node" presStyleLbl="node1" presStyleIdx="1" presStyleCnt="5">
        <dgm:presLayoutVars>
          <dgm:bulletEnabled val="1"/>
        </dgm:presLayoutVars>
      </dgm:prSet>
      <dgm:spPr/>
    </dgm:pt>
    <dgm:pt modelId="{4FEFBD03-63C5-4DF1-A9B9-88332B1C9A59}" type="pres">
      <dgm:prSet presAssocID="{2553EE92-5681-4190-BA57-521C8FE77F44}" presName="parTrans" presStyleLbl="sibTrans2D1" presStyleIdx="2" presStyleCnt="5"/>
      <dgm:spPr/>
    </dgm:pt>
    <dgm:pt modelId="{F74E8A73-2F9E-4F7C-B039-EEB98412B396}" type="pres">
      <dgm:prSet presAssocID="{2553EE92-5681-4190-BA57-521C8FE77F44}" presName="connectorText" presStyleLbl="sibTrans2D1" presStyleIdx="2" presStyleCnt="5"/>
      <dgm:spPr/>
    </dgm:pt>
    <dgm:pt modelId="{1A434CAF-BA76-4E1D-96EB-7F90743A1794}" type="pres">
      <dgm:prSet presAssocID="{4E9DB603-820A-4C10-9883-1F43E3876884}" presName="node" presStyleLbl="node1" presStyleIdx="2" presStyleCnt="5">
        <dgm:presLayoutVars>
          <dgm:bulletEnabled val="1"/>
        </dgm:presLayoutVars>
      </dgm:prSet>
      <dgm:spPr/>
    </dgm:pt>
    <dgm:pt modelId="{398222D1-FE5B-445D-BF1F-81BB3CA1E58C}" type="pres">
      <dgm:prSet presAssocID="{67D18F9C-C865-4676-8224-6D5BD2A90B43}" presName="parTrans" presStyleLbl="sibTrans2D1" presStyleIdx="3" presStyleCnt="5"/>
      <dgm:spPr/>
    </dgm:pt>
    <dgm:pt modelId="{A71C1283-30BE-44CF-909A-FFB6742FDB22}" type="pres">
      <dgm:prSet presAssocID="{67D18F9C-C865-4676-8224-6D5BD2A90B43}" presName="connectorText" presStyleLbl="sibTrans2D1" presStyleIdx="3" presStyleCnt="5"/>
      <dgm:spPr/>
    </dgm:pt>
    <dgm:pt modelId="{7A06C599-9BEE-4F02-B22D-C8FB2FEDA75D}" type="pres">
      <dgm:prSet presAssocID="{4AF6A3C5-C468-45BD-AEA1-4D5C08D9E6E1}" presName="node" presStyleLbl="node1" presStyleIdx="3" presStyleCnt="5">
        <dgm:presLayoutVars>
          <dgm:bulletEnabled val="1"/>
        </dgm:presLayoutVars>
      </dgm:prSet>
      <dgm:spPr/>
    </dgm:pt>
    <dgm:pt modelId="{951BF8C8-DC8F-49E7-97EF-1D036BAAFB40}" type="pres">
      <dgm:prSet presAssocID="{B6A4295D-2B83-478E-AF0E-EBF63401AF32}" presName="parTrans" presStyleLbl="sibTrans2D1" presStyleIdx="4" presStyleCnt="5"/>
      <dgm:spPr/>
    </dgm:pt>
    <dgm:pt modelId="{C715EBA0-70B8-491F-9A3F-C67821FB3D46}" type="pres">
      <dgm:prSet presAssocID="{B6A4295D-2B83-478E-AF0E-EBF63401AF32}" presName="connectorText" presStyleLbl="sibTrans2D1" presStyleIdx="4" presStyleCnt="5"/>
      <dgm:spPr/>
    </dgm:pt>
    <dgm:pt modelId="{4F6A2E8E-C9C0-429F-B20A-AF7795F6F9E8}" type="pres">
      <dgm:prSet presAssocID="{A846C007-08F3-4930-B74B-5A893E7EEE5E}" presName="node" presStyleLbl="node1" presStyleIdx="4" presStyleCnt="5">
        <dgm:presLayoutVars>
          <dgm:bulletEnabled val="1"/>
        </dgm:presLayoutVars>
      </dgm:prSet>
      <dgm:spPr/>
    </dgm:pt>
  </dgm:ptLst>
  <dgm:cxnLst>
    <dgm:cxn modelId="{A67EE621-F0AB-41C8-A150-8742C73CC10F}" type="presOf" srcId="{675CBA12-EF04-4486-B4A2-040F4071B364}" destId="{D6840E42-B50E-49D4-A3BC-688D6C4A63F6}" srcOrd="1" destOrd="0" presId="urn:microsoft.com/office/officeart/2005/8/layout/radial5"/>
    <dgm:cxn modelId="{616F6926-9241-4AF3-A4B0-8BC330392ACF}" srcId="{EF4561A5-25A3-4884-9B61-B3B96B66BA96}" destId="{4AF6A3C5-C468-45BD-AEA1-4D5C08D9E6E1}" srcOrd="3" destOrd="0" parTransId="{67D18F9C-C865-4676-8224-6D5BD2A90B43}" sibTransId="{20769DB8-D1E5-40E0-A810-2609CE64A491}"/>
    <dgm:cxn modelId="{9D04B368-9657-4D07-AEC8-D94B26FD54CE}" type="presOf" srcId="{95A7DDA6-AA3A-43B9-B79C-403CD434C7F3}" destId="{2EF4BD2A-7A07-41C8-8EAF-E147586761CD}" srcOrd="0" destOrd="0" presId="urn:microsoft.com/office/officeart/2005/8/layout/radial5"/>
    <dgm:cxn modelId="{C147F168-C426-4B62-ADF7-B1094CED4CCB}" type="presOf" srcId="{0F54FF0F-FC2D-4A60-975B-9D2149848227}" destId="{09E0D4D6-6DFB-42A3-85B3-340DF43A916C}" srcOrd="1" destOrd="0" presId="urn:microsoft.com/office/officeart/2005/8/layout/radial5"/>
    <dgm:cxn modelId="{5E807E69-FB31-4978-BB00-FD82E10D5131}" type="presOf" srcId="{A846C007-08F3-4930-B74B-5A893E7EEE5E}" destId="{4F6A2E8E-C9C0-429F-B20A-AF7795F6F9E8}" srcOrd="0" destOrd="0" presId="urn:microsoft.com/office/officeart/2005/8/layout/radial5"/>
    <dgm:cxn modelId="{C2174750-C252-4137-8194-CB73FE9A62D8}" type="presOf" srcId="{2553EE92-5681-4190-BA57-521C8FE77F44}" destId="{4FEFBD03-63C5-4DF1-A9B9-88332B1C9A59}" srcOrd="0" destOrd="0" presId="urn:microsoft.com/office/officeart/2005/8/layout/radial5"/>
    <dgm:cxn modelId="{4CED5152-D055-4512-AE8C-017FFFBE65DB}" type="presOf" srcId="{675CBA12-EF04-4486-B4A2-040F4071B364}" destId="{246C08F8-DFDD-40EA-A3EE-081107470DB9}" srcOrd="0" destOrd="0" presId="urn:microsoft.com/office/officeart/2005/8/layout/radial5"/>
    <dgm:cxn modelId="{85748D76-B3F1-4129-AC0E-BC811DC8FA6C}" type="presOf" srcId="{0F54FF0F-FC2D-4A60-975B-9D2149848227}" destId="{CE4A01D9-7DCE-4FD0-9F35-DD6AB13DBA3A}" srcOrd="0" destOrd="0" presId="urn:microsoft.com/office/officeart/2005/8/layout/radial5"/>
    <dgm:cxn modelId="{FDC96A59-B695-4FB2-9C79-A7678FB5AC12}" type="presOf" srcId="{B6A4295D-2B83-478E-AF0E-EBF63401AF32}" destId="{C715EBA0-70B8-491F-9A3F-C67821FB3D46}" srcOrd="1" destOrd="0" presId="urn:microsoft.com/office/officeart/2005/8/layout/radial5"/>
    <dgm:cxn modelId="{B71A118E-55BB-4B42-8415-114904E2084B}" type="presOf" srcId="{2553EE92-5681-4190-BA57-521C8FE77F44}" destId="{F74E8A73-2F9E-4F7C-B039-EEB98412B396}" srcOrd="1" destOrd="0" presId="urn:microsoft.com/office/officeart/2005/8/layout/radial5"/>
    <dgm:cxn modelId="{51415B93-086A-4D06-AD5F-9865524B65E1}" srcId="{EF4561A5-25A3-4884-9B61-B3B96B66BA96}" destId="{4B87FBD7-3841-42B7-85DA-3CE7645B2E93}" srcOrd="1" destOrd="0" parTransId="{675CBA12-EF04-4486-B4A2-040F4071B364}" sibTransId="{E359CA92-02C7-43E1-AB91-CEB03110680B}"/>
    <dgm:cxn modelId="{E802BE9B-BFA2-4833-95B2-C7343BA6EAD0}" type="presOf" srcId="{4AF6A3C5-C468-45BD-AEA1-4D5C08D9E6E1}" destId="{7A06C599-9BEE-4F02-B22D-C8FB2FEDA75D}" srcOrd="0" destOrd="0" presId="urn:microsoft.com/office/officeart/2005/8/layout/radial5"/>
    <dgm:cxn modelId="{38DE0C9F-5551-4DE8-BAC3-0A434C8748E0}" srcId="{640B353F-1F0C-4C4B-B720-AFBB7325AEAD}" destId="{EF4561A5-25A3-4884-9B61-B3B96B66BA96}" srcOrd="0" destOrd="0" parTransId="{28017EF0-1C37-4A9C-B72D-AFE563703156}" sibTransId="{03F6C685-0DA1-4911-B3F3-27FB5416A398}"/>
    <dgm:cxn modelId="{F37857B0-F9EB-4398-87D6-4392C41D1257}" type="presOf" srcId="{B6A4295D-2B83-478E-AF0E-EBF63401AF32}" destId="{951BF8C8-DC8F-49E7-97EF-1D036BAAFB40}" srcOrd="0" destOrd="0" presId="urn:microsoft.com/office/officeart/2005/8/layout/radial5"/>
    <dgm:cxn modelId="{F63356B7-3EEF-44FE-A2D3-55A4045FFA76}" srcId="{EF4561A5-25A3-4884-9B61-B3B96B66BA96}" destId="{4E9DB603-820A-4C10-9883-1F43E3876884}" srcOrd="2" destOrd="0" parTransId="{2553EE92-5681-4190-BA57-521C8FE77F44}" sibTransId="{5E795AF4-6427-4641-A0D1-6E3BDB225957}"/>
    <dgm:cxn modelId="{7A51EEBF-4A63-45F5-A214-254C2A90DFF6}" type="presOf" srcId="{EF4561A5-25A3-4884-9B61-B3B96B66BA96}" destId="{B5CD6CD5-7829-4F70-A07F-7DBD673BC616}" srcOrd="0" destOrd="0" presId="urn:microsoft.com/office/officeart/2005/8/layout/radial5"/>
    <dgm:cxn modelId="{4C4A37C4-214E-44DD-BCE3-BCB2F8BADEB1}" type="presOf" srcId="{640B353F-1F0C-4C4B-B720-AFBB7325AEAD}" destId="{C434651C-4435-469D-8820-0839040614E8}" srcOrd="0" destOrd="0" presId="urn:microsoft.com/office/officeart/2005/8/layout/radial5"/>
    <dgm:cxn modelId="{7D82C2C4-CF94-4423-BF91-2687A969BB25}" type="presOf" srcId="{67D18F9C-C865-4676-8224-6D5BD2A90B43}" destId="{A71C1283-30BE-44CF-909A-FFB6742FDB22}" srcOrd="1" destOrd="0" presId="urn:microsoft.com/office/officeart/2005/8/layout/radial5"/>
    <dgm:cxn modelId="{4E4AD0C7-73C6-41E3-B6C3-29236CC8A4E9}" srcId="{EF4561A5-25A3-4884-9B61-B3B96B66BA96}" destId="{A846C007-08F3-4930-B74B-5A893E7EEE5E}" srcOrd="4" destOrd="0" parTransId="{B6A4295D-2B83-478E-AF0E-EBF63401AF32}" sibTransId="{9245EDAD-C36E-40CD-86D5-CF247C34A3C7}"/>
    <dgm:cxn modelId="{01EAAECD-6E33-4CB2-A208-3A0F0DA5A8C6}" type="presOf" srcId="{67D18F9C-C865-4676-8224-6D5BD2A90B43}" destId="{398222D1-FE5B-445D-BF1F-81BB3CA1E58C}" srcOrd="0" destOrd="0" presId="urn:microsoft.com/office/officeart/2005/8/layout/radial5"/>
    <dgm:cxn modelId="{480A42D0-CDC7-46D3-82FF-BDE25C138D40}" srcId="{EF4561A5-25A3-4884-9B61-B3B96B66BA96}" destId="{95A7DDA6-AA3A-43B9-B79C-403CD434C7F3}" srcOrd="0" destOrd="0" parTransId="{0F54FF0F-FC2D-4A60-975B-9D2149848227}" sibTransId="{CFEFD4F7-6C28-43FA-8892-659355D40940}"/>
    <dgm:cxn modelId="{CA52EAD1-8B3B-4B1E-8055-4865461B239A}" type="presOf" srcId="{4E9DB603-820A-4C10-9883-1F43E3876884}" destId="{1A434CAF-BA76-4E1D-96EB-7F90743A1794}" srcOrd="0" destOrd="0" presId="urn:microsoft.com/office/officeart/2005/8/layout/radial5"/>
    <dgm:cxn modelId="{BEC7B0E5-1524-479B-8575-651A2115070C}" type="presOf" srcId="{4B87FBD7-3841-42B7-85DA-3CE7645B2E93}" destId="{2F310307-5F7F-4887-B9B1-039046BA2526}" srcOrd="0" destOrd="0" presId="urn:microsoft.com/office/officeart/2005/8/layout/radial5"/>
    <dgm:cxn modelId="{FCBF4ACD-5A12-43C8-8DF2-413BFD2C0F21}" type="presParOf" srcId="{C434651C-4435-469D-8820-0839040614E8}" destId="{B5CD6CD5-7829-4F70-A07F-7DBD673BC616}" srcOrd="0" destOrd="0" presId="urn:microsoft.com/office/officeart/2005/8/layout/radial5"/>
    <dgm:cxn modelId="{D5FBEB28-A901-48C4-A846-0417F22F0A9D}" type="presParOf" srcId="{C434651C-4435-469D-8820-0839040614E8}" destId="{CE4A01D9-7DCE-4FD0-9F35-DD6AB13DBA3A}" srcOrd="1" destOrd="0" presId="urn:microsoft.com/office/officeart/2005/8/layout/radial5"/>
    <dgm:cxn modelId="{3B750B62-4C28-479C-AD19-8E3F7CE33A98}" type="presParOf" srcId="{CE4A01D9-7DCE-4FD0-9F35-DD6AB13DBA3A}" destId="{09E0D4D6-6DFB-42A3-85B3-340DF43A916C}" srcOrd="0" destOrd="0" presId="urn:microsoft.com/office/officeart/2005/8/layout/radial5"/>
    <dgm:cxn modelId="{D30F15E3-F552-4C32-8645-76F06D6899C1}" type="presParOf" srcId="{C434651C-4435-469D-8820-0839040614E8}" destId="{2EF4BD2A-7A07-41C8-8EAF-E147586761CD}" srcOrd="2" destOrd="0" presId="urn:microsoft.com/office/officeart/2005/8/layout/radial5"/>
    <dgm:cxn modelId="{EC0D6FAA-5516-4B38-B858-B1B539BA0B83}" type="presParOf" srcId="{C434651C-4435-469D-8820-0839040614E8}" destId="{246C08F8-DFDD-40EA-A3EE-081107470DB9}" srcOrd="3" destOrd="0" presId="urn:microsoft.com/office/officeart/2005/8/layout/radial5"/>
    <dgm:cxn modelId="{9B14C301-3B38-49B3-A8B1-F145286739D2}" type="presParOf" srcId="{246C08F8-DFDD-40EA-A3EE-081107470DB9}" destId="{D6840E42-B50E-49D4-A3BC-688D6C4A63F6}" srcOrd="0" destOrd="0" presId="urn:microsoft.com/office/officeart/2005/8/layout/radial5"/>
    <dgm:cxn modelId="{A7F4D898-74CD-42A3-8AB6-9949E81C26F3}" type="presParOf" srcId="{C434651C-4435-469D-8820-0839040614E8}" destId="{2F310307-5F7F-4887-B9B1-039046BA2526}" srcOrd="4" destOrd="0" presId="urn:microsoft.com/office/officeart/2005/8/layout/radial5"/>
    <dgm:cxn modelId="{54EEE642-98C7-48DE-A60A-E54F4221173F}" type="presParOf" srcId="{C434651C-4435-469D-8820-0839040614E8}" destId="{4FEFBD03-63C5-4DF1-A9B9-88332B1C9A59}" srcOrd="5" destOrd="0" presId="urn:microsoft.com/office/officeart/2005/8/layout/radial5"/>
    <dgm:cxn modelId="{0EDDCC5E-BAE2-4285-9C37-1647F23A22CE}" type="presParOf" srcId="{4FEFBD03-63C5-4DF1-A9B9-88332B1C9A59}" destId="{F74E8A73-2F9E-4F7C-B039-EEB98412B396}" srcOrd="0" destOrd="0" presId="urn:microsoft.com/office/officeart/2005/8/layout/radial5"/>
    <dgm:cxn modelId="{84D923B0-361E-4AC9-9CFB-15490A19A80B}" type="presParOf" srcId="{C434651C-4435-469D-8820-0839040614E8}" destId="{1A434CAF-BA76-4E1D-96EB-7F90743A1794}" srcOrd="6" destOrd="0" presId="urn:microsoft.com/office/officeart/2005/8/layout/radial5"/>
    <dgm:cxn modelId="{8B75B713-8975-4FAE-8C21-5ED8FFA4B85C}" type="presParOf" srcId="{C434651C-4435-469D-8820-0839040614E8}" destId="{398222D1-FE5B-445D-BF1F-81BB3CA1E58C}" srcOrd="7" destOrd="0" presId="urn:microsoft.com/office/officeart/2005/8/layout/radial5"/>
    <dgm:cxn modelId="{D5346AFF-7E74-4A22-A055-B34727061DF9}" type="presParOf" srcId="{398222D1-FE5B-445D-BF1F-81BB3CA1E58C}" destId="{A71C1283-30BE-44CF-909A-FFB6742FDB22}" srcOrd="0" destOrd="0" presId="urn:microsoft.com/office/officeart/2005/8/layout/radial5"/>
    <dgm:cxn modelId="{421FE614-9005-4812-9D8F-B51F3F5845F8}" type="presParOf" srcId="{C434651C-4435-469D-8820-0839040614E8}" destId="{7A06C599-9BEE-4F02-B22D-C8FB2FEDA75D}" srcOrd="8" destOrd="0" presId="urn:microsoft.com/office/officeart/2005/8/layout/radial5"/>
    <dgm:cxn modelId="{C2828674-FA42-48A5-90BD-28C682AAC8B1}" type="presParOf" srcId="{C434651C-4435-469D-8820-0839040614E8}" destId="{951BF8C8-DC8F-49E7-97EF-1D036BAAFB40}" srcOrd="9" destOrd="0" presId="urn:microsoft.com/office/officeart/2005/8/layout/radial5"/>
    <dgm:cxn modelId="{91267BB6-1E81-4277-B628-4F8AB763BB8E}" type="presParOf" srcId="{951BF8C8-DC8F-49E7-97EF-1D036BAAFB40}" destId="{C715EBA0-70B8-491F-9A3F-C67821FB3D46}" srcOrd="0" destOrd="0" presId="urn:microsoft.com/office/officeart/2005/8/layout/radial5"/>
    <dgm:cxn modelId="{3934BEBD-AD34-4AD6-B9B9-1A36F6BE387C}" type="presParOf" srcId="{C434651C-4435-469D-8820-0839040614E8}" destId="{4F6A2E8E-C9C0-429F-B20A-AF7795F6F9E8}" srcOrd="10" destOrd="0" presId="urn:microsoft.com/office/officeart/2005/8/layout/radial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CD6CD5-7829-4F70-A07F-7DBD673BC616}">
      <dsp:nvSpPr>
        <dsp:cNvPr id="0" name=""/>
        <dsp:cNvSpPr/>
      </dsp:nvSpPr>
      <dsp:spPr>
        <a:xfrm>
          <a:off x="2790192" y="1598452"/>
          <a:ext cx="1140361" cy="1140361"/>
        </a:xfrm>
        <a:prstGeom prst="ellipse">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zh-CN" altLang="en-US" sz="1400" b="0" kern="1200" dirty="0">
              <a:latin typeface="华文楷体" pitchFamily="2" charset="-122"/>
              <a:ea typeface="华文楷体" pitchFamily="2" charset="-122"/>
            </a:rPr>
            <a:t>网络的功能</a:t>
          </a:r>
        </a:p>
      </dsp:txBody>
      <dsp:txXfrm>
        <a:off x="2957194" y="1765454"/>
        <a:ext cx="806357" cy="806357"/>
      </dsp:txXfrm>
    </dsp:sp>
    <dsp:sp modelId="{CE4A01D9-7DCE-4FD0-9F35-DD6AB13DBA3A}">
      <dsp:nvSpPr>
        <dsp:cNvPr id="0" name=""/>
        <dsp:cNvSpPr/>
      </dsp:nvSpPr>
      <dsp:spPr>
        <a:xfrm rot="16200000">
          <a:off x="3239615" y="1183581"/>
          <a:ext cx="241515" cy="387722"/>
        </a:xfrm>
        <a:prstGeom prst="rightArrow">
          <a:avLst>
            <a:gd name="adj1" fmla="val 60000"/>
            <a:gd name="adj2" fmla="val 50000"/>
          </a:avLst>
        </a:prstGeom>
        <a:solidFill>
          <a:schemeClr val="accent4">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zh-CN" altLang="en-US" sz="1700" kern="1200"/>
        </a:p>
      </dsp:txBody>
      <dsp:txXfrm>
        <a:off x="3275842" y="1297352"/>
        <a:ext cx="169061" cy="232634"/>
      </dsp:txXfrm>
    </dsp:sp>
    <dsp:sp modelId="{2EF4BD2A-7A07-41C8-8EAF-E147586761CD}">
      <dsp:nvSpPr>
        <dsp:cNvPr id="0" name=""/>
        <dsp:cNvSpPr/>
      </dsp:nvSpPr>
      <dsp:spPr>
        <a:xfrm>
          <a:off x="2790192" y="2401"/>
          <a:ext cx="1140361" cy="1140361"/>
        </a:xfrm>
        <a:prstGeom prst="ellipse">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zh-CN" altLang="en-US" sz="1400" b="0" kern="1200" dirty="0">
              <a:latin typeface="华文楷体" pitchFamily="2" charset="-122"/>
              <a:ea typeface="华文楷体" pitchFamily="2" charset="-122"/>
            </a:rPr>
            <a:t>资源共享</a:t>
          </a:r>
        </a:p>
      </dsp:txBody>
      <dsp:txXfrm>
        <a:off x="2957194" y="169403"/>
        <a:ext cx="806357" cy="806357"/>
      </dsp:txXfrm>
    </dsp:sp>
    <dsp:sp modelId="{246C08F8-DFDD-40EA-A3EE-081107470DB9}">
      <dsp:nvSpPr>
        <dsp:cNvPr id="0" name=""/>
        <dsp:cNvSpPr/>
      </dsp:nvSpPr>
      <dsp:spPr>
        <a:xfrm rot="20520000">
          <a:off x="3992082" y="1730280"/>
          <a:ext cx="241515" cy="387722"/>
        </a:xfrm>
        <a:prstGeom prst="rightArrow">
          <a:avLst>
            <a:gd name="adj1" fmla="val 60000"/>
            <a:gd name="adj2" fmla="val 50000"/>
          </a:avLst>
        </a:prstGeom>
        <a:solidFill>
          <a:schemeClr val="accent4">
            <a:hueOff val="-1116192"/>
            <a:satOff val="6725"/>
            <a:lumOff val="539"/>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zh-CN" altLang="en-US" sz="1700" kern="1200"/>
        </a:p>
      </dsp:txBody>
      <dsp:txXfrm>
        <a:off x="3993855" y="1819019"/>
        <a:ext cx="169061" cy="232634"/>
      </dsp:txXfrm>
    </dsp:sp>
    <dsp:sp modelId="{2F310307-5F7F-4887-B9B1-039046BA2526}">
      <dsp:nvSpPr>
        <dsp:cNvPr id="0" name=""/>
        <dsp:cNvSpPr/>
      </dsp:nvSpPr>
      <dsp:spPr>
        <a:xfrm>
          <a:off x="4308127" y="1105245"/>
          <a:ext cx="1140361" cy="1140361"/>
        </a:xfrm>
        <a:prstGeom prst="ellipse">
          <a:avLst/>
        </a:prstGeom>
        <a:gradFill rotWithShape="0">
          <a:gsLst>
            <a:gs pos="0">
              <a:schemeClr val="accent4">
                <a:hueOff val="-1116192"/>
                <a:satOff val="6725"/>
                <a:lumOff val="539"/>
                <a:alphaOff val="0"/>
                <a:shade val="51000"/>
                <a:satMod val="130000"/>
              </a:schemeClr>
            </a:gs>
            <a:gs pos="80000">
              <a:schemeClr val="accent4">
                <a:hueOff val="-1116192"/>
                <a:satOff val="6725"/>
                <a:lumOff val="539"/>
                <a:alphaOff val="0"/>
                <a:shade val="93000"/>
                <a:satMod val="130000"/>
              </a:schemeClr>
            </a:gs>
            <a:gs pos="100000">
              <a:schemeClr val="accent4">
                <a:hueOff val="-1116192"/>
                <a:satOff val="6725"/>
                <a:lumOff val="539"/>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zh-CN" altLang="en-US" sz="1400" b="0" kern="1200" dirty="0">
              <a:latin typeface="华文楷体" pitchFamily="2" charset="-122"/>
              <a:ea typeface="华文楷体" pitchFamily="2" charset="-122"/>
            </a:rPr>
            <a:t>数据通信</a:t>
          </a:r>
        </a:p>
      </dsp:txBody>
      <dsp:txXfrm>
        <a:off x="4475129" y="1272247"/>
        <a:ext cx="806357" cy="806357"/>
      </dsp:txXfrm>
    </dsp:sp>
    <dsp:sp modelId="{4FEFBD03-63C5-4DF1-A9B9-88332B1C9A59}">
      <dsp:nvSpPr>
        <dsp:cNvPr id="0" name=""/>
        <dsp:cNvSpPr/>
      </dsp:nvSpPr>
      <dsp:spPr>
        <a:xfrm rot="3240000">
          <a:off x="3704665" y="2614858"/>
          <a:ext cx="241515" cy="387722"/>
        </a:xfrm>
        <a:prstGeom prst="rightArrow">
          <a:avLst>
            <a:gd name="adj1" fmla="val 60000"/>
            <a:gd name="adj2" fmla="val 50000"/>
          </a:avLst>
        </a:prstGeom>
        <a:solidFill>
          <a:schemeClr val="accent4">
            <a:hueOff val="-2232385"/>
            <a:satOff val="13449"/>
            <a:lumOff val="1078"/>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zh-CN" altLang="en-US" sz="1700" kern="1200"/>
        </a:p>
      </dsp:txBody>
      <dsp:txXfrm>
        <a:off x="3719598" y="2663094"/>
        <a:ext cx="169061" cy="232634"/>
      </dsp:txXfrm>
    </dsp:sp>
    <dsp:sp modelId="{1A434CAF-BA76-4E1D-96EB-7F90743A1794}">
      <dsp:nvSpPr>
        <dsp:cNvPr id="0" name=""/>
        <dsp:cNvSpPr/>
      </dsp:nvSpPr>
      <dsp:spPr>
        <a:xfrm>
          <a:off x="3728328" y="2889685"/>
          <a:ext cx="1140361" cy="1140361"/>
        </a:xfrm>
        <a:prstGeom prst="ellipse">
          <a:avLst/>
        </a:prstGeom>
        <a:gradFill rotWithShape="0">
          <a:gsLst>
            <a:gs pos="0">
              <a:schemeClr val="accent4">
                <a:hueOff val="-2232385"/>
                <a:satOff val="13449"/>
                <a:lumOff val="1078"/>
                <a:alphaOff val="0"/>
                <a:shade val="51000"/>
                <a:satMod val="130000"/>
              </a:schemeClr>
            </a:gs>
            <a:gs pos="80000">
              <a:schemeClr val="accent4">
                <a:hueOff val="-2232385"/>
                <a:satOff val="13449"/>
                <a:lumOff val="1078"/>
                <a:alphaOff val="0"/>
                <a:shade val="93000"/>
                <a:satMod val="130000"/>
              </a:schemeClr>
            </a:gs>
            <a:gs pos="100000">
              <a:schemeClr val="accent4">
                <a:hueOff val="-2232385"/>
                <a:satOff val="13449"/>
                <a:lumOff val="1078"/>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zh-CN" altLang="en-US" sz="1400" b="0" kern="1200" dirty="0">
              <a:latin typeface="华文楷体" pitchFamily="2" charset="-122"/>
              <a:ea typeface="华文楷体" pitchFamily="2" charset="-122"/>
            </a:rPr>
            <a:t>分布式处理</a:t>
          </a:r>
        </a:p>
      </dsp:txBody>
      <dsp:txXfrm>
        <a:off x="3895330" y="3056687"/>
        <a:ext cx="806357" cy="806357"/>
      </dsp:txXfrm>
    </dsp:sp>
    <dsp:sp modelId="{398222D1-FE5B-445D-BF1F-81BB3CA1E58C}">
      <dsp:nvSpPr>
        <dsp:cNvPr id="0" name=""/>
        <dsp:cNvSpPr/>
      </dsp:nvSpPr>
      <dsp:spPr>
        <a:xfrm rot="7560000">
          <a:off x="2774565" y="2614858"/>
          <a:ext cx="241515" cy="387722"/>
        </a:xfrm>
        <a:prstGeom prst="rightArrow">
          <a:avLst>
            <a:gd name="adj1" fmla="val 60000"/>
            <a:gd name="adj2" fmla="val 50000"/>
          </a:avLst>
        </a:prstGeom>
        <a:solidFill>
          <a:schemeClr val="accent4">
            <a:hueOff val="-3348577"/>
            <a:satOff val="20174"/>
            <a:lumOff val="1617"/>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zh-CN" altLang="en-US" sz="1700" kern="1200"/>
        </a:p>
      </dsp:txBody>
      <dsp:txXfrm rot="10800000">
        <a:off x="2832086" y="2663094"/>
        <a:ext cx="169061" cy="232634"/>
      </dsp:txXfrm>
    </dsp:sp>
    <dsp:sp modelId="{7A06C599-9BEE-4F02-B22D-C8FB2FEDA75D}">
      <dsp:nvSpPr>
        <dsp:cNvPr id="0" name=""/>
        <dsp:cNvSpPr/>
      </dsp:nvSpPr>
      <dsp:spPr>
        <a:xfrm>
          <a:off x="1852057" y="2889685"/>
          <a:ext cx="1140361" cy="1140361"/>
        </a:xfrm>
        <a:prstGeom prst="ellipse">
          <a:avLst/>
        </a:prstGeom>
        <a:gradFill rotWithShape="0">
          <a:gsLst>
            <a:gs pos="0">
              <a:schemeClr val="accent4">
                <a:hueOff val="-3348577"/>
                <a:satOff val="20174"/>
                <a:lumOff val="1617"/>
                <a:alphaOff val="0"/>
                <a:shade val="51000"/>
                <a:satMod val="130000"/>
              </a:schemeClr>
            </a:gs>
            <a:gs pos="80000">
              <a:schemeClr val="accent4">
                <a:hueOff val="-3348577"/>
                <a:satOff val="20174"/>
                <a:lumOff val="1617"/>
                <a:alphaOff val="0"/>
                <a:shade val="93000"/>
                <a:satMod val="130000"/>
              </a:schemeClr>
            </a:gs>
            <a:gs pos="100000">
              <a:schemeClr val="accent4">
                <a:hueOff val="-3348577"/>
                <a:satOff val="20174"/>
                <a:lumOff val="1617"/>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zh-CN" altLang="en-US" sz="1400" b="0" kern="1200" dirty="0">
              <a:latin typeface="华文楷体" pitchFamily="2" charset="-122"/>
              <a:ea typeface="华文楷体" pitchFamily="2" charset="-122"/>
            </a:rPr>
            <a:t>系统的可靠性</a:t>
          </a:r>
        </a:p>
      </dsp:txBody>
      <dsp:txXfrm>
        <a:off x="2019059" y="3056687"/>
        <a:ext cx="806357" cy="806357"/>
      </dsp:txXfrm>
    </dsp:sp>
    <dsp:sp modelId="{951BF8C8-DC8F-49E7-97EF-1D036BAAFB40}">
      <dsp:nvSpPr>
        <dsp:cNvPr id="0" name=""/>
        <dsp:cNvSpPr/>
      </dsp:nvSpPr>
      <dsp:spPr>
        <a:xfrm rot="11880000">
          <a:off x="2487148" y="1730280"/>
          <a:ext cx="241515" cy="387722"/>
        </a:xfrm>
        <a:prstGeom prst="rightArrow">
          <a:avLst>
            <a:gd name="adj1" fmla="val 60000"/>
            <a:gd name="adj2" fmla="val 50000"/>
          </a:avLst>
        </a:prstGeom>
        <a:solidFill>
          <a:schemeClr val="accent4">
            <a:hueOff val="-4464770"/>
            <a:satOff val="26899"/>
            <a:lumOff val="2156"/>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zh-CN" altLang="en-US" sz="1700" kern="1200"/>
        </a:p>
      </dsp:txBody>
      <dsp:txXfrm rot="10800000">
        <a:off x="2557829" y="1819019"/>
        <a:ext cx="169061" cy="232634"/>
      </dsp:txXfrm>
    </dsp:sp>
    <dsp:sp modelId="{4F6A2E8E-C9C0-429F-B20A-AF7795F6F9E8}">
      <dsp:nvSpPr>
        <dsp:cNvPr id="0" name=""/>
        <dsp:cNvSpPr/>
      </dsp:nvSpPr>
      <dsp:spPr>
        <a:xfrm>
          <a:off x="1272257" y="1105245"/>
          <a:ext cx="1140361" cy="1140361"/>
        </a:xfrm>
        <a:prstGeom prst="ellipse">
          <a:avLst/>
        </a:prstGeom>
        <a:gradFill rotWithShape="0">
          <a:gsLst>
            <a:gs pos="0">
              <a:schemeClr val="accent4">
                <a:hueOff val="-4464770"/>
                <a:satOff val="26899"/>
                <a:lumOff val="2156"/>
                <a:alphaOff val="0"/>
                <a:shade val="51000"/>
                <a:satMod val="130000"/>
              </a:schemeClr>
            </a:gs>
            <a:gs pos="80000">
              <a:schemeClr val="accent4">
                <a:hueOff val="-4464770"/>
                <a:satOff val="26899"/>
                <a:lumOff val="2156"/>
                <a:alphaOff val="0"/>
                <a:shade val="93000"/>
                <a:satMod val="130000"/>
              </a:schemeClr>
            </a:gs>
            <a:gs pos="100000">
              <a:schemeClr val="accent4">
                <a:hueOff val="-4464770"/>
                <a:satOff val="26899"/>
                <a:lumOff val="2156"/>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zh-CN" altLang="en-US" sz="1400" b="0" kern="1200" dirty="0">
              <a:latin typeface="华文楷体" pitchFamily="2" charset="-122"/>
              <a:ea typeface="华文楷体" pitchFamily="2" charset="-122"/>
            </a:rPr>
            <a:t>综合信息服务</a:t>
          </a:r>
        </a:p>
      </dsp:txBody>
      <dsp:txXfrm>
        <a:off x="1439259" y="1272247"/>
        <a:ext cx="806357" cy="806357"/>
      </dsp:txXfrm>
    </dsp:sp>
  </dsp:spTree>
</dsp:drawing>
</file>

<file path=ppt/diagrams/layout1.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01AB5E9A-CBFC-67FC-49F2-FD96B6BC222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F94A6E9F-26DE-E0AA-7E70-D42E366E6DC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C1F8C96-C84E-4991-B653-754E6670E9BB}" type="datetimeFigureOut">
              <a:rPr lang="zh-CN" altLang="en-US" smtClean="0"/>
              <a:t>2024/12/11</a:t>
            </a:fld>
            <a:endParaRPr lang="zh-CN" altLang="en-US"/>
          </a:p>
        </p:txBody>
      </p:sp>
      <p:sp>
        <p:nvSpPr>
          <p:cNvPr id="4" name="页脚占位符 3">
            <a:extLst>
              <a:ext uri="{FF2B5EF4-FFF2-40B4-BE49-F238E27FC236}">
                <a16:creationId xmlns:a16="http://schemas.microsoft.com/office/drawing/2014/main" id="{683A63FD-69E6-5F4A-9A71-ED0673F47A1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E0EE3B3B-3680-85F6-6214-CA3A6E6382B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B6192DE-76F3-439D-B2AD-FDAE705A6C95}" type="slidenum">
              <a:rPr lang="zh-CN" altLang="en-US" smtClean="0"/>
              <a:t>‹#›</a:t>
            </a:fld>
            <a:endParaRPr lang="zh-CN" altLang="en-US"/>
          </a:p>
        </p:txBody>
      </p:sp>
    </p:spTree>
    <p:extLst>
      <p:ext uri="{BB962C8B-B14F-4D97-AF65-F5344CB8AC3E}">
        <p14:creationId xmlns:p14="http://schemas.microsoft.com/office/powerpoint/2010/main" val="17177208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C5B4B0-65D4-4E33-8144-61AC5D25D1E9}" type="datetimeFigureOut">
              <a:rPr lang="zh-CN" altLang="en-US" smtClean="0"/>
              <a:pPr/>
              <a:t>2024/12/11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DD49BE-BF5F-4C11-9ED4-DFF65B4717AF}" type="slidenum">
              <a:rPr lang="zh-CN" altLang="en-US" smtClean="0"/>
              <a:pPr/>
              <a:t>‹#›</a:t>
            </a:fld>
            <a:endParaRPr lang="zh-CN" altLang="en-US"/>
          </a:p>
        </p:txBody>
      </p:sp>
    </p:spTree>
    <p:extLst>
      <p:ext uri="{BB962C8B-B14F-4D97-AF65-F5344CB8AC3E}">
        <p14:creationId xmlns:p14="http://schemas.microsoft.com/office/powerpoint/2010/main" val="28315654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1BFC72-B13C-45D1-A277-D4138B7E509D}"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1BFC72-B13C-45D1-A277-D4138B7E509D}"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1BFC72-B13C-45D1-A277-D4138B7E509D}"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1BFC72-B13C-45D1-A277-D4138B7E509D}"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1BFC72-B13C-45D1-A277-D4138B7E509D}"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1BFC72-B13C-45D1-A277-D4138B7E509D}"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1BFC72-B13C-45D1-A277-D4138B7E509D}"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1BFC72-B13C-45D1-A277-D4138B7E509D}"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1BFC72-B13C-45D1-A277-D4138B7E509D}"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1BFC72-B13C-45D1-A277-D4138B7E509D}"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1BFC72-B13C-45D1-A277-D4138B7E509D}"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1BFC72-B13C-45D1-A277-D4138B7E509D}"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1BFC72-B13C-45D1-A277-D4138B7E509D}"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1BFC72-B13C-45D1-A277-D4138B7E509D}"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1BFC72-B13C-45D1-A277-D4138B7E509D}"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1BFC72-B13C-45D1-A277-D4138B7E509D}"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1BFC72-B13C-45D1-A277-D4138B7E509D}"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1BFC72-B13C-45D1-A277-D4138B7E509D}"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64</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1BFC72-B13C-45D1-A277-D4138B7E509D}"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66</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1BFC72-B13C-45D1-A277-D4138B7E509D}"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67</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1BFC72-B13C-45D1-A277-D4138B7E509D}"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69</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1BFC72-B13C-45D1-A277-D4138B7E509D}"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1BFC72-B13C-45D1-A277-D4138B7E509D}"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1BFC72-B13C-45D1-A277-D4138B7E509D}"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74</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1BFC72-B13C-45D1-A277-D4138B7E509D}"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75</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1BFC72-B13C-45D1-A277-D4138B7E509D}"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76</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1BFC72-B13C-45D1-A277-D4138B7E509D}"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77</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1BFC72-B13C-45D1-A277-D4138B7E509D}"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79</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1BFC72-B13C-45D1-A277-D4138B7E509D}"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1BFC72-B13C-45D1-A277-D4138B7E509D}"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1BFC72-B13C-45D1-A277-D4138B7E509D}"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83</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1BFC72-B13C-45D1-A277-D4138B7E509D}"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84</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1BFC72-B13C-45D1-A277-D4138B7E509D}"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85</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Master" Target="../slideMasters/slideMaster2.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Layouts/_rels/slideLayout1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4.png"/><Relationship Id="rId1" Type="http://schemas.openxmlformats.org/officeDocument/2006/relationships/slideMaster" Target="../slideMasters/slideMaster3.xml"/><Relationship Id="rId5" Type="http://schemas.microsoft.com/office/2007/relationships/hdphoto" Target="../media/hdphoto3.wdp"/><Relationship Id="rId4" Type="http://schemas.openxmlformats.org/officeDocument/2006/relationships/image" Target="../media/image17.jpe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0C325A4A-BAED-4624-90D1-88F38BD6F015}" type="datetimeFigureOut">
              <a:rPr lang="zh-CN" altLang="en-US" smtClean="0"/>
              <a:pPr/>
              <a:t>2024/12/11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2BD1F3D-25D0-41EF-98EA-A8204D8B08F6}" type="slidenum">
              <a:rPr lang="zh-CN" altLang="en-US" smtClean="0"/>
              <a:pPr/>
              <a:t>‹#›</a:t>
            </a:fld>
            <a:endParaRPr lang="zh-CN" altLang="en-US"/>
          </a:p>
        </p:txBody>
      </p:sp>
    </p:spTree>
    <p:extLst>
      <p:ext uri="{BB962C8B-B14F-4D97-AF65-F5344CB8AC3E}">
        <p14:creationId xmlns:p14="http://schemas.microsoft.com/office/powerpoint/2010/main" val="27189104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0C325A4A-BAED-4624-90D1-88F38BD6F015}" type="datetimeFigureOut">
              <a:rPr lang="zh-CN" altLang="en-US" smtClean="0"/>
              <a:pPr/>
              <a:t>2024/12/11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2BD1F3D-25D0-41EF-98EA-A8204D8B08F6}" type="slidenum">
              <a:rPr lang="zh-CN" altLang="en-US" smtClean="0"/>
              <a:pPr/>
              <a:t>‹#›</a:t>
            </a:fld>
            <a:endParaRPr lang="zh-CN" altLang="en-US"/>
          </a:p>
        </p:txBody>
      </p:sp>
    </p:spTree>
    <p:extLst>
      <p:ext uri="{BB962C8B-B14F-4D97-AF65-F5344CB8AC3E}">
        <p14:creationId xmlns:p14="http://schemas.microsoft.com/office/powerpoint/2010/main" val="6454480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0C325A4A-BAED-4624-90D1-88F38BD6F015}" type="datetimeFigureOut">
              <a:rPr lang="zh-CN" altLang="en-US" smtClean="0"/>
              <a:pPr/>
              <a:t>2024/12/11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2BD1F3D-25D0-41EF-98EA-A8204D8B08F6}" type="slidenum">
              <a:rPr lang="zh-CN" altLang="en-US" smtClean="0"/>
              <a:pPr/>
              <a:t>‹#›</a:t>
            </a:fld>
            <a:endParaRPr lang="zh-CN" altLang="en-US"/>
          </a:p>
        </p:txBody>
      </p:sp>
    </p:spTree>
    <p:extLst>
      <p:ext uri="{BB962C8B-B14F-4D97-AF65-F5344CB8AC3E}">
        <p14:creationId xmlns:p14="http://schemas.microsoft.com/office/powerpoint/2010/main" val="21048205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0C325A4A-BAED-4624-90D1-88F38BD6F015}" type="datetimeFigureOut">
              <a:rPr lang="zh-CN" altLang="en-US" smtClean="0"/>
              <a:pPr/>
              <a:t>2024/12/11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2BD1F3D-25D0-41EF-98EA-A8204D8B08F6}" type="slidenum">
              <a:rPr lang="zh-CN" altLang="en-US" smtClean="0"/>
              <a:pPr/>
              <a:t>‹#›</a:t>
            </a:fld>
            <a:endParaRPr lang="zh-CN" altLang="en-US"/>
          </a:p>
        </p:txBody>
      </p:sp>
    </p:spTree>
    <p:extLst>
      <p:ext uri="{BB962C8B-B14F-4D97-AF65-F5344CB8AC3E}">
        <p14:creationId xmlns:p14="http://schemas.microsoft.com/office/powerpoint/2010/main" val="22666094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0C325A4A-BAED-4624-90D1-88F38BD6F015}" type="datetimeFigureOut">
              <a:rPr lang="zh-CN" altLang="en-US" smtClean="0"/>
              <a:pPr/>
              <a:t>2024/12/11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C2BD1F3D-25D0-41EF-98EA-A8204D8B08F6}" type="slidenum">
              <a:rPr lang="zh-CN" altLang="en-US" smtClean="0"/>
              <a:pPr/>
              <a:t>‹#›</a:t>
            </a:fld>
            <a:endParaRPr lang="zh-CN" altLang="en-US"/>
          </a:p>
        </p:txBody>
      </p:sp>
    </p:spTree>
    <p:extLst>
      <p:ext uri="{BB962C8B-B14F-4D97-AF65-F5344CB8AC3E}">
        <p14:creationId xmlns:p14="http://schemas.microsoft.com/office/powerpoint/2010/main" val="6091206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C325A4A-BAED-4624-90D1-88F38BD6F015}" type="datetimeFigureOut">
              <a:rPr lang="zh-CN" altLang="en-US" smtClean="0"/>
              <a:pPr/>
              <a:t>2024/12/11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C2BD1F3D-25D0-41EF-98EA-A8204D8B08F6}" type="slidenum">
              <a:rPr lang="zh-CN" altLang="en-US" smtClean="0"/>
              <a:pPr/>
              <a:t>‹#›</a:t>
            </a:fld>
            <a:endParaRPr lang="zh-CN" altLang="en-US"/>
          </a:p>
        </p:txBody>
      </p:sp>
    </p:spTree>
    <p:extLst>
      <p:ext uri="{BB962C8B-B14F-4D97-AF65-F5344CB8AC3E}">
        <p14:creationId xmlns:p14="http://schemas.microsoft.com/office/powerpoint/2010/main" val="33208835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C325A4A-BAED-4624-90D1-88F38BD6F015}" type="datetimeFigureOut">
              <a:rPr lang="zh-CN" altLang="en-US" smtClean="0"/>
              <a:pPr/>
              <a:t>2024/12/11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C2BD1F3D-25D0-41EF-98EA-A8204D8B08F6}" type="slidenum">
              <a:rPr lang="zh-CN" altLang="en-US" smtClean="0"/>
              <a:pPr/>
              <a:t>‹#›</a:t>
            </a:fld>
            <a:endParaRPr lang="zh-CN" altLang="en-US"/>
          </a:p>
        </p:txBody>
      </p:sp>
    </p:spTree>
    <p:extLst>
      <p:ext uri="{BB962C8B-B14F-4D97-AF65-F5344CB8AC3E}">
        <p14:creationId xmlns:p14="http://schemas.microsoft.com/office/powerpoint/2010/main" val="31635453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0C325A4A-BAED-4624-90D1-88F38BD6F015}" type="datetimeFigureOut">
              <a:rPr lang="zh-CN" altLang="en-US" smtClean="0"/>
              <a:pPr/>
              <a:t>2024/12/11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2BD1F3D-25D0-41EF-98EA-A8204D8B08F6}" type="slidenum">
              <a:rPr lang="zh-CN" altLang="en-US" smtClean="0"/>
              <a:pPr/>
              <a:t>‹#›</a:t>
            </a:fld>
            <a:endParaRPr lang="zh-CN" altLang="en-US"/>
          </a:p>
        </p:txBody>
      </p:sp>
    </p:spTree>
    <p:extLst>
      <p:ext uri="{BB962C8B-B14F-4D97-AF65-F5344CB8AC3E}">
        <p14:creationId xmlns:p14="http://schemas.microsoft.com/office/powerpoint/2010/main" val="33570064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0C325A4A-BAED-4624-90D1-88F38BD6F015}" type="datetimeFigureOut">
              <a:rPr lang="zh-CN" altLang="en-US" smtClean="0"/>
              <a:pPr/>
              <a:t>2024/12/11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2BD1F3D-25D0-41EF-98EA-A8204D8B08F6}" type="slidenum">
              <a:rPr lang="zh-CN" altLang="en-US" smtClean="0"/>
              <a:pPr/>
              <a:t>‹#›</a:t>
            </a:fld>
            <a:endParaRPr lang="zh-CN" altLang="en-US"/>
          </a:p>
        </p:txBody>
      </p:sp>
    </p:spTree>
    <p:extLst>
      <p:ext uri="{BB962C8B-B14F-4D97-AF65-F5344CB8AC3E}">
        <p14:creationId xmlns:p14="http://schemas.microsoft.com/office/powerpoint/2010/main" val="24460056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0C325A4A-BAED-4624-90D1-88F38BD6F015}" type="datetimeFigureOut">
              <a:rPr lang="zh-CN" altLang="en-US" smtClean="0"/>
              <a:pPr/>
              <a:t>2024/12/11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2BD1F3D-25D0-41EF-98EA-A8204D8B08F6}" type="slidenum">
              <a:rPr lang="zh-CN" altLang="en-US" smtClean="0"/>
              <a:pPr/>
              <a:t>‹#›</a:t>
            </a:fld>
            <a:endParaRPr lang="zh-CN" altLang="en-US"/>
          </a:p>
        </p:txBody>
      </p:sp>
    </p:spTree>
    <p:extLst>
      <p:ext uri="{BB962C8B-B14F-4D97-AF65-F5344CB8AC3E}">
        <p14:creationId xmlns:p14="http://schemas.microsoft.com/office/powerpoint/2010/main" val="4538500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0C325A4A-BAED-4624-90D1-88F38BD6F015}" type="datetimeFigureOut">
              <a:rPr lang="zh-CN" altLang="en-US" smtClean="0"/>
              <a:pPr/>
              <a:t>2024/12/11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2BD1F3D-25D0-41EF-98EA-A8204D8B08F6}" type="slidenum">
              <a:rPr lang="zh-CN" altLang="en-US" smtClean="0"/>
              <a:pPr/>
              <a:t>‹#›</a:t>
            </a:fld>
            <a:endParaRPr lang="zh-CN" altLang="en-US"/>
          </a:p>
        </p:txBody>
      </p:sp>
    </p:spTree>
    <p:extLst>
      <p:ext uri="{BB962C8B-B14F-4D97-AF65-F5344CB8AC3E}">
        <p14:creationId xmlns:p14="http://schemas.microsoft.com/office/powerpoint/2010/main" val="18329812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701734" y="21266"/>
            <a:ext cx="10111563" cy="512177"/>
          </a:xfrm>
          <a:prstGeom prst="rect">
            <a:avLst/>
          </a:prstGeom>
        </p:spPr>
        <p:txBody>
          <a:bodyPr/>
          <a:lstStyle>
            <a:lvl1pPr algn="l">
              <a:defRPr sz="2400">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idx="1"/>
          </p:nvPr>
        </p:nvSpPr>
        <p:spPr>
          <a:xfrm>
            <a:off x="382771" y="627322"/>
            <a:ext cx="11557591" cy="5996762"/>
          </a:xfrm>
        </p:spPr>
        <p:txBody>
          <a:bodyPr/>
          <a:lstStyle>
            <a:lvl1pPr marL="360000" indent="-360000">
              <a:lnSpc>
                <a:spcPct val="100000"/>
              </a:lnSpc>
              <a:spcBef>
                <a:spcPts val="50"/>
              </a:spcBef>
              <a:buClr>
                <a:srgbClr val="003399"/>
              </a:buClr>
              <a:buSzPct val="101000"/>
              <a:buFont typeface="Arial" panose="020B0604020202020204" pitchFamily="34" charset="0"/>
              <a:buChar char="•"/>
              <a:defRPr sz="2800">
                <a:solidFill>
                  <a:srgbClr val="003399"/>
                </a:solidFill>
                <a:latin typeface="Times New Roman" panose="02020603050405020304" pitchFamily="18" charset="0"/>
                <a:ea typeface="微软雅黑" panose="020B0503020204020204" pitchFamily="34" charset="-122"/>
                <a:cs typeface="Times New Roman" panose="02020603050405020304" pitchFamily="18" charset="0"/>
              </a:defRPr>
            </a:lvl1pPr>
            <a:lvl2pPr marL="360000" indent="-360000">
              <a:lnSpc>
                <a:spcPct val="100000"/>
              </a:lnSpc>
              <a:spcBef>
                <a:spcPts val="50"/>
              </a:spcBef>
              <a:buFont typeface="Arial" panose="020B0604020202020204" pitchFamily="34" charset="0"/>
              <a:buChar char="•"/>
              <a:defRPr lang="zh-CN" altLang="en-US" sz="2400" kern="1200">
                <a:solidFill>
                  <a:srgbClr val="003399"/>
                </a:solidFill>
                <a:latin typeface="微软雅黑" panose="020B0503020204020204" pitchFamily="34" charset="-122"/>
                <a:ea typeface="微软雅黑" panose="020B0503020204020204" pitchFamily="34" charset="-122"/>
                <a:cs typeface="Times New Roman" panose="02020603050405020304" pitchFamily="18" charset="0"/>
              </a:defRPr>
            </a:lvl2pPr>
            <a:lvl3pPr marL="720000" marR="0" indent="-360000" algn="l" defTabSz="914400" rtl="0" eaLnBrk="1" fontAlgn="auto" latinLnBrk="0" hangingPunct="1">
              <a:lnSpc>
                <a:spcPct val="100000"/>
              </a:lnSpc>
              <a:spcBef>
                <a:spcPts val="50"/>
              </a:spcBef>
              <a:spcAft>
                <a:spcPts val="0"/>
              </a:spcAft>
              <a:buClrTx/>
              <a:buSzTx/>
              <a:buFont typeface="Arial" panose="020B0604020202020204" pitchFamily="34" charset="0"/>
              <a:buChar char="•"/>
              <a:tabLst/>
              <a:defRPr lang="en-US" altLang="zh-CN" sz="2200" smtClean="0">
                <a:solidFill>
                  <a:srgbClr val="003399"/>
                </a:solidFill>
                <a:latin typeface="微软雅黑" panose="020B0503020204020204" pitchFamily="34" charset="-122"/>
                <a:ea typeface="微软雅黑" panose="020B0503020204020204" pitchFamily="34" charset="-122"/>
              </a:defRPr>
            </a:lvl3pPr>
            <a:lvl4pPr marL="742950" indent="-285750">
              <a:buFont typeface="Arial" panose="020B0604020202020204" pitchFamily="34" charset="0"/>
              <a:buChar char="•"/>
              <a:defRPr sz="1800">
                <a:solidFill>
                  <a:srgbClr val="003399"/>
                </a:solidFill>
                <a:latin typeface="微软雅黑" panose="020B0503020204020204" pitchFamily="34" charset="-122"/>
                <a:ea typeface="微软雅黑" panose="020B0503020204020204" pitchFamily="34" charset="-122"/>
              </a:defRPr>
            </a:lvl4pPr>
            <a:lvl5pPr marL="1080000" indent="-360000">
              <a:spcBef>
                <a:spcPts val="50"/>
              </a:spcBef>
              <a:buFont typeface="Arial" panose="020B0604020202020204" pitchFamily="34" charset="0"/>
              <a:buChar char="•"/>
              <a:defRPr sz="1800">
                <a:solidFill>
                  <a:srgbClr val="003399"/>
                </a:solidFill>
                <a:latin typeface="微软雅黑" panose="020B0503020204020204" pitchFamily="34" charset="-122"/>
                <a:ea typeface="微软雅黑" panose="020B0503020204020204" pitchFamily="34" charset="-122"/>
                <a:cs typeface="Times New Roman" panose="02020603050405020304" pitchFamily="18" charset="0"/>
              </a:defRPr>
            </a:lvl5pPr>
            <a:lvl6pPr marL="720000" indent="-360000">
              <a:spcBef>
                <a:spcPts val="50"/>
              </a:spcBef>
              <a:defRPr sz="1800">
                <a:solidFill>
                  <a:srgbClr val="003399"/>
                </a:solidFill>
                <a:latin typeface="微软雅黑" panose="020B0503020204020204" pitchFamily="34" charset="-122"/>
                <a:ea typeface="微软雅黑" panose="020B0503020204020204" pitchFamily="34" charset="-122"/>
              </a:defRPr>
            </a:lvl6pPr>
          </a:lstStyle>
          <a:p>
            <a:pPr lvl="0"/>
            <a:r>
              <a:rPr lang="zh-CN" altLang="en-US"/>
              <a:t>单击此处编辑母版文本样式</a:t>
            </a:r>
          </a:p>
          <a:p>
            <a:pPr lvl="1"/>
            <a:r>
              <a:rPr lang="zh-CN" altLang="en-US"/>
              <a:t>第二级</a:t>
            </a:r>
          </a:p>
          <a:p>
            <a:pPr lvl="2"/>
            <a:r>
              <a:rPr lang="zh-CN" altLang="en-US"/>
              <a:t>第三级</a:t>
            </a:r>
            <a:endParaRPr lang="en-US" altLang="zh-CN"/>
          </a:p>
          <a:p>
            <a:pPr lvl="4"/>
            <a:r>
              <a:rPr lang="zh-CN" altLang="en-US"/>
              <a:t>第</a:t>
            </a:r>
            <a:r>
              <a:rPr lang="en-US" altLang="zh-CN"/>
              <a:t>4</a:t>
            </a:r>
            <a:r>
              <a:rPr lang="zh-CN" altLang="en-US"/>
              <a:t>级</a:t>
            </a:r>
            <a:endParaRPr lang="en-US" altLang="zh-CN"/>
          </a:p>
          <a:p>
            <a:pPr lvl="5"/>
            <a:r>
              <a:rPr lang="zh-CN" altLang="en-US"/>
              <a:t>第</a:t>
            </a:r>
            <a:r>
              <a:rPr lang="en-US" altLang="zh-CN"/>
              <a:t>5</a:t>
            </a:r>
            <a:r>
              <a:rPr lang="zh-CN" altLang="en-US"/>
              <a:t>级</a:t>
            </a:r>
            <a:endParaRPr lang="en-US" altLang="zh-CN"/>
          </a:p>
        </p:txBody>
      </p:sp>
      <p:cxnSp>
        <p:nvCxnSpPr>
          <p:cNvPr id="8" name="直接连接符 7"/>
          <p:cNvCxnSpPr/>
          <p:nvPr userDrawn="1"/>
        </p:nvCxnSpPr>
        <p:spPr>
          <a:xfrm>
            <a:off x="414670" y="552890"/>
            <a:ext cx="11536325" cy="0"/>
          </a:xfrm>
          <a:prstGeom prst="line">
            <a:avLst/>
          </a:prstGeom>
          <a:ln cmpd="thickThin"/>
        </p:spPr>
        <p:style>
          <a:lnRef idx="2">
            <a:schemeClr val="accent1"/>
          </a:lnRef>
          <a:fillRef idx="0">
            <a:schemeClr val="accent1"/>
          </a:fillRef>
          <a:effectRef idx="1">
            <a:schemeClr val="accent1"/>
          </a:effectRef>
          <a:fontRef idx="minor">
            <a:schemeClr val="tx1"/>
          </a:fontRef>
        </p:style>
      </p:cxnSp>
      <p:sp>
        <p:nvSpPr>
          <p:cNvPr id="5" name="Rectangle 7"/>
          <p:cNvSpPr txBox="1">
            <a:spLocks noChangeArrowheads="1"/>
          </p:cNvSpPr>
          <p:nvPr userDrawn="1"/>
        </p:nvSpPr>
        <p:spPr bwMode="auto">
          <a:xfrm>
            <a:off x="9898916" y="130167"/>
            <a:ext cx="2064527" cy="4120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defPPr>
              <a:defRPr lang="zh-CN"/>
            </a:defPPr>
            <a:lvl1pPr marL="0" algn="r" defTabSz="914400" rtl="0" eaLnBrk="1" latinLnBrk="0" hangingPunct="1">
              <a:defRPr sz="14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0" dirty="0">
                <a:solidFill>
                  <a:srgbClr val="003399"/>
                </a:solidFill>
                <a:latin typeface="Times New Roman" panose="02020603050405020304" pitchFamily="18" charset="0"/>
                <a:ea typeface="微软雅黑" panose="020B0503020204020204" pitchFamily="34" charset="-122"/>
                <a:cs typeface="Times New Roman" panose="02020603050405020304" pitchFamily="18" charset="0"/>
              </a:rPr>
              <a:t>第</a:t>
            </a:r>
            <a:fld id="{C5E79471-F8A8-4285-BECE-D9E30C77A9C8}" type="slidenum">
              <a:rPr lang="zh-CN" altLang="en-US" sz="1600" b="0" smtClean="0">
                <a:solidFill>
                  <a:srgbClr val="003399"/>
                </a:solidFill>
                <a:latin typeface="Times New Roman" panose="02020603050405020304" pitchFamily="18" charset="0"/>
                <a:ea typeface="微软雅黑" panose="020B0503020204020204" pitchFamily="34" charset="-122"/>
                <a:cs typeface="Times New Roman" panose="02020603050405020304" pitchFamily="18" charset="0"/>
              </a:rPr>
              <a:pPr/>
              <a:t>‹#›</a:t>
            </a:fld>
            <a:r>
              <a:rPr lang="zh-CN" altLang="en-US" sz="1600" b="0" dirty="0">
                <a:solidFill>
                  <a:srgbClr val="003399"/>
                </a:solidFill>
                <a:latin typeface="Times New Roman" panose="02020603050405020304" pitchFamily="18" charset="0"/>
                <a:ea typeface="微软雅黑" panose="020B0503020204020204" pitchFamily="34" charset="-122"/>
                <a:cs typeface="Times New Roman" panose="02020603050405020304" pitchFamily="18" charset="0"/>
              </a:rPr>
              <a:t>页 共</a:t>
            </a:r>
            <a:r>
              <a:rPr lang="en-US" altLang="zh-CN" sz="1600" b="0" dirty="0">
                <a:solidFill>
                  <a:srgbClr val="003399"/>
                </a:solidFill>
                <a:latin typeface="Times New Roman" panose="02020603050405020304" pitchFamily="18" charset="0"/>
                <a:ea typeface="微软雅黑" panose="020B0503020204020204" pitchFamily="34" charset="-122"/>
                <a:cs typeface="Times New Roman" panose="02020603050405020304" pitchFamily="18" charset="0"/>
              </a:rPr>
              <a:t>152</a:t>
            </a:r>
            <a:r>
              <a:rPr lang="zh-CN" altLang="en-US" sz="1600" b="0" dirty="0">
                <a:solidFill>
                  <a:srgbClr val="003399"/>
                </a:solidFill>
                <a:latin typeface="Times New Roman" panose="02020603050405020304" pitchFamily="18" charset="0"/>
                <a:ea typeface="微软雅黑" panose="020B0503020204020204" pitchFamily="34" charset="-122"/>
                <a:cs typeface="Times New Roman" panose="02020603050405020304" pitchFamily="18" charset="0"/>
              </a:rPr>
              <a:t>页</a:t>
            </a:r>
          </a:p>
        </p:txBody>
      </p:sp>
      <p:pic>
        <p:nvPicPr>
          <p:cNvPr id="4" name="图片 3"/>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911687" y="73046"/>
            <a:ext cx="4401894" cy="408615"/>
          </a:xfrm>
          <a:prstGeom prst="rect">
            <a:avLst/>
          </a:prstGeom>
        </p:spPr>
      </p:pic>
    </p:spTree>
    <p:extLst>
      <p:ext uri="{BB962C8B-B14F-4D97-AF65-F5344CB8AC3E}">
        <p14:creationId xmlns:p14="http://schemas.microsoft.com/office/powerpoint/2010/main" val="1657079631"/>
      </p:ext>
    </p:extLst>
  </p:cSld>
  <p:clrMapOvr>
    <a:masterClrMapping/>
  </p:clrMapOvr>
  <mc:AlternateContent xmlns:mc="http://schemas.openxmlformats.org/markup-compatibility/2006" xmlns:p14="http://schemas.microsoft.com/office/powerpoint/2010/main">
    <mc:Choice Requires="p14">
      <p:transition spd="slow" p14:dur="2000">
        <p:split orient="vert"/>
      </p:transition>
    </mc:Choice>
    <mc:Fallback xmlns="">
      <p:transition spd="slow">
        <p:split orient="vert"/>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701734" y="21266"/>
            <a:ext cx="10111563" cy="512177"/>
          </a:xfrm>
          <a:prstGeom prst="rect">
            <a:avLst/>
          </a:prstGeom>
        </p:spPr>
        <p:txBody>
          <a:bodyPr/>
          <a:lstStyle>
            <a:lvl1pPr algn="l">
              <a:defRPr sz="2400">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idx="1"/>
          </p:nvPr>
        </p:nvSpPr>
        <p:spPr>
          <a:xfrm>
            <a:off x="382771" y="627322"/>
            <a:ext cx="11557591" cy="5996762"/>
          </a:xfrm>
        </p:spPr>
        <p:txBody>
          <a:bodyPr/>
          <a:lstStyle>
            <a:lvl1pPr marL="360000" indent="-360000">
              <a:lnSpc>
                <a:spcPct val="100000"/>
              </a:lnSpc>
              <a:spcBef>
                <a:spcPts val="50"/>
              </a:spcBef>
              <a:buClr>
                <a:srgbClr val="003399"/>
              </a:buClr>
              <a:buSzPct val="101000"/>
              <a:buFont typeface="Arial" panose="020B0604020202020204" pitchFamily="34" charset="0"/>
              <a:buChar char="•"/>
              <a:defRPr sz="2800">
                <a:solidFill>
                  <a:srgbClr val="003399"/>
                </a:solidFill>
                <a:latin typeface="Times New Roman" panose="02020603050405020304" pitchFamily="18" charset="0"/>
                <a:ea typeface="微软雅黑" panose="020B0503020204020204" pitchFamily="34" charset="-122"/>
                <a:cs typeface="Times New Roman" panose="02020603050405020304" pitchFamily="18" charset="0"/>
              </a:defRPr>
            </a:lvl1pPr>
            <a:lvl2pPr marL="360000" indent="-360000">
              <a:lnSpc>
                <a:spcPct val="100000"/>
              </a:lnSpc>
              <a:spcBef>
                <a:spcPts val="50"/>
              </a:spcBef>
              <a:buFont typeface="Arial" panose="020B0604020202020204" pitchFamily="34" charset="0"/>
              <a:buChar char="•"/>
              <a:defRPr sz="2400">
                <a:solidFill>
                  <a:srgbClr val="003399"/>
                </a:solidFill>
                <a:latin typeface="Times New Roman" panose="02020603050405020304" pitchFamily="18" charset="0"/>
                <a:ea typeface="微软雅黑" panose="020B0503020204020204" pitchFamily="34" charset="-122"/>
                <a:cs typeface="Times New Roman" panose="02020603050405020304" pitchFamily="18" charset="0"/>
              </a:defRPr>
            </a:lvl2pPr>
            <a:lvl3pPr marL="720000" indent="-360000">
              <a:lnSpc>
                <a:spcPct val="100000"/>
              </a:lnSpc>
              <a:spcBef>
                <a:spcPts val="50"/>
              </a:spcBef>
              <a:defRPr sz="2200">
                <a:solidFill>
                  <a:srgbClr val="003399"/>
                </a:solidFill>
                <a:latin typeface="Times New Roman" panose="02020603050405020304" pitchFamily="18" charset="0"/>
                <a:ea typeface="微软雅黑" panose="020B0503020204020204" pitchFamily="34" charset="-122"/>
                <a:cs typeface="Times New Roman" panose="02020603050405020304" pitchFamily="18" charset="0"/>
              </a:defRPr>
            </a:lvl3pPr>
            <a:lvl4pPr marL="1080000" indent="-360000">
              <a:spcBef>
                <a:spcPts val="50"/>
              </a:spcBef>
              <a:buFont typeface="Arial" panose="020B0604020202020204" pitchFamily="34" charset="0"/>
              <a:buChar char="•"/>
              <a:defRPr sz="1800">
                <a:solidFill>
                  <a:srgbClr val="003399"/>
                </a:solidFill>
                <a:latin typeface="微软雅黑" panose="020B0503020204020204" pitchFamily="34" charset="-122"/>
                <a:ea typeface="微软雅黑" panose="020B0503020204020204" pitchFamily="34" charset="-122"/>
              </a:defRPr>
            </a:lvl4pPr>
            <a:lvl6pPr marL="720000" indent="-360000">
              <a:spcBef>
                <a:spcPts val="50"/>
              </a:spcBef>
              <a:defRPr sz="1800">
                <a:solidFill>
                  <a:srgbClr val="003399"/>
                </a:solidFill>
                <a:latin typeface="微软雅黑" panose="020B0503020204020204" pitchFamily="34" charset="-122"/>
                <a:ea typeface="微软雅黑" panose="020B0503020204020204" pitchFamily="34" charset="-122"/>
              </a:defRPr>
            </a:lvl6pPr>
          </a:lstStyle>
          <a:p>
            <a:pPr lvl="0"/>
            <a:r>
              <a:rPr lang="zh-CN" altLang="en-US"/>
              <a:t>单击此处编辑母版文本样式</a:t>
            </a:r>
          </a:p>
          <a:p>
            <a:pPr lvl="1"/>
            <a:r>
              <a:rPr lang="zh-CN" altLang="en-US"/>
              <a:t>第二级</a:t>
            </a:r>
          </a:p>
          <a:p>
            <a:pPr lvl="2"/>
            <a:r>
              <a:rPr lang="zh-CN" altLang="en-US"/>
              <a:t>第三级</a:t>
            </a:r>
            <a:endParaRPr lang="en-US" altLang="zh-CN"/>
          </a:p>
          <a:p>
            <a:pPr lvl="3"/>
            <a:r>
              <a:rPr lang="zh-CN" altLang="en-US"/>
              <a:t>第</a:t>
            </a:r>
            <a:r>
              <a:rPr lang="en-US" altLang="zh-CN"/>
              <a:t>4</a:t>
            </a:r>
            <a:r>
              <a:rPr lang="zh-CN" altLang="en-US"/>
              <a:t>级</a:t>
            </a:r>
            <a:endParaRPr lang="en-US" altLang="zh-CN"/>
          </a:p>
          <a:p>
            <a:pPr lvl="5"/>
            <a:r>
              <a:rPr lang="zh-CN" altLang="en-US"/>
              <a:t>第</a:t>
            </a:r>
            <a:r>
              <a:rPr lang="en-US" altLang="zh-CN"/>
              <a:t>5</a:t>
            </a:r>
            <a:r>
              <a:rPr lang="zh-CN" altLang="en-US"/>
              <a:t>级</a:t>
            </a:r>
          </a:p>
        </p:txBody>
      </p:sp>
      <p:cxnSp>
        <p:nvCxnSpPr>
          <p:cNvPr id="8" name="直接连接符 7"/>
          <p:cNvCxnSpPr/>
          <p:nvPr userDrawn="1"/>
        </p:nvCxnSpPr>
        <p:spPr>
          <a:xfrm>
            <a:off x="414670" y="552890"/>
            <a:ext cx="11536325" cy="0"/>
          </a:xfrm>
          <a:prstGeom prst="line">
            <a:avLst/>
          </a:prstGeom>
          <a:ln cmpd="thickThi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89665117"/>
      </p:ext>
    </p:extLst>
  </p:cSld>
  <p:clrMapOvr>
    <a:masterClrMapping/>
  </p:clrMapOvr>
  <mc:AlternateContent xmlns:mc="http://schemas.openxmlformats.org/markup-compatibility/2006" xmlns:p14="http://schemas.microsoft.com/office/powerpoint/2010/main">
    <mc:Choice Requires="p14">
      <p:transition spd="slow" p14:dur="2000">
        <p:split orient="vert"/>
      </p:transition>
    </mc:Choice>
    <mc:Fallback xmlns="">
      <p:transition spd="slow">
        <p:split orient="vert"/>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408332996"/>
      </p:ext>
    </p:extLst>
  </p:cSld>
  <p:clrMapOvr>
    <a:masterClrMapping/>
  </p:clrMapOvr>
  <mc:AlternateContent xmlns:mc="http://schemas.openxmlformats.org/markup-compatibility/2006" xmlns:p14="http://schemas.microsoft.com/office/powerpoint/2010/main">
    <mc:Choice Requires="p14">
      <p:transition spd="slow" p14:dur="2000">
        <p:split orient="vert"/>
      </p:transition>
    </mc:Choice>
    <mc:Fallback xmlns="">
      <p:transition spd="slow">
        <p:split orient="vert"/>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PhAnim="0" type="title">
  <p:cSld name="标题幻灯片">
    <p:spTree>
      <p:nvGrpSpPr>
        <p:cNvPr id="1" name=""/>
        <p:cNvGrpSpPr/>
        <p:nvPr/>
      </p:nvGrpSpPr>
      <p:grpSpPr>
        <a:xfrm>
          <a:off x="0" y="0"/>
          <a:ext cx="0" cy="0"/>
          <a:chOff x="0" y="0"/>
          <a:chExt cx="0" cy="0"/>
        </a:xfrm>
      </p:grpSpPr>
      <p:sp>
        <p:nvSpPr>
          <p:cNvPr id="4" name="Rectangle 2"/>
          <p:cNvSpPr>
            <a:spLocks noChangeArrowheads="1"/>
          </p:cNvSpPr>
          <p:nvPr userDrawn="1"/>
        </p:nvSpPr>
        <p:spPr bwMode="gray">
          <a:xfrm>
            <a:off x="0" y="0"/>
            <a:ext cx="12192000" cy="1828800"/>
          </a:xfrm>
          <a:prstGeom prst="rect">
            <a:avLst/>
          </a:prstGeom>
          <a:gradFill rotWithShape="1">
            <a:gsLst>
              <a:gs pos="0">
                <a:schemeClr val="accent1"/>
              </a:gs>
              <a:gs pos="100000">
                <a:schemeClr val="accent1">
                  <a:gamma/>
                  <a:tint val="0"/>
                  <a:invGamma/>
                  <a:alpha val="0"/>
                </a:scheme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800">
              <a:solidFill>
                <a:srgbClr val="080808"/>
              </a:solidFill>
            </a:endParaRPr>
          </a:p>
        </p:txBody>
      </p:sp>
      <p:grpSp>
        <p:nvGrpSpPr>
          <p:cNvPr id="5" name="Group 3"/>
          <p:cNvGrpSpPr>
            <a:grpSpLocks/>
          </p:cNvGrpSpPr>
          <p:nvPr userDrawn="1"/>
        </p:nvGrpSpPr>
        <p:grpSpPr bwMode="auto">
          <a:xfrm>
            <a:off x="203200" y="381000"/>
            <a:ext cx="9118600" cy="3365500"/>
            <a:chOff x="664" y="1951"/>
            <a:chExt cx="4308" cy="2120"/>
          </a:xfrm>
        </p:grpSpPr>
        <p:sp>
          <p:nvSpPr>
            <p:cNvPr id="6" name="Freeform 4"/>
            <p:cNvSpPr>
              <a:spLocks/>
            </p:cNvSpPr>
            <p:nvPr/>
          </p:nvSpPr>
          <p:spPr bwMode="invGray">
            <a:xfrm>
              <a:off x="743" y="2045"/>
              <a:ext cx="1267" cy="1938"/>
            </a:xfrm>
            <a:custGeom>
              <a:avLst/>
              <a:gdLst>
                <a:gd name="T0" fmla="*/ 16 w 1692"/>
                <a:gd name="T1" fmla="*/ 34 h 2586"/>
                <a:gd name="T2" fmla="*/ 43 w 1692"/>
                <a:gd name="T3" fmla="*/ 28 h 2586"/>
                <a:gd name="T4" fmla="*/ 57 w 1692"/>
                <a:gd name="T5" fmla="*/ 32 h 2586"/>
                <a:gd name="T6" fmla="*/ 55 w 1692"/>
                <a:gd name="T7" fmla="*/ 59 h 2586"/>
                <a:gd name="T8" fmla="*/ 36 w 1692"/>
                <a:gd name="T9" fmla="*/ 77 h 2586"/>
                <a:gd name="T10" fmla="*/ 28 w 1692"/>
                <a:gd name="T11" fmla="*/ 95 h 2586"/>
                <a:gd name="T12" fmla="*/ 37 w 1692"/>
                <a:gd name="T13" fmla="*/ 128 h 2586"/>
                <a:gd name="T14" fmla="*/ 42 w 1692"/>
                <a:gd name="T15" fmla="*/ 127 h 2586"/>
                <a:gd name="T16" fmla="*/ 43 w 1692"/>
                <a:gd name="T17" fmla="*/ 120 h 2586"/>
                <a:gd name="T18" fmla="*/ 64 w 1692"/>
                <a:gd name="T19" fmla="*/ 154 h 2586"/>
                <a:gd name="T20" fmla="*/ 86 w 1692"/>
                <a:gd name="T21" fmla="*/ 159 h 2586"/>
                <a:gd name="T22" fmla="*/ 105 w 1692"/>
                <a:gd name="T23" fmla="*/ 179 h 2586"/>
                <a:gd name="T24" fmla="*/ 113 w 1692"/>
                <a:gd name="T25" fmla="*/ 189 h 2586"/>
                <a:gd name="T26" fmla="*/ 102 w 1692"/>
                <a:gd name="T27" fmla="*/ 214 h 2586"/>
                <a:gd name="T28" fmla="*/ 121 w 1692"/>
                <a:gd name="T29" fmla="*/ 236 h 2586"/>
                <a:gd name="T30" fmla="*/ 136 w 1692"/>
                <a:gd name="T31" fmla="*/ 268 h 2586"/>
                <a:gd name="T32" fmla="*/ 145 w 1692"/>
                <a:gd name="T33" fmla="*/ 307 h 2586"/>
                <a:gd name="T34" fmla="*/ 157 w 1692"/>
                <a:gd name="T35" fmla="*/ 337 h 2586"/>
                <a:gd name="T36" fmla="*/ 168 w 1692"/>
                <a:gd name="T37" fmla="*/ 335 h 2586"/>
                <a:gd name="T38" fmla="*/ 165 w 1692"/>
                <a:gd name="T39" fmla="*/ 318 h 2586"/>
                <a:gd name="T40" fmla="*/ 170 w 1692"/>
                <a:gd name="T41" fmla="*/ 306 h 2586"/>
                <a:gd name="T42" fmla="*/ 180 w 1692"/>
                <a:gd name="T43" fmla="*/ 296 h 2586"/>
                <a:gd name="T44" fmla="*/ 191 w 1692"/>
                <a:gd name="T45" fmla="*/ 276 h 2586"/>
                <a:gd name="T46" fmla="*/ 207 w 1692"/>
                <a:gd name="T47" fmla="*/ 259 h 2586"/>
                <a:gd name="T48" fmla="*/ 214 w 1692"/>
                <a:gd name="T49" fmla="*/ 232 h 2586"/>
                <a:gd name="T50" fmla="*/ 204 w 1692"/>
                <a:gd name="T51" fmla="*/ 204 h 2586"/>
                <a:gd name="T52" fmla="*/ 181 w 1692"/>
                <a:gd name="T53" fmla="*/ 187 h 2586"/>
                <a:gd name="T54" fmla="*/ 146 w 1692"/>
                <a:gd name="T55" fmla="*/ 170 h 2586"/>
                <a:gd name="T56" fmla="*/ 128 w 1692"/>
                <a:gd name="T57" fmla="*/ 167 h 2586"/>
                <a:gd name="T58" fmla="*/ 119 w 1692"/>
                <a:gd name="T59" fmla="*/ 169 h 2586"/>
                <a:gd name="T60" fmla="*/ 105 w 1692"/>
                <a:gd name="T61" fmla="*/ 174 h 2586"/>
                <a:gd name="T62" fmla="*/ 100 w 1692"/>
                <a:gd name="T63" fmla="*/ 156 h 2586"/>
                <a:gd name="T64" fmla="*/ 97 w 1692"/>
                <a:gd name="T65" fmla="*/ 141 h 2586"/>
                <a:gd name="T66" fmla="*/ 83 w 1692"/>
                <a:gd name="T67" fmla="*/ 147 h 2586"/>
                <a:gd name="T68" fmla="*/ 75 w 1692"/>
                <a:gd name="T69" fmla="*/ 127 h 2586"/>
                <a:gd name="T70" fmla="*/ 97 w 1692"/>
                <a:gd name="T71" fmla="*/ 121 h 2586"/>
                <a:gd name="T72" fmla="*/ 111 w 1692"/>
                <a:gd name="T73" fmla="*/ 120 h 2586"/>
                <a:gd name="T74" fmla="*/ 118 w 1692"/>
                <a:gd name="T75" fmla="*/ 119 h 2586"/>
                <a:gd name="T76" fmla="*/ 139 w 1692"/>
                <a:gd name="T77" fmla="*/ 100 h 2586"/>
                <a:gd name="T78" fmla="*/ 157 w 1692"/>
                <a:gd name="T79" fmla="*/ 90 h 2586"/>
                <a:gd name="T80" fmla="*/ 168 w 1692"/>
                <a:gd name="T81" fmla="*/ 85 h 2586"/>
                <a:gd name="T82" fmla="*/ 177 w 1692"/>
                <a:gd name="T83" fmla="*/ 71 h 2586"/>
                <a:gd name="T84" fmla="*/ 170 w 1692"/>
                <a:gd name="T85" fmla="*/ 68 h 2586"/>
                <a:gd name="T86" fmla="*/ 201 w 1692"/>
                <a:gd name="T87" fmla="*/ 61 h 2586"/>
                <a:gd name="T88" fmla="*/ 186 w 1692"/>
                <a:gd name="T89" fmla="*/ 46 h 2586"/>
                <a:gd name="T90" fmla="*/ 175 w 1692"/>
                <a:gd name="T91" fmla="*/ 34 h 2586"/>
                <a:gd name="T92" fmla="*/ 162 w 1692"/>
                <a:gd name="T93" fmla="*/ 48 h 2586"/>
                <a:gd name="T94" fmla="*/ 146 w 1692"/>
                <a:gd name="T95" fmla="*/ 59 h 2586"/>
                <a:gd name="T96" fmla="*/ 135 w 1692"/>
                <a:gd name="T97" fmla="*/ 40 h 2586"/>
                <a:gd name="T98" fmla="*/ 159 w 1692"/>
                <a:gd name="T99" fmla="*/ 32 h 2586"/>
                <a:gd name="T100" fmla="*/ 167 w 1692"/>
                <a:gd name="T101" fmla="*/ 25 h 2586"/>
                <a:gd name="T102" fmla="*/ 175 w 1692"/>
                <a:gd name="T103" fmla="*/ 23 h 2586"/>
                <a:gd name="T104" fmla="*/ 170 w 1692"/>
                <a:gd name="T105" fmla="*/ 19 h 2586"/>
                <a:gd name="T106" fmla="*/ 166 w 1692"/>
                <a:gd name="T107" fmla="*/ 16 h 2586"/>
                <a:gd name="T108" fmla="*/ 159 w 1692"/>
                <a:gd name="T109" fmla="*/ 13 h 2586"/>
                <a:gd name="T110" fmla="*/ 146 w 1692"/>
                <a:gd name="T111" fmla="*/ 18 h 2586"/>
                <a:gd name="T112" fmla="*/ 125 w 1692"/>
                <a:gd name="T113" fmla="*/ 16 h 2586"/>
                <a:gd name="T114" fmla="*/ 73 w 1692"/>
                <a:gd name="T115" fmla="*/ 0 h 2586"/>
                <a:gd name="T116" fmla="*/ 46 w 1692"/>
                <a:gd name="T117" fmla="*/ 4 h 2586"/>
                <a:gd name="T118" fmla="*/ 38 w 1692"/>
                <a:gd name="T119" fmla="*/ 13 h 2586"/>
                <a:gd name="T120" fmla="*/ 16 w 1692"/>
                <a:gd name="T121" fmla="*/ 23 h 2586"/>
                <a:gd name="T122" fmla="*/ 16 w 1692"/>
                <a:gd name="T123" fmla="*/ 28 h 2586"/>
                <a:gd name="T124" fmla="*/ 1 w 1692"/>
                <a:gd name="T125" fmla="*/ 33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7" name="Freeform 5"/>
            <p:cNvSpPr>
              <a:spLocks/>
            </p:cNvSpPr>
            <p:nvPr/>
          </p:nvSpPr>
          <p:spPr bwMode="invGray">
            <a:xfrm>
              <a:off x="703" y="2230"/>
              <a:ext cx="34" cy="28"/>
            </a:xfrm>
            <a:custGeom>
              <a:avLst/>
              <a:gdLst>
                <a:gd name="T0" fmla="*/ 2 w 46"/>
                <a:gd name="T1" fmla="*/ 1 h 38"/>
                <a:gd name="T2" fmla="*/ 0 w 46"/>
                <a:gd name="T3" fmla="*/ 3 h 38"/>
                <a:gd name="T4" fmla="*/ 3 w 46"/>
                <a:gd name="T5" fmla="*/ 4 h 38"/>
                <a:gd name="T6" fmla="*/ 5 w 46"/>
                <a:gd name="T7" fmla="*/ 3 h 38"/>
                <a:gd name="T8" fmla="*/ 4 w 46"/>
                <a:gd name="T9" fmla="*/ 0 h 38"/>
                <a:gd name="T10" fmla="*/ 2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8" name="Freeform 6"/>
            <p:cNvSpPr>
              <a:spLocks/>
            </p:cNvSpPr>
            <p:nvPr/>
          </p:nvSpPr>
          <p:spPr bwMode="invGray">
            <a:xfrm>
              <a:off x="1010" y="2353"/>
              <a:ext cx="39" cy="32"/>
            </a:xfrm>
            <a:custGeom>
              <a:avLst/>
              <a:gdLst>
                <a:gd name="T0" fmla="*/ 2 w 52"/>
                <a:gd name="T1" fmla="*/ 0 h 44"/>
                <a:gd name="T2" fmla="*/ 4 w 52"/>
                <a:gd name="T3" fmla="*/ 5 h 44"/>
                <a:gd name="T4" fmla="*/ 6 w 52"/>
                <a:gd name="T5" fmla="*/ 5 h 44"/>
                <a:gd name="T6" fmla="*/ 6 w 52"/>
                <a:gd name="T7" fmla="*/ 2 h 44"/>
                <a:gd name="T8" fmla="*/ 4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9" name="Freeform 7"/>
            <p:cNvSpPr>
              <a:spLocks/>
            </p:cNvSpPr>
            <p:nvPr/>
          </p:nvSpPr>
          <p:spPr bwMode="invGray">
            <a:xfrm>
              <a:off x="1792" y="2409"/>
              <a:ext cx="98" cy="74"/>
            </a:xfrm>
            <a:custGeom>
              <a:avLst/>
              <a:gdLst>
                <a:gd name="T0" fmla="*/ 13 w 131"/>
                <a:gd name="T1" fmla="*/ 0 h 98"/>
                <a:gd name="T2" fmla="*/ 10 w 131"/>
                <a:gd name="T3" fmla="*/ 2 h 98"/>
                <a:gd name="T4" fmla="*/ 7 w 131"/>
                <a:gd name="T5" fmla="*/ 4 h 98"/>
                <a:gd name="T6" fmla="*/ 5 w 131"/>
                <a:gd name="T7" fmla="*/ 6 h 98"/>
                <a:gd name="T8" fmla="*/ 3 w 131"/>
                <a:gd name="T9" fmla="*/ 8 h 98"/>
                <a:gd name="T10" fmla="*/ 7 w 131"/>
                <a:gd name="T11" fmla="*/ 11 h 98"/>
                <a:gd name="T12" fmla="*/ 10 w 131"/>
                <a:gd name="T13" fmla="*/ 13 h 98"/>
                <a:gd name="T14" fmla="*/ 11 w 131"/>
                <a:gd name="T15" fmla="*/ 13 h 98"/>
                <a:gd name="T16" fmla="*/ 12 w 131"/>
                <a:gd name="T17" fmla="*/ 12 h 98"/>
                <a:gd name="T18" fmla="*/ 13 w 131"/>
                <a:gd name="T19" fmla="*/ 14 h 98"/>
                <a:gd name="T20" fmla="*/ 16 w 131"/>
                <a:gd name="T21" fmla="*/ 12 h 98"/>
                <a:gd name="T22" fmla="*/ 17 w 131"/>
                <a:gd name="T23" fmla="*/ 11 h 98"/>
                <a:gd name="T24" fmla="*/ 13 w 131"/>
                <a:gd name="T25" fmla="*/ 6 h 98"/>
                <a:gd name="T26" fmla="*/ 15 w 131"/>
                <a:gd name="T27" fmla="*/ 4 h 98"/>
                <a:gd name="T28" fmla="*/ 14 w 131"/>
                <a:gd name="T29" fmla="*/ 2 h 98"/>
                <a:gd name="T30" fmla="*/ 13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10" name="Freeform 8"/>
            <p:cNvSpPr>
              <a:spLocks/>
            </p:cNvSpPr>
            <p:nvPr/>
          </p:nvSpPr>
          <p:spPr bwMode="invGray">
            <a:xfrm>
              <a:off x="1318" y="2793"/>
              <a:ext cx="158" cy="84"/>
            </a:xfrm>
            <a:custGeom>
              <a:avLst/>
              <a:gdLst>
                <a:gd name="T0" fmla="*/ 5 w 212"/>
                <a:gd name="T1" fmla="*/ 2 h 112"/>
                <a:gd name="T2" fmla="*/ 2 w 212"/>
                <a:gd name="T3" fmla="*/ 2 h 112"/>
                <a:gd name="T4" fmla="*/ 1 w 212"/>
                <a:gd name="T5" fmla="*/ 2 h 112"/>
                <a:gd name="T6" fmla="*/ 3 w 212"/>
                <a:gd name="T7" fmla="*/ 8 h 112"/>
                <a:gd name="T8" fmla="*/ 7 w 212"/>
                <a:gd name="T9" fmla="*/ 6 h 112"/>
                <a:gd name="T10" fmla="*/ 12 w 212"/>
                <a:gd name="T11" fmla="*/ 8 h 112"/>
                <a:gd name="T12" fmla="*/ 14 w 212"/>
                <a:gd name="T13" fmla="*/ 8 h 112"/>
                <a:gd name="T14" fmla="*/ 17 w 212"/>
                <a:gd name="T15" fmla="*/ 13 h 112"/>
                <a:gd name="T16" fmla="*/ 18 w 212"/>
                <a:gd name="T17" fmla="*/ 15 h 112"/>
                <a:gd name="T18" fmla="*/ 20 w 212"/>
                <a:gd name="T19" fmla="*/ 14 h 112"/>
                <a:gd name="T20" fmla="*/ 22 w 212"/>
                <a:gd name="T21" fmla="*/ 13 h 112"/>
                <a:gd name="T22" fmla="*/ 24 w 212"/>
                <a:gd name="T23" fmla="*/ 14 h 112"/>
                <a:gd name="T24" fmla="*/ 25 w 212"/>
                <a:gd name="T25" fmla="*/ 11 h 112"/>
                <a:gd name="T26" fmla="*/ 19 w 212"/>
                <a:gd name="T27" fmla="*/ 8 h 112"/>
                <a:gd name="T28" fmla="*/ 13 w 212"/>
                <a:gd name="T29" fmla="*/ 3 h 112"/>
                <a:gd name="T30" fmla="*/ 7 w 212"/>
                <a:gd name="T31" fmla="*/ 4 h 112"/>
                <a:gd name="T32" fmla="*/ 5 w 212"/>
                <a:gd name="T33" fmla="*/ 2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11" name="Freeform 9"/>
            <p:cNvSpPr>
              <a:spLocks/>
            </p:cNvSpPr>
            <p:nvPr/>
          </p:nvSpPr>
          <p:spPr bwMode="invGray">
            <a:xfrm>
              <a:off x="1448" y="2857"/>
              <a:ext cx="99" cy="41"/>
            </a:xfrm>
            <a:custGeom>
              <a:avLst/>
              <a:gdLst>
                <a:gd name="T0" fmla="*/ 7 w 133"/>
                <a:gd name="T1" fmla="*/ 0 h 54"/>
                <a:gd name="T2" fmla="*/ 5 w 133"/>
                <a:gd name="T3" fmla="*/ 2 h 54"/>
                <a:gd name="T4" fmla="*/ 4 w 133"/>
                <a:gd name="T5" fmla="*/ 5 h 54"/>
                <a:gd name="T6" fmla="*/ 1 w 133"/>
                <a:gd name="T7" fmla="*/ 5 h 54"/>
                <a:gd name="T8" fmla="*/ 1 w 133"/>
                <a:gd name="T9" fmla="*/ 6 h 54"/>
                <a:gd name="T10" fmla="*/ 1 w 133"/>
                <a:gd name="T11" fmla="*/ 8 h 54"/>
                <a:gd name="T12" fmla="*/ 17 w 133"/>
                <a:gd name="T13" fmla="*/ 5 h 54"/>
                <a:gd name="T14" fmla="*/ 16 w 133"/>
                <a:gd name="T15" fmla="*/ 2 h 54"/>
                <a:gd name="T16" fmla="*/ 13 w 133"/>
                <a:gd name="T17" fmla="*/ 2 h 54"/>
                <a:gd name="T18" fmla="*/ 13 w 133"/>
                <a:gd name="T19" fmla="*/ 4 h 54"/>
                <a:gd name="T20" fmla="*/ 11 w 133"/>
                <a:gd name="T21" fmla="*/ 3 h 54"/>
                <a:gd name="T22" fmla="*/ 9 w 133"/>
                <a:gd name="T23" fmla="*/ 2 h 54"/>
                <a:gd name="T24" fmla="*/ 7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12" name="Freeform 10"/>
            <p:cNvSpPr>
              <a:spLocks/>
            </p:cNvSpPr>
            <p:nvPr/>
          </p:nvSpPr>
          <p:spPr bwMode="invGray">
            <a:xfrm>
              <a:off x="1553" y="2883"/>
              <a:ext cx="38" cy="18"/>
            </a:xfrm>
            <a:custGeom>
              <a:avLst/>
              <a:gdLst>
                <a:gd name="T0" fmla="*/ 1 w 51"/>
                <a:gd name="T1" fmla="*/ 0 h 24"/>
                <a:gd name="T2" fmla="*/ 1 w 51"/>
                <a:gd name="T3" fmla="*/ 3 h 24"/>
                <a:gd name="T4" fmla="*/ 3 w 51"/>
                <a:gd name="T5" fmla="*/ 4 h 24"/>
                <a:gd name="T6" fmla="*/ 4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13" name="Freeform 11"/>
            <p:cNvSpPr>
              <a:spLocks/>
            </p:cNvSpPr>
            <p:nvPr/>
          </p:nvSpPr>
          <p:spPr bwMode="invGray">
            <a:xfrm>
              <a:off x="1609" y="2886"/>
              <a:ext cx="12" cy="25"/>
            </a:xfrm>
            <a:custGeom>
              <a:avLst/>
              <a:gdLst>
                <a:gd name="T0" fmla="*/ 2 w 16"/>
                <a:gd name="T1" fmla="*/ 0 h 34"/>
                <a:gd name="T2" fmla="*/ 0 w 16"/>
                <a:gd name="T3" fmla="*/ 1 h 34"/>
                <a:gd name="T4" fmla="*/ 2 w 16"/>
                <a:gd name="T5" fmla="*/ 4 h 34"/>
                <a:gd name="T6" fmla="*/ 2 w 16"/>
                <a:gd name="T7" fmla="*/ 2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14" name="Freeform 12"/>
            <p:cNvSpPr>
              <a:spLocks/>
            </p:cNvSpPr>
            <p:nvPr/>
          </p:nvSpPr>
          <p:spPr bwMode="invGray">
            <a:xfrm>
              <a:off x="1426" y="2040"/>
              <a:ext cx="180" cy="88"/>
            </a:xfrm>
            <a:custGeom>
              <a:avLst/>
              <a:gdLst>
                <a:gd name="T0" fmla="*/ 8 w 240"/>
                <a:gd name="T1" fmla="*/ 1 h 117"/>
                <a:gd name="T2" fmla="*/ 4 w 240"/>
                <a:gd name="T3" fmla="*/ 5 h 117"/>
                <a:gd name="T4" fmla="*/ 2 w 240"/>
                <a:gd name="T5" fmla="*/ 5 h 117"/>
                <a:gd name="T6" fmla="*/ 0 w 240"/>
                <a:gd name="T7" fmla="*/ 6 h 117"/>
                <a:gd name="T8" fmla="*/ 4 w 240"/>
                <a:gd name="T9" fmla="*/ 8 h 117"/>
                <a:gd name="T10" fmla="*/ 6 w 240"/>
                <a:gd name="T11" fmla="*/ 8 h 117"/>
                <a:gd name="T12" fmla="*/ 10 w 240"/>
                <a:gd name="T13" fmla="*/ 6 h 117"/>
                <a:gd name="T14" fmla="*/ 11 w 240"/>
                <a:gd name="T15" fmla="*/ 6 h 117"/>
                <a:gd name="T16" fmla="*/ 11 w 240"/>
                <a:gd name="T17" fmla="*/ 8 h 117"/>
                <a:gd name="T18" fmla="*/ 8 w 240"/>
                <a:gd name="T19" fmla="*/ 8 h 117"/>
                <a:gd name="T20" fmla="*/ 10 w 240"/>
                <a:gd name="T21" fmla="*/ 10 h 117"/>
                <a:gd name="T22" fmla="*/ 6 w 240"/>
                <a:gd name="T23" fmla="*/ 12 h 117"/>
                <a:gd name="T24" fmla="*/ 10 w 240"/>
                <a:gd name="T25" fmla="*/ 15 h 117"/>
                <a:gd name="T26" fmla="*/ 11 w 240"/>
                <a:gd name="T27" fmla="*/ 15 h 117"/>
                <a:gd name="T28" fmla="*/ 17 w 240"/>
                <a:gd name="T29" fmla="*/ 14 h 117"/>
                <a:gd name="T30" fmla="*/ 20 w 240"/>
                <a:gd name="T31" fmla="*/ 14 h 117"/>
                <a:gd name="T32" fmla="*/ 23 w 240"/>
                <a:gd name="T33" fmla="*/ 17 h 117"/>
                <a:gd name="T34" fmla="*/ 28 w 240"/>
                <a:gd name="T35" fmla="*/ 15 h 117"/>
                <a:gd name="T36" fmla="*/ 30 w 240"/>
                <a:gd name="T37" fmla="*/ 14 h 117"/>
                <a:gd name="T38" fmla="*/ 30 w 240"/>
                <a:gd name="T39" fmla="*/ 11 h 117"/>
                <a:gd name="T40" fmla="*/ 32 w 240"/>
                <a:gd name="T41" fmla="*/ 10 h 117"/>
                <a:gd name="T42" fmla="*/ 32 w 240"/>
                <a:gd name="T43" fmla="*/ 6 h 117"/>
                <a:gd name="T44" fmla="*/ 29 w 240"/>
                <a:gd name="T45" fmla="*/ 8 h 117"/>
                <a:gd name="T46" fmla="*/ 27 w 240"/>
                <a:gd name="T47" fmla="*/ 6 h 117"/>
                <a:gd name="T48" fmla="*/ 23 w 240"/>
                <a:gd name="T49" fmla="*/ 6 h 117"/>
                <a:gd name="T50" fmla="*/ 18 w 240"/>
                <a:gd name="T51" fmla="*/ 2 h 117"/>
                <a:gd name="T52" fmla="*/ 13 w 240"/>
                <a:gd name="T53" fmla="*/ 2 h 117"/>
                <a:gd name="T54" fmla="*/ 11 w 240"/>
                <a:gd name="T55" fmla="*/ 1 h 117"/>
                <a:gd name="T56" fmla="*/ 8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15" name="Freeform 13"/>
            <p:cNvSpPr>
              <a:spLocks/>
            </p:cNvSpPr>
            <p:nvPr/>
          </p:nvSpPr>
          <p:spPr bwMode="invGray">
            <a:xfrm>
              <a:off x="1506" y="1999"/>
              <a:ext cx="146" cy="60"/>
            </a:xfrm>
            <a:custGeom>
              <a:avLst/>
              <a:gdLst>
                <a:gd name="T0" fmla="*/ 13 w 194"/>
                <a:gd name="T1" fmla="*/ 2 h 80"/>
                <a:gd name="T2" fmla="*/ 2 w 194"/>
                <a:gd name="T3" fmla="*/ 4 h 80"/>
                <a:gd name="T4" fmla="*/ 2 w 194"/>
                <a:gd name="T5" fmla="*/ 5 h 80"/>
                <a:gd name="T6" fmla="*/ 8 w 194"/>
                <a:gd name="T7" fmla="*/ 8 h 80"/>
                <a:gd name="T8" fmla="*/ 19 w 194"/>
                <a:gd name="T9" fmla="*/ 11 h 80"/>
                <a:gd name="T10" fmla="*/ 24 w 194"/>
                <a:gd name="T11" fmla="*/ 10 h 80"/>
                <a:gd name="T12" fmla="*/ 26 w 194"/>
                <a:gd name="T13" fmla="*/ 8 h 80"/>
                <a:gd name="T14" fmla="*/ 24 w 194"/>
                <a:gd name="T15" fmla="*/ 6 h 80"/>
                <a:gd name="T16" fmla="*/ 23 w 194"/>
                <a:gd name="T17" fmla="*/ 5 h 80"/>
                <a:gd name="T18" fmla="*/ 17 w 194"/>
                <a:gd name="T19" fmla="*/ 4 h 80"/>
                <a:gd name="T20" fmla="*/ 13 w 194"/>
                <a:gd name="T21" fmla="*/ 2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16" name="Freeform 14"/>
            <p:cNvSpPr>
              <a:spLocks/>
            </p:cNvSpPr>
            <p:nvPr/>
          </p:nvSpPr>
          <p:spPr bwMode="invGray">
            <a:xfrm>
              <a:off x="1711" y="2069"/>
              <a:ext cx="233" cy="190"/>
            </a:xfrm>
            <a:custGeom>
              <a:avLst/>
              <a:gdLst>
                <a:gd name="T0" fmla="*/ 10 w 310"/>
                <a:gd name="T1" fmla="*/ 1 h 254"/>
                <a:gd name="T2" fmla="*/ 8 w 310"/>
                <a:gd name="T3" fmla="*/ 3 h 254"/>
                <a:gd name="T4" fmla="*/ 3 w 310"/>
                <a:gd name="T5" fmla="*/ 5 h 254"/>
                <a:gd name="T6" fmla="*/ 8 w 310"/>
                <a:gd name="T7" fmla="*/ 10 h 254"/>
                <a:gd name="T8" fmla="*/ 11 w 310"/>
                <a:gd name="T9" fmla="*/ 11 h 254"/>
                <a:gd name="T10" fmla="*/ 14 w 310"/>
                <a:gd name="T11" fmla="*/ 13 h 254"/>
                <a:gd name="T12" fmla="*/ 17 w 310"/>
                <a:gd name="T13" fmla="*/ 11 h 254"/>
                <a:gd name="T14" fmla="*/ 20 w 310"/>
                <a:gd name="T15" fmla="*/ 13 h 254"/>
                <a:gd name="T16" fmla="*/ 20 w 310"/>
                <a:gd name="T17" fmla="*/ 16 h 254"/>
                <a:gd name="T18" fmla="*/ 16 w 310"/>
                <a:gd name="T19" fmla="*/ 20 h 254"/>
                <a:gd name="T20" fmla="*/ 13 w 310"/>
                <a:gd name="T21" fmla="*/ 22 h 254"/>
                <a:gd name="T22" fmla="*/ 10 w 310"/>
                <a:gd name="T23" fmla="*/ 22 h 254"/>
                <a:gd name="T24" fmla="*/ 8 w 310"/>
                <a:gd name="T25" fmla="*/ 22 h 254"/>
                <a:gd name="T26" fmla="*/ 6 w 310"/>
                <a:gd name="T27" fmla="*/ 25 h 254"/>
                <a:gd name="T28" fmla="*/ 6 w 310"/>
                <a:gd name="T29" fmla="*/ 25 h 254"/>
                <a:gd name="T30" fmla="*/ 10 w 310"/>
                <a:gd name="T31" fmla="*/ 27 h 254"/>
                <a:gd name="T32" fmla="*/ 13 w 310"/>
                <a:gd name="T33" fmla="*/ 27 h 254"/>
                <a:gd name="T34" fmla="*/ 16 w 310"/>
                <a:gd name="T35" fmla="*/ 30 h 254"/>
                <a:gd name="T36" fmla="*/ 17 w 310"/>
                <a:gd name="T37" fmla="*/ 31 h 254"/>
                <a:gd name="T38" fmla="*/ 19 w 310"/>
                <a:gd name="T39" fmla="*/ 31 h 254"/>
                <a:gd name="T40" fmla="*/ 22 w 310"/>
                <a:gd name="T41" fmla="*/ 33 h 254"/>
                <a:gd name="T42" fmla="*/ 25 w 310"/>
                <a:gd name="T43" fmla="*/ 31 h 254"/>
                <a:gd name="T44" fmla="*/ 28 w 310"/>
                <a:gd name="T45" fmla="*/ 31 h 254"/>
                <a:gd name="T46" fmla="*/ 31 w 310"/>
                <a:gd name="T47" fmla="*/ 28 h 254"/>
                <a:gd name="T48" fmla="*/ 30 w 310"/>
                <a:gd name="T49" fmla="*/ 24 h 254"/>
                <a:gd name="T50" fmla="*/ 29 w 310"/>
                <a:gd name="T51" fmla="*/ 22 h 254"/>
                <a:gd name="T52" fmla="*/ 32 w 310"/>
                <a:gd name="T53" fmla="*/ 22 h 254"/>
                <a:gd name="T54" fmla="*/ 33 w 310"/>
                <a:gd name="T55" fmla="*/ 24 h 254"/>
                <a:gd name="T56" fmla="*/ 33 w 310"/>
                <a:gd name="T57" fmla="*/ 25 h 254"/>
                <a:gd name="T58" fmla="*/ 35 w 310"/>
                <a:gd name="T59" fmla="*/ 25 h 254"/>
                <a:gd name="T60" fmla="*/ 41 w 310"/>
                <a:gd name="T61" fmla="*/ 22 h 254"/>
                <a:gd name="T62" fmla="*/ 40 w 310"/>
                <a:gd name="T63" fmla="*/ 19 h 254"/>
                <a:gd name="T64" fmla="*/ 35 w 310"/>
                <a:gd name="T65" fmla="*/ 16 h 254"/>
                <a:gd name="T66" fmla="*/ 36 w 310"/>
                <a:gd name="T67" fmla="*/ 14 h 254"/>
                <a:gd name="T68" fmla="*/ 38 w 310"/>
                <a:gd name="T69" fmla="*/ 13 h 254"/>
                <a:gd name="T70" fmla="*/ 34 w 310"/>
                <a:gd name="T71" fmla="*/ 7 h 254"/>
                <a:gd name="T72" fmla="*/ 32 w 310"/>
                <a:gd name="T73" fmla="*/ 7 h 254"/>
                <a:gd name="T74" fmla="*/ 30 w 310"/>
                <a:gd name="T75" fmla="*/ 7 h 254"/>
                <a:gd name="T76" fmla="*/ 27 w 310"/>
                <a:gd name="T77" fmla="*/ 4 h 254"/>
                <a:gd name="T78" fmla="*/ 22 w 310"/>
                <a:gd name="T79" fmla="*/ 5 h 254"/>
                <a:gd name="T80" fmla="*/ 23 w 310"/>
                <a:gd name="T81" fmla="*/ 3 h 254"/>
                <a:gd name="T82" fmla="*/ 19 w 310"/>
                <a:gd name="T83" fmla="*/ 2 h 254"/>
                <a:gd name="T84" fmla="*/ 17 w 310"/>
                <a:gd name="T85" fmla="*/ 2 h 254"/>
                <a:gd name="T86" fmla="*/ 10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17" name="Freeform 15"/>
            <p:cNvSpPr>
              <a:spLocks/>
            </p:cNvSpPr>
            <p:nvPr/>
          </p:nvSpPr>
          <p:spPr bwMode="invGray">
            <a:xfrm>
              <a:off x="1709" y="1987"/>
              <a:ext cx="44" cy="37"/>
            </a:xfrm>
            <a:custGeom>
              <a:avLst/>
              <a:gdLst>
                <a:gd name="T0" fmla="*/ 3 w 59"/>
                <a:gd name="T1" fmla="*/ 0 h 50"/>
                <a:gd name="T2" fmla="*/ 0 w 59"/>
                <a:gd name="T3" fmla="*/ 1 h 50"/>
                <a:gd name="T4" fmla="*/ 4 w 59"/>
                <a:gd name="T5" fmla="*/ 5 h 50"/>
                <a:gd name="T6" fmla="*/ 6 w 59"/>
                <a:gd name="T7" fmla="*/ 6 h 50"/>
                <a:gd name="T8" fmla="*/ 7 w 59"/>
                <a:gd name="T9" fmla="*/ 4 h 50"/>
                <a:gd name="T10" fmla="*/ 5 w 59"/>
                <a:gd name="T11" fmla="*/ 1 h 50"/>
                <a:gd name="T12" fmla="*/ 3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18" name="Freeform 16"/>
            <p:cNvSpPr>
              <a:spLocks/>
            </p:cNvSpPr>
            <p:nvPr/>
          </p:nvSpPr>
          <p:spPr bwMode="invGray">
            <a:xfrm>
              <a:off x="1625" y="2057"/>
              <a:ext cx="65" cy="42"/>
            </a:xfrm>
            <a:custGeom>
              <a:avLst/>
              <a:gdLst>
                <a:gd name="T0" fmla="*/ 6 w 86"/>
                <a:gd name="T1" fmla="*/ 1 h 57"/>
                <a:gd name="T2" fmla="*/ 4 w 86"/>
                <a:gd name="T3" fmla="*/ 3 h 57"/>
                <a:gd name="T4" fmla="*/ 2 w 86"/>
                <a:gd name="T5" fmla="*/ 3 h 57"/>
                <a:gd name="T6" fmla="*/ 2 w 86"/>
                <a:gd name="T7" fmla="*/ 7 h 57"/>
                <a:gd name="T8" fmla="*/ 11 w 86"/>
                <a:gd name="T9" fmla="*/ 4 h 57"/>
                <a:gd name="T10" fmla="*/ 12 w 86"/>
                <a:gd name="T11" fmla="*/ 2 h 57"/>
                <a:gd name="T12" fmla="*/ 8 w 86"/>
                <a:gd name="T13" fmla="*/ 1 h 57"/>
                <a:gd name="T14" fmla="*/ 6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19" name="Freeform 17"/>
            <p:cNvSpPr>
              <a:spLocks/>
            </p:cNvSpPr>
            <p:nvPr/>
          </p:nvSpPr>
          <p:spPr bwMode="invGray">
            <a:xfrm>
              <a:off x="1693" y="2065"/>
              <a:ext cx="54" cy="25"/>
            </a:xfrm>
            <a:custGeom>
              <a:avLst/>
              <a:gdLst>
                <a:gd name="T0" fmla="*/ 5 w 73"/>
                <a:gd name="T1" fmla="*/ 0 h 34"/>
                <a:gd name="T2" fmla="*/ 1 w 73"/>
                <a:gd name="T3" fmla="*/ 2 h 34"/>
                <a:gd name="T4" fmla="*/ 3 w 73"/>
                <a:gd name="T5" fmla="*/ 4 h 34"/>
                <a:gd name="T6" fmla="*/ 7 w 73"/>
                <a:gd name="T7" fmla="*/ 3 h 34"/>
                <a:gd name="T8" fmla="*/ 7 w 73"/>
                <a:gd name="T9" fmla="*/ 2 h 34"/>
                <a:gd name="T10" fmla="*/ 5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20" name="Freeform 18"/>
            <p:cNvSpPr>
              <a:spLocks/>
            </p:cNvSpPr>
            <p:nvPr/>
          </p:nvSpPr>
          <p:spPr bwMode="invGray">
            <a:xfrm>
              <a:off x="1664" y="2029"/>
              <a:ext cx="64" cy="34"/>
            </a:xfrm>
            <a:custGeom>
              <a:avLst/>
              <a:gdLst>
                <a:gd name="T0" fmla="*/ 8 w 85"/>
                <a:gd name="T1" fmla="*/ 2 h 45"/>
                <a:gd name="T2" fmla="*/ 4 w 85"/>
                <a:gd name="T3" fmla="*/ 2 h 45"/>
                <a:gd name="T4" fmla="*/ 0 w 85"/>
                <a:gd name="T5" fmla="*/ 3 h 45"/>
                <a:gd name="T6" fmla="*/ 6 w 85"/>
                <a:gd name="T7" fmla="*/ 5 h 45"/>
                <a:gd name="T8" fmla="*/ 8 w 85"/>
                <a:gd name="T9" fmla="*/ 6 h 45"/>
                <a:gd name="T10" fmla="*/ 11 w 85"/>
                <a:gd name="T11" fmla="*/ 3 h 45"/>
                <a:gd name="T12" fmla="*/ 11 w 85"/>
                <a:gd name="T13" fmla="*/ 2 h 45"/>
                <a:gd name="T14" fmla="*/ 8 w 85"/>
                <a:gd name="T15" fmla="*/ 0 h 45"/>
                <a:gd name="T16" fmla="*/ 8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21" name="Freeform 19"/>
            <p:cNvSpPr>
              <a:spLocks/>
            </p:cNvSpPr>
            <p:nvPr/>
          </p:nvSpPr>
          <p:spPr bwMode="invGray">
            <a:xfrm>
              <a:off x="1637" y="1997"/>
              <a:ext cx="44" cy="24"/>
            </a:xfrm>
            <a:custGeom>
              <a:avLst/>
              <a:gdLst>
                <a:gd name="T0" fmla="*/ 2 w 58"/>
                <a:gd name="T1" fmla="*/ 2 h 31"/>
                <a:gd name="T2" fmla="*/ 0 w 58"/>
                <a:gd name="T3" fmla="*/ 3 h 31"/>
                <a:gd name="T4" fmla="*/ 3 w 58"/>
                <a:gd name="T5" fmla="*/ 5 h 31"/>
                <a:gd name="T6" fmla="*/ 4 w 58"/>
                <a:gd name="T7" fmla="*/ 3 h 31"/>
                <a:gd name="T8" fmla="*/ 8 w 58"/>
                <a:gd name="T9" fmla="*/ 2 h 31"/>
                <a:gd name="T10" fmla="*/ 6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22" name="Freeform 20"/>
            <p:cNvSpPr>
              <a:spLocks/>
            </p:cNvSpPr>
            <p:nvPr/>
          </p:nvSpPr>
          <p:spPr bwMode="invGray">
            <a:xfrm>
              <a:off x="1751" y="2000"/>
              <a:ext cx="114" cy="77"/>
            </a:xfrm>
            <a:custGeom>
              <a:avLst/>
              <a:gdLst>
                <a:gd name="T0" fmla="*/ 6 w 152"/>
                <a:gd name="T1" fmla="*/ 0 h 102"/>
                <a:gd name="T2" fmla="*/ 2 w 152"/>
                <a:gd name="T3" fmla="*/ 2 h 102"/>
                <a:gd name="T4" fmla="*/ 2 w 152"/>
                <a:gd name="T5" fmla="*/ 6 h 102"/>
                <a:gd name="T6" fmla="*/ 2 w 152"/>
                <a:gd name="T7" fmla="*/ 8 h 102"/>
                <a:gd name="T8" fmla="*/ 0 w 152"/>
                <a:gd name="T9" fmla="*/ 10 h 102"/>
                <a:gd name="T10" fmla="*/ 8 w 152"/>
                <a:gd name="T11" fmla="*/ 12 h 102"/>
                <a:gd name="T12" fmla="*/ 11 w 152"/>
                <a:gd name="T13" fmla="*/ 13 h 102"/>
                <a:gd name="T14" fmla="*/ 21 w 152"/>
                <a:gd name="T15" fmla="*/ 12 h 102"/>
                <a:gd name="T16" fmla="*/ 11 w 152"/>
                <a:gd name="T17" fmla="*/ 10 h 102"/>
                <a:gd name="T18" fmla="*/ 8 w 152"/>
                <a:gd name="T19" fmla="*/ 8 h 102"/>
                <a:gd name="T20" fmla="*/ 6 w 152"/>
                <a:gd name="T21" fmla="*/ 8 h 102"/>
                <a:gd name="T22" fmla="*/ 8 w 152"/>
                <a:gd name="T23" fmla="*/ 5 h 102"/>
                <a:gd name="T24" fmla="*/ 6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23" name="Freeform 21"/>
            <p:cNvSpPr>
              <a:spLocks/>
            </p:cNvSpPr>
            <p:nvPr/>
          </p:nvSpPr>
          <p:spPr bwMode="invGray">
            <a:xfrm>
              <a:off x="664" y="2245"/>
              <a:ext cx="25" cy="15"/>
            </a:xfrm>
            <a:custGeom>
              <a:avLst/>
              <a:gdLst>
                <a:gd name="T0" fmla="*/ 4 w 34"/>
                <a:gd name="T1" fmla="*/ 0 h 20"/>
                <a:gd name="T2" fmla="*/ 3 w 34"/>
                <a:gd name="T3" fmla="*/ 3 h 20"/>
                <a:gd name="T4" fmla="*/ 1 w 34"/>
                <a:gd name="T5" fmla="*/ 3 h 20"/>
                <a:gd name="T6" fmla="*/ 1 w 34"/>
                <a:gd name="T7" fmla="*/ 2 h 20"/>
                <a:gd name="T8" fmla="*/ 4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24" name="Freeform 22"/>
            <p:cNvSpPr>
              <a:spLocks/>
            </p:cNvSpPr>
            <p:nvPr/>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25" name="Freeform 23"/>
            <p:cNvSpPr>
              <a:spLocks/>
            </p:cNvSpPr>
            <p:nvPr/>
          </p:nvSpPr>
          <p:spPr bwMode="invGray">
            <a:xfrm>
              <a:off x="1424" y="2781"/>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26" name="Freeform 24"/>
            <p:cNvSpPr>
              <a:spLocks/>
            </p:cNvSpPr>
            <p:nvPr/>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27" name="Freeform 25"/>
            <p:cNvSpPr>
              <a:spLocks/>
            </p:cNvSpPr>
            <p:nvPr/>
          </p:nvSpPr>
          <p:spPr bwMode="invGray">
            <a:xfrm>
              <a:off x="1752" y="2429"/>
              <a:ext cx="38" cy="18"/>
            </a:xfrm>
            <a:custGeom>
              <a:avLst/>
              <a:gdLst>
                <a:gd name="T0" fmla="*/ 1 w 51"/>
                <a:gd name="T1" fmla="*/ 0 h 24"/>
                <a:gd name="T2" fmla="*/ 1 w 51"/>
                <a:gd name="T3" fmla="*/ 3 h 24"/>
                <a:gd name="T4" fmla="*/ 3 w 51"/>
                <a:gd name="T5" fmla="*/ 4 h 24"/>
                <a:gd name="T6" fmla="*/ 4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28" name="Freeform 26"/>
            <p:cNvSpPr>
              <a:spLocks/>
            </p:cNvSpPr>
            <p:nvPr/>
          </p:nvSpPr>
          <p:spPr bwMode="invGray">
            <a:xfrm>
              <a:off x="1652" y="2224"/>
              <a:ext cx="38" cy="18"/>
            </a:xfrm>
            <a:custGeom>
              <a:avLst/>
              <a:gdLst>
                <a:gd name="T0" fmla="*/ 1 w 51"/>
                <a:gd name="T1" fmla="*/ 0 h 24"/>
                <a:gd name="T2" fmla="*/ 1 w 51"/>
                <a:gd name="T3" fmla="*/ 3 h 24"/>
                <a:gd name="T4" fmla="*/ 3 w 51"/>
                <a:gd name="T5" fmla="*/ 4 h 24"/>
                <a:gd name="T6" fmla="*/ 4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29" name="Freeform 27"/>
            <p:cNvSpPr>
              <a:spLocks/>
            </p:cNvSpPr>
            <p:nvPr/>
          </p:nvSpPr>
          <p:spPr bwMode="invGray">
            <a:xfrm>
              <a:off x="1717" y="2045"/>
              <a:ext cx="39" cy="18"/>
            </a:xfrm>
            <a:custGeom>
              <a:avLst/>
              <a:gdLst>
                <a:gd name="T0" fmla="*/ 2 w 51"/>
                <a:gd name="T1" fmla="*/ 0 h 24"/>
                <a:gd name="T2" fmla="*/ 2 w 51"/>
                <a:gd name="T3" fmla="*/ 3 h 24"/>
                <a:gd name="T4" fmla="*/ 4 w 51"/>
                <a:gd name="T5" fmla="*/ 4 h 24"/>
                <a:gd name="T6" fmla="*/ 5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30" name="Freeform 28"/>
            <p:cNvSpPr>
              <a:spLocks/>
            </p:cNvSpPr>
            <p:nvPr/>
          </p:nvSpPr>
          <p:spPr bwMode="invGray">
            <a:xfrm>
              <a:off x="1780" y="2153"/>
              <a:ext cx="38" cy="18"/>
            </a:xfrm>
            <a:custGeom>
              <a:avLst/>
              <a:gdLst>
                <a:gd name="T0" fmla="*/ 1 w 51"/>
                <a:gd name="T1" fmla="*/ 0 h 24"/>
                <a:gd name="T2" fmla="*/ 1 w 51"/>
                <a:gd name="T3" fmla="*/ 3 h 24"/>
                <a:gd name="T4" fmla="*/ 3 w 51"/>
                <a:gd name="T5" fmla="*/ 4 h 24"/>
                <a:gd name="T6" fmla="*/ 4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31" name="Freeform 29"/>
            <p:cNvSpPr>
              <a:spLocks/>
            </p:cNvSpPr>
            <p:nvPr/>
          </p:nvSpPr>
          <p:spPr bwMode="invGray">
            <a:xfrm>
              <a:off x="1796" y="1951"/>
              <a:ext cx="696" cy="346"/>
            </a:xfrm>
            <a:custGeom>
              <a:avLst/>
              <a:gdLst>
                <a:gd name="T0" fmla="*/ 4 w 929"/>
                <a:gd name="T1" fmla="*/ 7 h 462"/>
                <a:gd name="T2" fmla="*/ 1 w 929"/>
                <a:gd name="T3" fmla="*/ 12 h 462"/>
                <a:gd name="T4" fmla="*/ 4 w 929"/>
                <a:gd name="T5" fmla="*/ 13 h 462"/>
                <a:gd name="T6" fmla="*/ 2 w 929"/>
                <a:gd name="T7" fmla="*/ 16 h 462"/>
                <a:gd name="T8" fmla="*/ 13 w 929"/>
                <a:gd name="T9" fmla="*/ 18 h 462"/>
                <a:gd name="T10" fmla="*/ 19 w 929"/>
                <a:gd name="T11" fmla="*/ 17 h 462"/>
                <a:gd name="T12" fmla="*/ 33 w 929"/>
                <a:gd name="T13" fmla="*/ 10 h 462"/>
                <a:gd name="T14" fmla="*/ 40 w 929"/>
                <a:gd name="T15" fmla="*/ 9 h 462"/>
                <a:gd name="T16" fmla="*/ 43 w 929"/>
                <a:gd name="T17" fmla="*/ 10 h 462"/>
                <a:gd name="T18" fmla="*/ 36 w 929"/>
                <a:gd name="T19" fmla="*/ 12 h 462"/>
                <a:gd name="T20" fmla="*/ 32 w 929"/>
                <a:gd name="T21" fmla="*/ 14 h 462"/>
                <a:gd name="T22" fmla="*/ 33 w 929"/>
                <a:gd name="T23" fmla="*/ 16 h 462"/>
                <a:gd name="T24" fmla="*/ 34 w 929"/>
                <a:gd name="T25" fmla="*/ 21 h 462"/>
                <a:gd name="T26" fmla="*/ 46 w 929"/>
                <a:gd name="T27" fmla="*/ 25 h 462"/>
                <a:gd name="T28" fmla="*/ 44 w 929"/>
                <a:gd name="T29" fmla="*/ 28 h 462"/>
                <a:gd name="T30" fmla="*/ 49 w 929"/>
                <a:gd name="T31" fmla="*/ 32 h 462"/>
                <a:gd name="T32" fmla="*/ 46 w 929"/>
                <a:gd name="T33" fmla="*/ 35 h 462"/>
                <a:gd name="T34" fmla="*/ 43 w 929"/>
                <a:gd name="T35" fmla="*/ 39 h 462"/>
                <a:gd name="T36" fmla="*/ 39 w 929"/>
                <a:gd name="T37" fmla="*/ 43 h 462"/>
                <a:gd name="T38" fmla="*/ 39 w 929"/>
                <a:gd name="T39" fmla="*/ 56 h 462"/>
                <a:gd name="T40" fmla="*/ 44 w 929"/>
                <a:gd name="T41" fmla="*/ 59 h 462"/>
                <a:gd name="T42" fmla="*/ 51 w 929"/>
                <a:gd name="T43" fmla="*/ 59 h 462"/>
                <a:gd name="T44" fmla="*/ 55 w 929"/>
                <a:gd name="T45" fmla="*/ 56 h 462"/>
                <a:gd name="T46" fmla="*/ 67 w 929"/>
                <a:gd name="T47" fmla="*/ 47 h 462"/>
                <a:gd name="T48" fmla="*/ 76 w 929"/>
                <a:gd name="T49" fmla="*/ 44 h 462"/>
                <a:gd name="T50" fmla="*/ 86 w 929"/>
                <a:gd name="T51" fmla="*/ 41 h 462"/>
                <a:gd name="T52" fmla="*/ 95 w 929"/>
                <a:gd name="T53" fmla="*/ 38 h 462"/>
                <a:gd name="T54" fmla="*/ 101 w 929"/>
                <a:gd name="T55" fmla="*/ 34 h 462"/>
                <a:gd name="T56" fmla="*/ 106 w 929"/>
                <a:gd name="T57" fmla="*/ 26 h 462"/>
                <a:gd name="T58" fmla="*/ 106 w 929"/>
                <a:gd name="T59" fmla="*/ 20 h 462"/>
                <a:gd name="T60" fmla="*/ 106 w 929"/>
                <a:gd name="T61" fmla="*/ 16 h 462"/>
                <a:gd name="T62" fmla="*/ 110 w 929"/>
                <a:gd name="T63" fmla="*/ 12 h 462"/>
                <a:gd name="T64" fmla="*/ 116 w 929"/>
                <a:gd name="T65" fmla="*/ 12 h 462"/>
                <a:gd name="T66" fmla="*/ 122 w 929"/>
                <a:gd name="T67" fmla="*/ 7 h 462"/>
                <a:gd name="T68" fmla="*/ 118 w 929"/>
                <a:gd name="T69" fmla="*/ 7 h 462"/>
                <a:gd name="T70" fmla="*/ 112 w 929"/>
                <a:gd name="T71" fmla="*/ 5 h 462"/>
                <a:gd name="T72" fmla="*/ 105 w 929"/>
                <a:gd name="T73" fmla="*/ 3 h 462"/>
                <a:gd name="T74" fmla="*/ 85 w 929"/>
                <a:gd name="T75" fmla="*/ 3 h 462"/>
                <a:gd name="T76" fmla="*/ 77 w 929"/>
                <a:gd name="T77" fmla="*/ 5 h 462"/>
                <a:gd name="T78" fmla="*/ 73 w 929"/>
                <a:gd name="T79" fmla="*/ 5 h 462"/>
                <a:gd name="T80" fmla="*/ 68 w 929"/>
                <a:gd name="T81" fmla="*/ 7 h 462"/>
                <a:gd name="T82" fmla="*/ 64 w 929"/>
                <a:gd name="T83" fmla="*/ 4 h 462"/>
                <a:gd name="T84" fmla="*/ 57 w 929"/>
                <a:gd name="T85" fmla="*/ 5 h 462"/>
                <a:gd name="T86" fmla="*/ 48 w 929"/>
                <a:gd name="T87" fmla="*/ 7 h 462"/>
                <a:gd name="T88" fmla="*/ 55 w 929"/>
                <a:gd name="T89" fmla="*/ 5 h 462"/>
                <a:gd name="T90" fmla="*/ 46 w 929"/>
                <a:gd name="T91" fmla="*/ 1 h 462"/>
                <a:gd name="T92" fmla="*/ 44 w 929"/>
                <a:gd name="T93" fmla="*/ 1 h 462"/>
                <a:gd name="T94" fmla="*/ 41 w 929"/>
                <a:gd name="T95" fmla="*/ 1 h 462"/>
                <a:gd name="T96" fmla="*/ 32 w 929"/>
                <a:gd name="T97" fmla="*/ 2 h 462"/>
                <a:gd name="T98" fmla="*/ 21 w 929"/>
                <a:gd name="T99" fmla="*/ 4 h 462"/>
                <a:gd name="T100" fmla="*/ 14 w 929"/>
                <a:gd name="T101" fmla="*/ 3 h 462"/>
                <a:gd name="T102" fmla="*/ 15 w 929"/>
                <a:gd name="T103" fmla="*/ 9 h 462"/>
                <a:gd name="T104" fmla="*/ 13 w 929"/>
                <a:gd name="T105" fmla="*/ 7 h 462"/>
                <a:gd name="T106" fmla="*/ 7 w 929"/>
                <a:gd name="T107" fmla="*/ 5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32" name="Freeform 30"/>
            <p:cNvSpPr>
              <a:spLocks/>
            </p:cNvSpPr>
            <p:nvPr/>
          </p:nvSpPr>
          <p:spPr bwMode="invGray">
            <a:xfrm>
              <a:off x="2009" y="2135"/>
              <a:ext cx="39" cy="24"/>
            </a:xfrm>
            <a:custGeom>
              <a:avLst/>
              <a:gdLst>
                <a:gd name="T0" fmla="*/ 5 w 52"/>
                <a:gd name="T1" fmla="*/ 0 h 32"/>
                <a:gd name="T2" fmla="*/ 2 w 52"/>
                <a:gd name="T3" fmla="*/ 3 h 32"/>
                <a:gd name="T4" fmla="*/ 4 w 52"/>
                <a:gd name="T5" fmla="*/ 5 h 32"/>
                <a:gd name="T6" fmla="*/ 6 w 52"/>
                <a:gd name="T7" fmla="*/ 5 h 32"/>
                <a:gd name="T8" fmla="*/ 5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33" name="Freeform 31"/>
            <p:cNvSpPr>
              <a:spLocks/>
            </p:cNvSpPr>
            <p:nvPr/>
          </p:nvSpPr>
          <p:spPr bwMode="invGray">
            <a:xfrm>
              <a:off x="2292" y="2201"/>
              <a:ext cx="128" cy="54"/>
            </a:xfrm>
            <a:custGeom>
              <a:avLst/>
              <a:gdLst>
                <a:gd name="T0" fmla="*/ 13 w 172"/>
                <a:gd name="T1" fmla="*/ 2 h 72"/>
                <a:gd name="T2" fmla="*/ 8 w 172"/>
                <a:gd name="T3" fmla="*/ 2 h 72"/>
                <a:gd name="T4" fmla="*/ 7 w 172"/>
                <a:gd name="T5" fmla="*/ 0 h 72"/>
                <a:gd name="T6" fmla="*/ 0 w 172"/>
                <a:gd name="T7" fmla="*/ 4 h 72"/>
                <a:gd name="T8" fmla="*/ 4 w 172"/>
                <a:gd name="T9" fmla="*/ 6 h 72"/>
                <a:gd name="T10" fmla="*/ 5 w 172"/>
                <a:gd name="T11" fmla="*/ 8 h 72"/>
                <a:gd name="T12" fmla="*/ 8 w 172"/>
                <a:gd name="T13" fmla="*/ 10 h 72"/>
                <a:gd name="T14" fmla="*/ 10 w 172"/>
                <a:gd name="T15" fmla="*/ 10 h 72"/>
                <a:gd name="T16" fmla="*/ 16 w 172"/>
                <a:gd name="T17" fmla="*/ 8 h 72"/>
                <a:gd name="T18" fmla="*/ 22 w 172"/>
                <a:gd name="T19" fmla="*/ 6 h 72"/>
                <a:gd name="T20" fmla="*/ 19 w 172"/>
                <a:gd name="T21" fmla="*/ 3 h 72"/>
                <a:gd name="T22" fmla="*/ 17 w 172"/>
                <a:gd name="T23" fmla="*/ 2 h 72"/>
                <a:gd name="T24" fmla="*/ 13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34" name="Freeform 32"/>
            <p:cNvSpPr>
              <a:spLocks/>
            </p:cNvSpPr>
            <p:nvPr/>
          </p:nvSpPr>
          <p:spPr bwMode="invGray">
            <a:xfrm>
              <a:off x="2393" y="2038"/>
              <a:ext cx="39" cy="24"/>
            </a:xfrm>
            <a:custGeom>
              <a:avLst/>
              <a:gdLst>
                <a:gd name="T0" fmla="*/ 5 w 52"/>
                <a:gd name="T1" fmla="*/ 0 h 32"/>
                <a:gd name="T2" fmla="*/ 2 w 52"/>
                <a:gd name="T3" fmla="*/ 3 h 32"/>
                <a:gd name="T4" fmla="*/ 4 w 52"/>
                <a:gd name="T5" fmla="*/ 5 h 32"/>
                <a:gd name="T6" fmla="*/ 6 w 52"/>
                <a:gd name="T7" fmla="*/ 5 h 32"/>
                <a:gd name="T8" fmla="*/ 5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35" name="Freeform 33"/>
            <p:cNvSpPr>
              <a:spLocks/>
            </p:cNvSpPr>
            <p:nvPr/>
          </p:nvSpPr>
          <p:spPr bwMode="invGray">
            <a:xfrm>
              <a:off x="2662" y="2006"/>
              <a:ext cx="155" cy="63"/>
            </a:xfrm>
            <a:custGeom>
              <a:avLst/>
              <a:gdLst>
                <a:gd name="T0" fmla="*/ 26 w 206"/>
                <a:gd name="T1" fmla="*/ 1 h 85"/>
                <a:gd name="T2" fmla="*/ 14 w 206"/>
                <a:gd name="T3" fmla="*/ 1 h 85"/>
                <a:gd name="T4" fmla="*/ 15 w 206"/>
                <a:gd name="T5" fmla="*/ 3 h 85"/>
                <a:gd name="T6" fmla="*/ 15 w 206"/>
                <a:gd name="T7" fmla="*/ 4 h 85"/>
                <a:gd name="T8" fmla="*/ 13 w 206"/>
                <a:gd name="T9" fmla="*/ 3 h 85"/>
                <a:gd name="T10" fmla="*/ 11 w 206"/>
                <a:gd name="T11" fmla="*/ 2 h 85"/>
                <a:gd name="T12" fmla="*/ 4 w 206"/>
                <a:gd name="T13" fmla="*/ 3 h 85"/>
                <a:gd name="T14" fmla="*/ 5 w 206"/>
                <a:gd name="T15" fmla="*/ 6 h 85"/>
                <a:gd name="T16" fmla="*/ 8 w 206"/>
                <a:gd name="T17" fmla="*/ 7 h 85"/>
                <a:gd name="T18" fmla="*/ 11 w 206"/>
                <a:gd name="T19" fmla="*/ 9 h 85"/>
                <a:gd name="T20" fmla="*/ 13 w 206"/>
                <a:gd name="T21" fmla="*/ 10 h 85"/>
                <a:gd name="T22" fmla="*/ 15 w 206"/>
                <a:gd name="T23" fmla="*/ 8 h 85"/>
                <a:gd name="T24" fmla="*/ 17 w 206"/>
                <a:gd name="T25" fmla="*/ 7 h 85"/>
                <a:gd name="T26" fmla="*/ 17 w 206"/>
                <a:gd name="T27" fmla="*/ 5 h 85"/>
                <a:gd name="T28" fmla="*/ 23 w 206"/>
                <a:gd name="T29" fmla="*/ 4 h 85"/>
                <a:gd name="T30" fmla="*/ 26 w 206"/>
                <a:gd name="T31" fmla="*/ 4 h 85"/>
                <a:gd name="T32" fmla="*/ 27 w 206"/>
                <a:gd name="T33" fmla="*/ 3 h 85"/>
                <a:gd name="T34" fmla="*/ 26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36" name="Freeform 34"/>
            <p:cNvSpPr>
              <a:spLocks/>
            </p:cNvSpPr>
            <p:nvPr/>
          </p:nvSpPr>
          <p:spPr bwMode="invGray">
            <a:xfrm>
              <a:off x="2759" y="2039"/>
              <a:ext cx="48" cy="21"/>
            </a:xfrm>
            <a:custGeom>
              <a:avLst/>
              <a:gdLst>
                <a:gd name="T0" fmla="*/ 5 w 64"/>
                <a:gd name="T1" fmla="*/ 2 h 28"/>
                <a:gd name="T2" fmla="*/ 2 w 64"/>
                <a:gd name="T3" fmla="*/ 2 h 28"/>
                <a:gd name="T4" fmla="*/ 4 w 64"/>
                <a:gd name="T5" fmla="*/ 4 h 28"/>
                <a:gd name="T6" fmla="*/ 8 w 64"/>
                <a:gd name="T7" fmla="*/ 2 h 28"/>
                <a:gd name="T8" fmla="*/ 5 w 64"/>
                <a:gd name="T9" fmla="*/ 2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37" name="Freeform 35"/>
            <p:cNvSpPr>
              <a:spLocks/>
            </p:cNvSpPr>
            <p:nvPr/>
          </p:nvSpPr>
          <p:spPr bwMode="invGray">
            <a:xfrm>
              <a:off x="2467" y="2311"/>
              <a:ext cx="109" cy="132"/>
            </a:xfrm>
            <a:custGeom>
              <a:avLst/>
              <a:gdLst>
                <a:gd name="T0" fmla="*/ 3 w 146"/>
                <a:gd name="T1" fmla="*/ 3 h 176"/>
                <a:gd name="T2" fmla="*/ 0 w 146"/>
                <a:gd name="T3" fmla="*/ 4 h 176"/>
                <a:gd name="T4" fmla="*/ 1 w 146"/>
                <a:gd name="T5" fmla="*/ 6 h 176"/>
                <a:gd name="T6" fmla="*/ 4 w 146"/>
                <a:gd name="T7" fmla="*/ 12 h 176"/>
                <a:gd name="T8" fmla="*/ 7 w 146"/>
                <a:gd name="T9" fmla="*/ 13 h 176"/>
                <a:gd name="T10" fmla="*/ 7 w 146"/>
                <a:gd name="T11" fmla="*/ 15 h 176"/>
                <a:gd name="T12" fmla="*/ 4 w 146"/>
                <a:gd name="T13" fmla="*/ 15 h 176"/>
                <a:gd name="T14" fmla="*/ 2 w 146"/>
                <a:gd name="T15" fmla="*/ 18 h 176"/>
                <a:gd name="T16" fmla="*/ 2 w 146"/>
                <a:gd name="T17" fmla="*/ 19 h 176"/>
                <a:gd name="T18" fmla="*/ 4 w 146"/>
                <a:gd name="T19" fmla="*/ 20 h 176"/>
                <a:gd name="T20" fmla="*/ 2 w 146"/>
                <a:gd name="T21" fmla="*/ 23 h 176"/>
                <a:gd name="T22" fmla="*/ 2 w 146"/>
                <a:gd name="T23" fmla="*/ 24 h 176"/>
                <a:gd name="T24" fmla="*/ 4 w 146"/>
                <a:gd name="T25" fmla="*/ 23 h 176"/>
                <a:gd name="T26" fmla="*/ 7 w 146"/>
                <a:gd name="T27" fmla="*/ 23 h 176"/>
                <a:gd name="T28" fmla="*/ 12 w 146"/>
                <a:gd name="T29" fmla="*/ 23 h 176"/>
                <a:gd name="T30" fmla="*/ 14 w 146"/>
                <a:gd name="T31" fmla="*/ 23 h 176"/>
                <a:gd name="T32" fmla="*/ 16 w 146"/>
                <a:gd name="T33" fmla="*/ 23 h 176"/>
                <a:gd name="T34" fmla="*/ 16 w 146"/>
                <a:gd name="T35" fmla="*/ 20 h 176"/>
                <a:gd name="T36" fmla="*/ 19 w 146"/>
                <a:gd name="T37" fmla="*/ 18 h 176"/>
                <a:gd name="T38" fmla="*/ 14 w 146"/>
                <a:gd name="T39" fmla="*/ 15 h 176"/>
                <a:gd name="T40" fmla="*/ 12 w 146"/>
                <a:gd name="T41" fmla="*/ 11 h 176"/>
                <a:gd name="T42" fmla="*/ 10 w 146"/>
                <a:gd name="T43" fmla="*/ 10 h 176"/>
                <a:gd name="T44" fmla="*/ 8 w 146"/>
                <a:gd name="T45" fmla="*/ 8 h 176"/>
                <a:gd name="T46" fmla="*/ 11 w 146"/>
                <a:gd name="T47" fmla="*/ 6 h 176"/>
                <a:gd name="T48" fmla="*/ 8 w 146"/>
                <a:gd name="T49" fmla="*/ 5 h 176"/>
                <a:gd name="T50" fmla="*/ 9 w 146"/>
                <a:gd name="T51" fmla="*/ 2 h 176"/>
                <a:gd name="T52" fmla="*/ 5 w 146"/>
                <a:gd name="T53" fmla="*/ 1 h 176"/>
                <a:gd name="T54" fmla="*/ 4 w 146"/>
                <a:gd name="T55" fmla="*/ 2 h 176"/>
                <a:gd name="T56" fmla="*/ 3 w 146"/>
                <a:gd name="T57" fmla="*/ 3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38" name="Freeform 36"/>
            <p:cNvSpPr>
              <a:spLocks/>
            </p:cNvSpPr>
            <p:nvPr/>
          </p:nvSpPr>
          <p:spPr bwMode="invGray">
            <a:xfrm>
              <a:off x="2413" y="2359"/>
              <a:ext cx="69" cy="68"/>
            </a:xfrm>
            <a:custGeom>
              <a:avLst/>
              <a:gdLst>
                <a:gd name="T0" fmla="*/ 8 w 92"/>
                <a:gd name="T1" fmla="*/ 1 h 92"/>
                <a:gd name="T2" fmla="*/ 11 w 92"/>
                <a:gd name="T3" fmla="*/ 1 h 92"/>
                <a:gd name="T4" fmla="*/ 13 w 92"/>
                <a:gd name="T5" fmla="*/ 3 h 92"/>
                <a:gd name="T6" fmla="*/ 11 w 92"/>
                <a:gd name="T7" fmla="*/ 5 h 92"/>
                <a:gd name="T8" fmla="*/ 6 w 92"/>
                <a:gd name="T9" fmla="*/ 9 h 92"/>
                <a:gd name="T10" fmla="*/ 3 w 92"/>
                <a:gd name="T11" fmla="*/ 11 h 92"/>
                <a:gd name="T12" fmla="*/ 2 w 92"/>
                <a:gd name="T13" fmla="*/ 9 h 92"/>
                <a:gd name="T14" fmla="*/ 3 w 92"/>
                <a:gd name="T15" fmla="*/ 7 h 92"/>
                <a:gd name="T16" fmla="*/ 2 w 92"/>
                <a:gd name="T17" fmla="*/ 5 h 92"/>
                <a:gd name="T18" fmla="*/ 6 w 92"/>
                <a:gd name="T19" fmla="*/ 4 h 92"/>
                <a:gd name="T20" fmla="*/ 8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39" name="Freeform 37"/>
            <p:cNvSpPr>
              <a:spLocks/>
            </p:cNvSpPr>
            <p:nvPr/>
          </p:nvSpPr>
          <p:spPr bwMode="invGray">
            <a:xfrm>
              <a:off x="4099" y="3502"/>
              <a:ext cx="474" cy="495"/>
            </a:xfrm>
            <a:custGeom>
              <a:avLst/>
              <a:gdLst>
                <a:gd name="T0" fmla="*/ 28 w 633"/>
                <a:gd name="T1" fmla="*/ 2 h 660"/>
                <a:gd name="T2" fmla="*/ 23 w 633"/>
                <a:gd name="T3" fmla="*/ 3 h 660"/>
                <a:gd name="T4" fmla="*/ 19 w 633"/>
                <a:gd name="T5" fmla="*/ 8 h 660"/>
                <a:gd name="T6" fmla="*/ 13 w 633"/>
                <a:gd name="T7" fmla="*/ 8 h 660"/>
                <a:gd name="T8" fmla="*/ 10 w 633"/>
                <a:gd name="T9" fmla="*/ 11 h 660"/>
                <a:gd name="T10" fmla="*/ 9 w 633"/>
                <a:gd name="T11" fmla="*/ 16 h 660"/>
                <a:gd name="T12" fmla="*/ 4 w 633"/>
                <a:gd name="T13" fmla="*/ 23 h 660"/>
                <a:gd name="T14" fmla="*/ 0 w 633"/>
                <a:gd name="T15" fmla="*/ 24 h 660"/>
                <a:gd name="T16" fmla="*/ 9 w 633"/>
                <a:gd name="T17" fmla="*/ 44 h 660"/>
                <a:gd name="T18" fmla="*/ 16 w 633"/>
                <a:gd name="T19" fmla="*/ 57 h 660"/>
                <a:gd name="T20" fmla="*/ 19 w 633"/>
                <a:gd name="T21" fmla="*/ 59 h 660"/>
                <a:gd name="T22" fmla="*/ 22 w 633"/>
                <a:gd name="T23" fmla="*/ 60 h 660"/>
                <a:gd name="T24" fmla="*/ 30 w 633"/>
                <a:gd name="T25" fmla="*/ 58 h 660"/>
                <a:gd name="T26" fmla="*/ 33 w 633"/>
                <a:gd name="T27" fmla="*/ 57 h 660"/>
                <a:gd name="T28" fmla="*/ 39 w 633"/>
                <a:gd name="T29" fmla="*/ 60 h 660"/>
                <a:gd name="T30" fmla="*/ 43 w 633"/>
                <a:gd name="T31" fmla="*/ 71 h 660"/>
                <a:gd name="T32" fmla="*/ 44 w 633"/>
                <a:gd name="T33" fmla="*/ 71 h 660"/>
                <a:gd name="T34" fmla="*/ 46 w 633"/>
                <a:gd name="T35" fmla="*/ 68 h 660"/>
                <a:gd name="T36" fmla="*/ 49 w 633"/>
                <a:gd name="T37" fmla="*/ 74 h 660"/>
                <a:gd name="T38" fmla="*/ 53 w 633"/>
                <a:gd name="T39" fmla="*/ 77 h 660"/>
                <a:gd name="T40" fmla="*/ 58 w 633"/>
                <a:gd name="T41" fmla="*/ 80 h 660"/>
                <a:gd name="T42" fmla="*/ 58 w 633"/>
                <a:gd name="T43" fmla="*/ 83 h 660"/>
                <a:gd name="T44" fmla="*/ 60 w 633"/>
                <a:gd name="T45" fmla="*/ 83 h 660"/>
                <a:gd name="T46" fmla="*/ 64 w 633"/>
                <a:gd name="T47" fmla="*/ 87 h 660"/>
                <a:gd name="T48" fmla="*/ 65 w 633"/>
                <a:gd name="T49" fmla="*/ 85 h 660"/>
                <a:gd name="T50" fmla="*/ 71 w 633"/>
                <a:gd name="T51" fmla="*/ 89 h 660"/>
                <a:gd name="T52" fmla="*/ 77 w 633"/>
                <a:gd name="T53" fmla="*/ 87 h 660"/>
                <a:gd name="T54" fmla="*/ 82 w 633"/>
                <a:gd name="T55" fmla="*/ 71 h 660"/>
                <a:gd name="T56" fmla="*/ 83 w 633"/>
                <a:gd name="T57" fmla="*/ 62 h 660"/>
                <a:gd name="T58" fmla="*/ 82 w 633"/>
                <a:gd name="T59" fmla="*/ 49 h 660"/>
                <a:gd name="T60" fmla="*/ 70 w 633"/>
                <a:gd name="T61" fmla="*/ 37 h 660"/>
                <a:gd name="T62" fmla="*/ 70 w 633"/>
                <a:gd name="T63" fmla="*/ 32 h 660"/>
                <a:gd name="T64" fmla="*/ 61 w 633"/>
                <a:gd name="T65" fmla="*/ 24 h 660"/>
                <a:gd name="T66" fmla="*/ 62 w 633"/>
                <a:gd name="T67" fmla="*/ 21 h 660"/>
                <a:gd name="T68" fmla="*/ 60 w 633"/>
                <a:gd name="T69" fmla="*/ 18 h 660"/>
                <a:gd name="T70" fmla="*/ 55 w 633"/>
                <a:gd name="T71" fmla="*/ 11 h 660"/>
                <a:gd name="T72" fmla="*/ 52 w 633"/>
                <a:gd name="T73" fmla="*/ 5 h 660"/>
                <a:gd name="T74" fmla="*/ 51 w 633"/>
                <a:gd name="T75" fmla="*/ 3 h 660"/>
                <a:gd name="T76" fmla="*/ 48 w 633"/>
                <a:gd name="T77" fmla="*/ 20 h 660"/>
                <a:gd name="T78" fmla="*/ 43 w 633"/>
                <a:gd name="T79" fmla="*/ 16 h 660"/>
                <a:gd name="T80" fmla="*/ 39 w 633"/>
                <a:gd name="T81" fmla="*/ 15 h 660"/>
                <a:gd name="T82" fmla="*/ 36 w 633"/>
                <a:gd name="T83" fmla="*/ 12 h 660"/>
                <a:gd name="T84" fmla="*/ 34 w 633"/>
                <a:gd name="T85" fmla="*/ 8 h 660"/>
                <a:gd name="T86" fmla="*/ 37 w 633"/>
                <a:gd name="T87" fmla="*/ 8 h 660"/>
                <a:gd name="T88" fmla="*/ 32 w 633"/>
                <a:gd name="T89" fmla="*/ 3 h 660"/>
                <a:gd name="T90" fmla="*/ 28 w 633"/>
                <a:gd name="T91" fmla="*/ 2 h 660"/>
                <a:gd name="T92" fmla="*/ 27 w 633"/>
                <a:gd name="T93" fmla="*/ 2 h 660"/>
                <a:gd name="T94" fmla="*/ 28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40" name="Freeform 38"/>
            <p:cNvSpPr>
              <a:spLocks/>
            </p:cNvSpPr>
            <p:nvPr/>
          </p:nvSpPr>
          <p:spPr bwMode="invGray">
            <a:xfrm>
              <a:off x="4246" y="3241"/>
              <a:ext cx="319" cy="210"/>
            </a:xfrm>
            <a:custGeom>
              <a:avLst/>
              <a:gdLst>
                <a:gd name="T0" fmla="*/ 10 w 426"/>
                <a:gd name="T1" fmla="*/ 8 h 280"/>
                <a:gd name="T2" fmla="*/ 9 w 426"/>
                <a:gd name="T3" fmla="*/ 5 h 280"/>
                <a:gd name="T4" fmla="*/ 8 w 426"/>
                <a:gd name="T5" fmla="*/ 2 h 280"/>
                <a:gd name="T6" fmla="*/ 7 w 426"/>
                <a:gd name="T7" fmla="*/ 2 h 280"/>
                <a:gd name="T8" fmla="*/ 2 w 426"/>
                <a:gd name="T9" fmla="*/ 2 h 280"/>
                <a:gd name="T10" fmla="*/ 5 w 426"/>
                <a:gd name="T11" fmla="*/ 6 h 280"/>
                <a:gd name="T12" fmla="*/ 6 w 426"/>
                <a:gd name="T13" fmla="*/ 8 h 280"/>
                <a:gd name="T14" fmla="*/ 3 w 426"/>
                <a:gd name="T15" fmla="*/ 10 h 280"/>
                <a:gd name="T16" fmla="*/ 12 w 426"/>
                <a:gd name="T17" fmla="*/ 13 h 280"/>
                <a:gd name="T18" fmla="*/ 16 w 426"/>
                <a:gd name="T19" fmla="*/ 15 h 280"/>
                <a:gd name="T20" fmla="*/ 16 w 426"/>
                <a:gd name="T21" fmla="*/ 17 h 280"/>
                <a:gd name="T22" fmla="*/ 19 w 426"/>
                <a:gd name="T23" fmla="*/ 18 h 280"/>
                <a:gd name="T24" fmla="*/ 19 w 426"/>
                <a:gd name="T25" fmla="*/ 22 h 280"/>
                <a:gd name="T26" fmla="*/ 17 w 426"/>
                <a:gd name="T27" fmla="*/ 26 h 280"/>
                <a:gd name="T28" fmla="*/ 24 w 426"/>
                <a:gd name="T29" fmla="*/ 26 h 280"/>
                <a:gd name="T30" fmla="*/ 25 w 426"/>
                <a:gd name="T31" fmla="*/ 29 h 280"/>
                <a:gd name="T32" fmla="*/ 28 w 426"/>
                <a:gd name="T33" fmla="*/ 30 h 280"/>
                <a:gd name="T34" fmla="*/ 30 w 426"/>
                <a:gd name="T35" fmla="*/ 31 h 280"/>
                <a:gd name="T36" fmla="*/ 33 w 426"/>
                <a:gd name="T37" fmla="*/ 30 h 280"/>
                <a:gd name="T38" fmla="*/ 37 w 426"/>
                <a:gd name="T39" fmla="*/ 26 h 280"/>
                <a:gd name="T40" fmla="*/ 44 w 426"/>
                <a:gd name="T41" fmla="*/ 34 h 280"/>
                <a:gd name="T42" fmla="*/ 48 w 426"/>
                <a:gd name="T43" fmla="*/ 38 h 280"/>
                <a:gd name="T44" fmla="*/ 48 w 426"/>
                <a:gd name="T45" fmla="*/ 30 h 280"/>
                <a:gd name="T46" fmla="*/ 44 w 426"/>
                <a:gd name="T47" fmla="*/ 27 h 280"/>
                <a:gd name="T48" fmla="*/ 49 w 426"/>
                <a:gd name="T49" fmla="*/ 23 h 280"/>
                <a:gd name="T50" fmla="*/ 54 w 426"/>
                <a:gd name="T51" fmla="*/ 22 h 280"/>
                <a:gd name="T52" fmla="*/ 56 w 426"/>
                <a:gd name="T53" fmla="*/ 21 h 280"/>
                <a:gd name="T54" fmla="*/ 56 w 426"/>
                <a:gd name="T55" fmla="*/ 19 h 280"/>
                <a:gd name="T56" fmla="*/ 47 w 426"/>
                <a:gd name="T57" fmla="*/ 20 h 280"/>
                <a:gd name="T58" fmla="*/ 40 w 426"/>
                <a:gd name="T59" fmla="*/ 19 h 280"/>
                <a:gd name="T60" fmla="*/ 39 w 426"/>
                <a:gd name="T61" fmla="*/ 17 h 280"/>
                <a:gd name="T62" fmla="*/ 39 w 426"/>
                <a:gd name="T63" fmla="*/ 16 h 280"/>
                <a:gd name="T64" fmla="*/ 29 w 426"/>
                <a:gd name="T65" fmla="*/ 11 h 280"/>
                <a:gd name="T66" fmla="*/ 21 w 426"/>
                <a:gd name="T67" fmla="*/ 8 h 280"/>
                <a:gd name="T68" fmla="*/ 18 w 426"/>
                <a:gd name="T69" fmla="*/ 8 h 280"/>
                <a:gd name="T70" fmla="*/ 10 w 426"/>
                <a:gd name="T71" fmla="*/ 8 h 280"/>
                <a:gd name="T72" fmla="*/ 9 w 426"/>
                <a:gd name="T73" fmla="*/ 5 h 280"/>
                <a:gd name="T74" fmla="*/ 9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algn="ctr" rotWithShape="0">
                      <a:srgbClr val="989898">
                        <a:alpha val="50000"/>
                      </a:srgbClr>
                    </a:outerShdw>
                  </a:effectLst>
                </a14:hiddenEffects>
              </a:ext>
            </a:extLst>
          </p:spPr>
          <p:txBody>
            <a:bodyPr/>
            <a:lstStyle/>
            <a:p>
              <a:endParaRPr lang="zh-CN" altLang="en-US"/>
            </a:p>
          </p:txBody>
        </p:sp>
        <p:sp>
          <p:nvSpPr>
            <p:cNvPr id="41" name="Freeform 39"/>
            <p:cNvSpPr>
              <a:spLocks/>
            </p:cNvSpPr>
            <p:nvPr/>
          </p:nvSpPr>
          <p:spPr bwMode="invGray">
            <a:xfrm>
              <a:off x="4255" y="3243"/>
              <a:ext cx="311" cy="211"/>
            </a:xfrm>
            <a:custGeom>
              <a:avLst/>
              <a:gdLst>
                <a:gd name="T0" fmla="*/ 0 w 416"/>
                <a:gd name="T1" fmla="*/ 1 h 282"/>
                <a:gd name="T2" fmla="*/ 2 w 416"/>
                <a:gd name="T3" fmla="*/ 5 h 282"/>
                <a:gd name="T4" fmla="*/ 4 w 416"/>
                <a:gd name="T5" fmla="*/ 7 h 282"/>
                <a:gd name="T6" fmla="*/ 10 w 416"/>
                <a:gd name="T7" fmla="*/ 12 h 282"/>
                <a:gd name="T8" fmla="*/ 16 w 416"/>
                <a:gd name="T9" fmla="*/ 15 h 282"/>
                <a:gd name="T10" fmla="*/ 17 w 416"/>
                <a:gd name="T11" fmla="*/ 16 h 282"/>
                <a:gd name="T12" fmla="*/ 18 w 416"/>
                <a:gd name="T13" fmla="*/ 22 h 282"/>
                <a:gd name="T14" fmla="*/ 16 w 416"/>
                <a:gd name="T15" fmla="*/ 26 h 282"/>
                <a:gd name="T16" fmla="*/ 18 w 416"/>
                <a:gd name="T17" fmla="*/ 25 h 282"/>
                <a:gd name="T18" fmla="*/ 19 w 416"/>
                <a:gd name="T19" fmla="*/ 25 h 282"/>
                <a:gd name="T20" fmla="*/ 21 w 416"/>
                <a:gd name="T21" fmla="*/ 26 h 282"/>
                <a:gd name="T22" fmla="*/ 24 w 416"/>
                <a:gd name="T23" fmla="*/ 28 h 282"/>
                <a:gd name="T24" fmla="*/ 28 w 416"/>
                <a:gd name="T25" fmla="*/ 31 h 282"/>
                <a:gd name="T26" fmla="*/ 31 w 416"/>
                <a:gd name="T27" fmla="*/ 29 h 282"/>
                <a:gd name="T28" fmla="*/ 32 w 416"/>
                <a:gd name="T29" fmla="*/ 25 h 282"/>
                <a:gd name="T30" fmla="*/ 35 w 416"/>
                <a:gd name="T31" fmla="*/ 26 h 282"/>
                <a:gd name="T32" fmla="*/ 38 w 416"/>
                <a:gd name="T33" fmla="*/ 28 h 282"/>
                <a:gd name="T34" fmla="*/ 44 w 416"/>
                <a:gd name="T35" fmla="*/ 37 h 282"/>
                <a:gd name="T36" fmla="*/ 46 w 416"/>
                <a:gd name="T37" fmla="*/ 37 h 282"/>
                <a:gd name="T38" fmla="*/ 46 w 416"/>
                <a:gd name="T39" fmla="*/ 33 h 282"/>
                <a:gd name="T40" fmla="*/ 41 w 416"/>
                <a:gd name="T41" fmla="*/ 25 h 282"/>
                <a:gd name="T42" fmla="*/ 47 w 416"/>
                <a:gd name="T43" fmla="*/ 23 h 282"/>
                <a:gd name="T44" fmla="*/ 53 w 416"/>
                <a:gd name="T45" fmla="*/ 19 h 282"/>
                <a:gd name="T46" fmla="*/ 54 w 416"/>
                <a:gd name="T47" fmla="*/ 16 h 282"/>
                <a:gd name="T48" fmla="*/ 48 w 416"/>
                <a:gd name="T49" fmla="*/ 18 h 282"/>
                <a:gd name="T50" fmla="*/ 40 w 416"/>
                <a:gd name="T51" fmla="*/ 18 h 282"/>
                <a:gd name="T52" fmla="*/ 34 w 416"/>
                <a:gd name="T53" fmla="*/ 13 h 282"/>
                <a:gd name="T54" fmla="*/ 24 w 416"/>
                <a:gd name="T55" fmla="*/ 7 h 282"/>
                <a:gd name="T56" fmla="*/ 17 w 416"/>
                <a:gd name="T57" fmla="*/ 4 h 282"/>
                <a:gd name="T58" fmla="*/ 12 w 416"/>
                <a:gd name="T59" fmla="*/ 5 h 282"/>
                <a:gd name="T60" fmla="*/ 10 w 416"/>
                <a:gd name="T61" fmla="*/ 7 h 282"/>
                <a:gd name="T62" fmla="*/ 7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42" name="Freeform 40"/>
            <p:cNvSpPr>
              <a:spLocks/>
            </p:cNvSpPr>
            <p:nvPr/>
          </p:nvSpPr>
          <p:spPr bwMode="invGray">
            <a:xfrm>
              <a:off x="4485" y="4013"/>
              <a:ext cx="45" cy="58"/>
            </a:xfrm>
            <a:custGeom>
              <a:avLst/>
              <a:gdLst>
                <a:gd name="T0" fmla="*/ 5 w 60"/>
                <a:gd name="T1" fmla="*/ 2 h 78"/>
                <a:gd name="T2" fmla="*/ 0 w 60"/>
                <a:gd name="T3" fmla="*/ 2 h 78"/>
                <a:gd name="T4" fmla="*/ 3 w 60"/>
                <a:gd name="T5" fmla="*/ 5 h 78"/>
                <a:gd name="T6" fmla="*/ 4 w 60"/>
                <a:gd name="T7" fmla="*/ 8 h 78"/>
                <a:gd name="T8" fmla="*/ 5 w 60"/>
                <a:gd name="T9" fmla="*/ 10 h 78"/>
                <a:gd name="T10" fmla="*/ 8 w 60"/>
                <a:gd name="T11" fmla="*/ 7 h 78"/>
                <a:gd name="T12" fmla="*/ 5 w 60"/>
                <a:gd name="T13" fmla="*/ 2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43" name="Freeform 41"/>
            <p:cNvSpPr>
              <a:spLocks/>
            </p:cNvSpPr>
            <p:nvPr/>
          </p:nvSpPr>
          <p:spPr bwMode="invGray">
            <a:xfrm>
              <a:off x="4621" y="3923"/>
              <a:ext cx="164" cy="85"/>
            </a:xfrm>
            <a:custGeom>
              <a:avLst/>
              <a:gdLst>
                <a:gd name="T0" fmla="*/ 5 w 219"/>
                <a:gd name="T1" fmla="*/ 10 h 113"/>
                <a:gd name="T2" fmla="*/ 5 w 219"/>
                <a:gd name="T3" fmla="*/ 8 h 113"/>
                <a:gd name="T4" fmla="*/ 1 w 219"/>
                <a:gd name="T5" fmla="*/ 10 h 113"/>
                <a:gd name="T6" fmla="*/ 5 w 219"/>
                <a:gd name="T7" fmla="*/ 15 h 113"/>
                <a:gd name="T8" fmla="*/ 16 w 219"/>
                <a:gd name="T9" fmla="*/ 13 h 113"/>
                <a:gd name="T10" fmla="*/ 19 w 219"/>
                <a:gd name="T11" fmla="*/ 10 h 113"/>
                <a:gd name="T12" fmla="*/ 22 w 219"/>
                <a:gd name="T13" fmla="*/ 9 h 113"/>
                <a:gd name="T14" fmla="*/ 29 w 219"/>
                <a:gd name="T15" fmla="*/ 3 h 113"/>
                <a:gd name="T16" fmla="*/ 28 w 219"/>
                <a:gd name="T17" fmla="*/ 0 h 113"/>
                <a:gd name="T18" fmla="*/ 23 w 219"/>
                <a:gd name="T19" fmla="*/ 3 h 113"/>
                <a:gd name="T20" fmla="*/ 14 w 219"/>
                <a:gd name="T21" fmla="*/ 6 h 113"/>
                <a:gd name="T22" fmla="*/ 10 w 219"/>
                <a:gd name="T23" fmla="*/ 6 h 113"/>
                <a:gd name="T24" fmla="*/ 7 w 219"/>
                <a:gd name="T25" fmla="*/ 8 h 113"/>
                <a:gd name="T26" fmla="*/ 5 w 219"/>
                <a:gd name="T27" fmla="*/ 10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44" name="Freeform 42"/>
            <p:cNvSpPr>
              <a:spLocks/>
            </p:cNvSpPr>
            <p:nvPr/>
          </p:nvSpPr>
          <p:spPr bwMode="invGray">
            <a:xfrm>
              <a:off x="4791" y="3873"/>
              <a:ext cx="104" cy="92"/>
            </a:xfrm>
            <a:custGeom>
              <a:avLst/>
              <a:gdLst>
                <a:gd name="T0" fmla="*/ 1 w 139"/>
                <a:gd name="T1" fmla="*/ 8 h 122"/>
                <a:gd name="T2" fmla="*/ 1 w 139"/>
                <a:gd name="T3" fmla="*/ 11 h 122"/>
                <a:gd name="T4" fmla="*/ 0 w 139"/>
                <a:gd name="T5" fmla="*/ 15 h 122"/>
                <a:gd name="T6" fmla="*/ 4 w 139"/>
                <a:gd name="T7" fmla="*/ 17 h 122"/>
                <a:gd name="T8" fmla="*/ 7 w 139"/>
                <a:gd name="T9" fmla="*/ 13 h 122"/>
                <a:gd name="T10" fmla="*/ 16 w 139"/>
                <a:gd name="T11" fmla="*/ 10 h 122"/>
                <a:gd name="T12" fmla="*/ 18 w 139"/>
                <a:gd name="T13" fmla="*/ 6 h 122"/>
                <a:gd name="T14" fmla="*/ 14 w 139"/>
                <a:gd name="T15" fmla="*/ 4 h 122"/>
                <a:gd name="T16" fmla="*/ 13 w 139"/>
                <a:gd name="T17" fmla="*/ 3 h 122"/>
                <a:gd name="T18" fmla="*/ 8 w 139"/>
                <a:gd name="T19" fmla="*/ 2 h 122"/>
                <a:gd name="T20" fmla="*/ 7 w 139"/>
                <a:gd name="T21" fmla="*/ 5 h 122"/>
                <a:gd name="T22" fmla="*/ 1 w 139"/>
                <a:gd name="T23" fmla="*/ 8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45" name="Freeform 43"/>
            <p:cNvSpPr>
              <a:spLocks/>
            </p:cNvSpPr>
            <p:nvPr/>
          </p:nvSpPr>
          <p:spPr bwMode="invGray">
            <a:xfrm>
              <a:off x="4846" y="3832"/>
              <a:ext cx="37" cy="26"/>
            </a:xfrm>
            <a:custGeom>
              <a:avLst/>
              <a:gdLst>
                <a:gd name="T0" fmla="*/ 5 w 49"/>
                <a:gd name="T1" fmla="*/ 0 h 35"/>
                <a:gd name="T2" fmla="*/ 2 w 49"/>
                <a:gd name="T3" fmla="*/ 1 h 35"/>
                <a:gd name="T4" fmla="*/ 4 w 49"/>
                <a:gd name="T5" fmla="*/ 4 h 35"/>
                <a:gd name="T6" fmla="*/ 6 w 49"/>
                <a:gd name="T7" fmla="*/ 3 h 35"/>
                <a:gd name="T8" fmla="*/ 5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46" name="Freeform 44"/>
            <p:cNvSpPr>
              <a:spLocks/>
            </p:cNvSpPr>
            <p:nvPr/>
          </p:nvSpPr>
          <p:spPr bwMode="invGray">
            <a:xfrm>
              <a:off x="3123" y="3346"/>
              <a:ext cx="123" cy="201"/>
            </a:xfrm>
            <a:custGeom>
              <a:avLst/>
              <a:gdLst>
                <a:gd name="T0" fmla="*/ 17 w 164"/>
                <a:gd name="T1" fmla="*/ 0 h 268"/>
                <a:gd name="T2" fmla="*/ 14 w 164"/>
                <a:gd name="T3" fmla="*/ 4 h 268"/>
                <a:gd name="T4" fmla="*/ 13 w 164"/>
                <a:gd name="T5" fmla="*/ 8 h 268"/>
                <a:gd name="T6" fmla="*/ 5 w 164"/>
                <a:gd name="T7" fmla="*/ 11 h 268"/>
                <a:gd name="T8" fmla="*/ 4 w 164"/>
                <a:gd name="T9" fmla="*/ 13 h 268"/>
                <a:gd name="T10" fmla="*/ 2 w 164"/>
                <a:gd name="T11" fmla="*/ 14 h 268"/>
                <a:gd name="T12" fmla="*/ 3 w 164"/>
                <a:gd name="T13" fmla="*/ 18 h 268"/>
                <a:gd name="T14" fmla="*/ 4 w 164"/>
                <a:gd name="T15" fmla="*/ 22 h 268"/>
                <a:gd name="T16" fmla="*/ 0 w 164"/>
                <a:gd name="T17" fmla="*/ 27 h 268"/>
                <a:gd name="T18" fmla="*/ 4 w 164"/>
                <a:gd name="T19" fmla="*/ 35 h 268"/>
                <a:gd name="T20" fmla="*/ 8 w 164"/>
                <a:gd name="T21" fmla="*/ 36 h 268"/>
                <a:gd name="T22" fmla="*/ 13 w 164"/>
                <a:gd name="T23" fmla="*/ 29 h 268"/>
                <a:gd name="T24" fmla="*/ 14 w 164"/>
                <a:gd name="T25" fmla="*/ 26 h 268"/>
                <a:gd name="T26" fmla="*/ 17 w 164"/>
                <a:gd name="T27" fmla="*/ 16 h 268"/>
                <a:gd name="T28" fmla="*/ 19 w 164"/>
                <a:gd name="T29" fmla="*/ 11 h 268"/>
                <a:gd name="T30" fmla="*/ 22 w 164"/>
                <a:gd name="T31" fmla="*/ 10 h 268"/>
                <a:gd name="T32" fmla="*/ 17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47" name="Freeform 45"/>
            <p:cNvSpPr>
              <a:spLocks/>
            </p:cNvSpPr>
            <p:nvPr/>
          </p:nvSpPr>
          <p:spPr bwMode="invGray">
            <a:xfrm>
              <a:off x="3655" y="3034"/>
              <a:ext cx="49" cy="61"/>
            </a:xfrm>
            <a:custGeom>
              <a:avLst/>
              <a:gdLst>
                <a:gd name="T0" fmla="*/ 4 w 66"/>
                <a:gd name="T1" fmla="*/ 0 h 81"/>
                <a:gd name="T2" fmla="*/ 3 w 66"/>
                <a:gd name="T3" fmla="*/ 8 h 81"/>
                <a:gd name="T4" fmla="*/ 4 w 66"/>
                <a:gd name="T5" fmla="*/ 11 h 81"/>
                <a:gd name="T6" fmla="*/ 5 w 66"/>
                <a:gd name="T7" fmla="*/ 11 h 81"/>
                <a:gd name="T8" fmla="*/ 7 w 66"/>
                <a:gd name="T9" fmla="*/ 11 h 81"/>
                <a:gd name="T10" fmla="*/ 4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48" name="Freeform 46"/>
            <p:cNvSpPr>
              <a:spLocks/>
            </p:cNvSpPr>
            <p:nvPr/>
          </p:nvSpPr>
          <p:spPr bwMode="invGray">
            <a:xfrm>
              <a:off x="3988" y="3100"/>
              <a:ext cx="111" cy="183"/>
            </a:xfrm>
            <a:custGeom>
              <a:avLst/>
              <a:gdLst>
                <a:gd name="T0" fmla="*/ 13 w 148"/>
                <a:gd name="T1" fmla="*/ 0 h 244"/>
                <a:gd name="T2" fmla="*/ 8 w 148"/>
                <a:gd name="T3" fmla="*/ 11 h 244"/>
                <a:gd name="T4" fmla="*/ 5 w 148"/>
                <a:gd name="T5" fmla="*/ 13 h 244"/>
                <a:gd name="T6" fmla="*/ 2 w 148"/>
                <a:gd name="T7" fmla="*/ 15 h 244"/>
                <a:gd name="T8" fmla="*/ 6 w 148"/>
                <a:gd name="T9" fmla="*/ 26 h 244"/>
                <a:gd name="T10" fmla="*/ 8 w 148"/>
                <a:gd name="T11" fmla="*/ 30 h 244"/>
                <a:gd name="T12" fmla="*/ 8 w 148"/>
                <a:gd name="T13" fmla="*/ 32 h 244"/>
                <a:gd name="T14" fmla="*/ 11 w 148"/>
                <a:gd name="T15" fmla="*/ 33 h 244"/>
                <a:gd name="T16" fmla="*/ 13 w 148"/>
                <a:gd name="T17" fmla="*/ 26 h 244"/>
                <a:gd name="T18" fmla="*/ 17 w 148"/>
                <a:gd name="T19" fmla="*/ 23 h 244"/>
                <a:gd name="T20" fmla="*/ 15 w 148"/>
                <a:gd name="T21" fmla="*/ 10 h 244"/>
                <a:gd name="T22" fmla="*/ 19 w 148"/>
                <a:gd name="T23" fmla="*/ 6 h 244"/>
                <a:gd name="T24" fmla="*/ 15 w 148"/>
                <a:gd name="T25" fmla="*/ 3 h 244"/>
                <a:gd name="T26" fmla="*/ 13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49" name="Freeform 47"/>
            <p:cNvSpPr>
              <a:spLocks/>
            </p:cNvSpPr>
            <p:nvPr/>
          </p:nvSpPr>
          <p:spPr bwMode="invGray">
            <a:xfrm>
              <a:off x="3894" y="3043"/>
              <a:ext cx="72" cy="137"/>
            </a:xfrm>
            <a:custGeom>
              <a:avLst/>
              <a:gdLst>
                <a:gd name="T0" fmla="*/ 6 w 96"/>
                <a:gd name="T1" fmla="*/ 1 h 183"/>
                <a:gd name="T2" fmla="*/ 8 w 96"/>
                <a:gd name="T3" fmla="*/ 4 h 183"/>
                <a:gd name="T4" fmla="*/ 8 w 96"/>
                <a:gd name="T5" fmla="*/ 7 h 183"/>
                <a:gd name="T6" fmla="*/ 8 w 96"/>
                <a:gd name="T7" fmla="*/ 12 h 183"/>
                <a:gd name="T8" fmla="*/ 10 w 96"/>
                <a:gd name="T9" fmla="*/ 14 h 183"/>
                <a:gd name="T10" fmla="*/ 10 w 96"/>
                <a:gd name="T11" fmla="*/ 16 h 183"/>
                <a:gd name="T12" fmla="*/ 8 w 96"/>
                <a:gd name="T13" fmla="*/ 12 h 183"/>
                <a:gd name="T14" fmla="*/ 5 w 96"/>
                <a:gd name="T15" fmla="*/ 10 h 183"/>
                <a:gd name="T16" fmla="*/ 2 w 96"/>
                <a:gd name="T17" fmla="*/ 10 h 183"/>
                <a:gd name="T18" fmla="*/ 2 w 96"/>
                <a:gd name="T19" fmla="*/ 13 h 183"/>
                <a:gd name="T20" fmla="*/ 6 w 96"/>
                <a:gd name="T21" fmla="*/ 15 h 183"/>
                <a:gd name="T22" fmla="*/ 8 w 96"/>
                <a:gd name="T23" fmla="*/ 18 h 183"/>
                <a:gd name="T24" fmla="*/ 10 w 96"/>
                <a:gd name="T25" fmla="*/ 18 h 183"/>
                <a:gd name="T26" fmla="*/ 11 w 96"/>
                <a:gd name="T27" fmla="*/ 19 h 183"/>
                <a:gd name="T28" fmla="*/ 13 w 96"/>
                <a:gd name="T29" fmla="*/ 23 h 183"/>
                <a:gd name="T30" fmla="*/ 11 w 96"/>
                <a:gd name="T31" fmla="*/ 16 h 183"/>
                <a:gd name="T32" fmla="*/ 11 w 96"/>
                <a:gd name="T33" fmla="*/ 12 h 183"/>
                <a:gd name="T34" fmla="*/ 10 w 96"/>
                <a:gd name="T35" fmla="*/ 7 h 183"/>
                <a:gd name="T36" fmla="*/ 8 w 96"/>
                <a:gd name="T37" fmla="*/ 5 h 183"/>
                <a:gd name="T38" fmla="*/ 8 w 96"/>
                <a:gd name="T39" fmla="*/ 2 h 183"/>
                <a:gd name="T40" fmla="*/ 6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50" name="Freeform 48"/>
            <p:cNvSpPr>
              <a:spLocks/>
            </p:cNvSpPr>
            <p:nvPr/>
          </p:nvSpPr>
          <p:spPr bwMode="invGray">
            <a:xfrm>
              <a:off x="3943" y="3153"/>
              <a:ext cx="40" cy="131"/>
            </a:xfrm>
            <a:custGeom>
              <a:avLst/>
              <a:gdLst>
                <a:gd name="T0" fmla="*/ 1 w 54"/>
                <a:gd name="T1" fmla="*/ 0 h 175"/>
                <a:gd name="T2" fmla="*/ 0 w 54"/>
                <a:gd name="T3" fmla="*/ 3 h 175"/>
                <a:gd name="T4" fmla="*/ 1 w 54"/>
                <a:gd name="T5" fmla="*/ 7 h 175"/>
                <a:gd name="T6" fmla="*/ 2 w 54"/>
                <a:gd name="T7" fmla="*/ 12 h 175"/>
                <a:gd name="T8" fmla="*/ 4 w 54"/>
                <a:gd name="T9" fmla="*/ 17 h 175"/>
                <a:gd name="T10" fmla="*/ 7 w 54"/>
                <a:gd name="T11" fmla="*/ 23 h 175"/>
                <a:gd name="T12" fmla="*/ 5 w 54"/>
                <a:gd name="T13" fmla="*/ 15 h 175"/>
                <a:gd name="T14" fmla="*/ 4 w 54"/>
                <a:gd name="T15" fmla="*/ 12 h 175"/>
                <a:gd name="T16" fmla="*/ 4 w 54"/>
                <a:gd name="T17" fmla="*/ 7 h 175"/>
                <a:gd name="T18" fmla="*/ 3 w 54"/>
                <a:gd name="T19" fmla="*/ 5 h 175"/>
                <a:gd name="T20" fmla="*/ 2 w 54"/>
                <a:gd name="T21" fmla="*/ 5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51" name="Freeform 49"/>
            <p:cNvSpPr>
              <a:spLocks/>
            </p:cNvSpPr>
            <p:nvPr/>
          </p:nvSpPr>
          <p:spPr bwMode="invGray">
            <a:xfrm>
              <a:off x="3988" y="3290"/>
              <a:ext cx="65" cy="54"/>
            </a:xfrm>
            <a:custGeom>
              <a:avLst/>
              <a:gdLst>
                <a:gd name="T0" fmla="*/ 2 w 86"/>
                <a:gd name="T1" fmla="*/ 0 h 73"/>
                <a:gd name="T2" fmla="*/ 2 w 86"/>
                <a:gd name="T3" fmla="*/ 4 h 73"/>
                <a:gd name="T4" fmla="*/ 4 w 86"/>
                <a:gd name="T5" fmla="*/ 5 h 73"/>
                <a:gd name="T6" fmla="*/ 6 w 86"/>
                <a:gd name="T7" fmla="*/ 6 h 73"/>
                <a:gd name="T8" fmla="*/ 8 w 86"/>
                <a:gd name="T9" fmla="*/ 7 h 73"/>
                <a:gd name="T10" fmla="*/ 11 w 86"/>
                <a:gd name="T11" fmla="*/ 8 h 73"/>
                <a:gd name="T12" fmla="*/ 12 w 86"/>
                <a:gd name="T13" fmla="*/ 9 h 73"/>
                <a:gd name="T14" fmla="*/ 10 w 86"/>
                <a:gd name="T15" fmla="*/ 5 h 73"/>
                <a:gd name="T16" fmla="*/ 8 w 86"/>
                <a:gd name="T17" fmla="*/ 3 h 73"/>
                <a:gd name="T18" fmla="*/ 5 w 86"/>
                <a:gd name="T19" fmla="*/ 3 h 73"/>
                <a:gd name="T20" fmla="*/ 4 w 86"/>
                <a:gd name="T21" fmla="*/ 2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52" name="Freeform 50"/>
            <p:cNvSpPr>
              <a:spLocks/>
            </p:cNvSpPr>
            <p:nvPr/>
          </p:nvSpPr>
          <p:spPr bwMode="invGray">
            <a:xfrm>
              <a:off x="4092" y="3195"/>
              <a:ext cx="83" cy="117"/>
            </a:xfrm>
            <a:custGeom>
              <a:avLst/>
              <a:gdLst>
                <a:gd name="T0" fmla="*/ 13 w 111"/>
                <a:gd name="T1" fmla="*/ 0 h 156"/>
                <a:gd name="T2" fmla="*/ 10 w 111"/>
                <a:gd name="T3" fmla="*/ 2 h 156"/>
                <a:gd name="T4" fmla="*/ 3 w 111"/>
                <a:gd name="T5" fmla="*/ 2 h 156"/>
                <a:gd name="T6" fmla="*/ 1 w 111"/>
                <a:gd name="T7" fmla="*/ 5 h 156"/>
                <a:gd name="T8" fmla="*/ 1 w 111"/>
                <a:gd name="T9" fmla="*/ 8 h 156"/>
                <a:gd name="T10" fmla="*/ 1 w 111"/>
                <a:gd name="T11" fmla="*/ 11 h 156"/>
                <a:gd name="T12" fmla="*/ 1 w 111"/>
                <a:gd name="T13" fmla="*/ 13 h 156"/>
                <a:gd name="T14" fmla="*/ 1 w 111"/>
                <a:gd name="T15" fmla="*/ 15 h 156"/>
                <a:gd name="T16" fmla="*/ 3 w 111"/>
                <a:gd name="T17" fmla="*/ 17 h 156"/>
                <a:gd name="T18" fmla="*/ 1 w 111"/>
                <a:gd name="T19" fmla="*/ 20 h 156"/>
                <a:gd name="T20" fmla="*/ 3 w 111"/>
                <a:gd name="T21" fmla="*/ 22 h 156"/>
                <a:gd name="T22" fmla="*/ 5 w 111"/>
                <a:gd name="T23" fmla="*/ 20 h 156"/>
                <a:gd name="T24" fmla="*/ 7 w 111"/>
                <a:gd name="T25" fmla="*/ 13 h 156"/>
                <a:gd name="T26" fmla="*/ 7 w 111"/>
                <a:gd name="T27" fmla="*/ 17 h 156"/>
                <a:gd name="T28" fmla="*/ 9 w 111"/>
                <a:gd name="T29" fmla="*/ 20 h 156"/>
                <a:gd name="T30" fmla="*/ 7 w 111"/>
                <a:gd name="T31" fmla="*/ 15 h 156"/>
                <a:gd name="T32" fmla="*/ 9 w 111"/>
                <a:gd name="T33" fmla="*/ 10 h 156"/>
                <a:gd name="T34" fmla="*/ 9 w 111"/>
                <a:gd name="T35" fmla="*/ 8 h 156"/>
                <a:gd name="T36" fmla="*/ 7 w 111"/>
                <a:gd name="T37" fmla="*/ 8 h 156"/>
                <a:gd name="T38" fmla="*/ 4 w 111"/>
                <a:gd name="T39" fmla="*/ 8 h 156"/>
                <a:gd name="T40" fmla="*/ 5 w 111"/>
                <a:gd name="T41" fmla="*/ 5 h 156"/>
                <a:gd name="T42" fmla="*/ 7 w 111"/>
                <a:gd name="T43" fmla="*/ 5 h 156"/>
                <a:gd name="T44" fmla="*/ 10 w 111"/>
                <a:gd name="T45" fmla="*/ 6 h 156"/>
                <a:gd name="T46" fmla="*/ 13 w 111"/>
                <a:gd name="T47" fmla="*/ 5 h 156"/>
                <a:gd name="T48" fmla="*/ 14 w 111"/>
                <a:gd name="T49" fmla="*/ 2 h 156"/>
                <a:gd name="T50" fmla="*/ 13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53" name="Freeform 51"/>
            <p:cNvSpPr>
              <a:spLocks/>
            </p:cNvSpPr>
            <p:nvPr/>
          </p:nvSpPr>
          <p:spPr bwMode="invGray">
            <a:xfrm>
              <a:off x="4064" y="2777"/>
              <a:ext cx="22" cy="71"/>
            </a:xfrm>
            <a:custGeom>
              <a:avLst/>
              <a:gdLst>
                <a:gd name="T0" fmla="*/ 1 w 30"/>
                <a:gd name="T1" fmla="*/ 0 h 94"/>
                <a:gd name="T2" fmla="*/ 0 w 30"/>
                <a:gd name="T3" fmla="*/ 2 h 94"/>
                <a:gd name="T4" fmla="*/ 1 w 30"/>
                <a:gd name="T5" fmla="*/ 5 h 94"/>
                <a:gd name="T6" fmla="*/ 1 w 30"/>
                <a:gd name="T7" fmla="*/ 8 h 94"/>
                <a:gd name="T8" fmla="*/ 2 w 30"/>
                <a:gd name="T9" fmla="*/ 13 h 94"/>
                <a:gd name="T10" fmla="*/ 4 w 30"/>
                <a:gd name="T11" fmla="*/ 11 h 94"/>
                <a:gd name="T12" fmla="*/ 3 w 30"/>
                <a:gd name="T13" fmla="*/ 8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54" name="Freeform 52"/>
            <p:cNvSpPr>
              <a:spLocks/>
            </p:cNvSpPr>
            <p:nvPr/>
          </p:nvSpPr>
          <p:spPr bwMode="invGray">
            <a:xfrm>
              <a:off x="4078" y="2896"/>
              <a:ext cx="61" cy="118"/>
            </a:xfrm>
            <a:custGeom>
              <a:avLst/>
              <a:gdLst>
                <a:gd name="T0" fmla="*/ 2 w 81"/>
                <a:gd name="T1" fmla="*/ 1 h 158"/>
                <a:gd name="T2" fmla="*/ 0 w 81"/>
                <a:gd name="T3" fmla="*/ 2 h 158"/>
                <a:gd name="T4" fmla="*/ 2 w 81"/>
                <a:gd name="T5" fmla="*/ 7 h 158"/>
                <a:gd name="T6" fmla="*/ 2 w 81"/>
                <a:gd name="T7" fmla="*/ 14 h 158"/>
                <a:gd name="T8" fmla="*/ 3 w 81"/>
                <a:gd name="T9" fmla="*/ 13 h 158"/>
                <a:gd name="T10" fmla="*/ 3 w 81"/>
                <a:gd name="T11" fmla="*/ 15 h 158"/>
                <a:gd name="T12" fmla="*/ 5 w 81"/>
                <a:gd name="T13" fmla="*/ 16 h 158"/>
                <a:gd name="T14" fmla="*/ 6 w 81"/>
                <a:gd name="T15" fmla="*/ 18 h 158"/>
                <a:gd name="T16" fmla="*/ 6 w 81"/>
                <a:gd name="T17" fmla="*/ 16 h 158"/>
                <a:gd name="T18" fmla="*/ 9 w 81"/>
                <a:gd name="T19" fmla="*/ 17 h 158"/>
                <a:gd name="T20" fmla="*/ 8 w 81"/>
                <a:gd name="T21" fmla="*/ 14 h 158"/>
                <a:gd name="T22" fmla="*/ 6 w 81"/>
                <a:gd name="T23" fmla="*/ 13 h 158"/>
                <a:gd name="T24" fmla="*/ 6 w 81"/>
                <a:gd name="T25" fmla="*/ 12 h 158"/>
                <a:gd name="T26" fmla="*/ 5 w 81"/>
                <a:gd name="T27" fmla="*/ 10 h 158"/>
                <a:gd name="T28" fmla="*/ 6 w 81"/>
                <a:gd name="T29" fmla="*/ 7 h 158"/>
                <a:gd name="T30" fmla="*/ 5 w 81"/>
                <a:gd name="T31" fmla="*/ 4 h 158"/>
                <a:gd name="T32" fmla="*/ 6 w 81"/>
                <a:gd name="T33" fmla="*/ 2 h 158"/>
                <a:gd name="T34" fmla="*/ 5 w 81"/>
                <a:gd name="T35" fmla="*/ 1 h 158"/>
                <a:gd name="T36" fmla="*/ 3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55" name="Freeform 53"/>
            <p:cNvSpPr>
              <a:spLocks/>
            </p:cNvSpPr>
            <p:nvPr/>
          </p:nvSpPr>
          <p:spPr bwMode="invGray">
            <a:xfrm>
              <a:off x="4121" y="3052"/>
              <a:ext cx="64" cy="79"/>
            </a:xfrm>
            <a:custGeom>
              <a:avLst/>
              <a:gdLst>
                <a:gd name="T0" fmla="*/ 8 w 85"/>
                <a:gd name="T1" fmla="*/ 0 h 105"/>
                <a:gd name="T2" fmla="*/ 6 w 85"/>
                <a:gd name="T3" fmla="*/ 3 h 105"/>
                <a:gd name="T4" fmla="*/ 5 w 85"/>
                <a:gd name="T5" fmla="*/ 5 h 105"/>
                <a:gd name="T6" fmla="*/ 2 w 85"/>
                <a:gd name="T7" fmla="*/ 5 h 105"/>
                <a:gd name="T8" fmla="*/ 2 w 85"/>
                <a:gd name="T9" fmla="*/ 6 h 105"/>
                <a:gd name="T10" fmla="*/ 2 w 85"/>
                <a:gd name="T11" fmla="*/ 11 h 105"/>
                <a:gd name="T12" fmla="*/ 2 w 85"/>
                <a:gd name="T13" fmla="*/ 10 h 105"/>
                <a:gd name="T14" fmla="*/ 4 w 85"/>
                <a:gd name="T15" fmla="*/ 8 h 105"/>
                <a:gd name="T16" fmla="*/ 5 w 85"/>
                <a:gd name="T17" fmla="*/ 10 h 105"/>
                <a:gd name="T18" fmla="*/ 8 w 85"/>
                <a:gd name="T19" fmla="*/ 14 h 105"/>
                <a:gd name="T20" fmla="*/ 10 w 85"/>
                <a:gd name="T21" fmla="*/ 10 h 105"/>
                <a:gd name="T22" fmla="*/ 11 w 85"/>
                <a:gd name="T23" fmla="*/ 10 h 105"/>
                <a:gd name="T24" fmla="*/ 11 w 85"/>
                <a:gd name="T25" fmla="*/ 6 h 105"/>
                <a:gd name="T26" fmla="*/ 8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56" name="Freeform 54"/>
            <p:cNvSpPr>
              <a:spLocks/>
            </p:cNvSpPr>
            <p:nvPr/>
          </p:nvSpPr>
          <p:spPr bwMode="invGray">
            <a:xfrm>
              <a:off x="4197" y="3193"/>
              <a:ext cx="29" cy="49"/>
            </a:xfrm>
            <a:custGeom>
              <a:avLst/>
              <a:gdLst>
                <a:gd name="T0" fmla="*/ 2 w 38"/>
                <a:gd name="T1" fmla="*/ 3 h 66"/>
                <a:gd name="T2" fmla="*/ 4 w 38"/>
                <a:gd name="T3" fmla="*/ 8 h 66"/>
                <a:gd name="T4" fmla="*/ 5 w 38"/>
                <a:gd name="T5" fmla="*/ 7 h 66"/>
                <a:gd name="T6" fmla="*/ 6 w 38"/>
                <a:gd name="T7" fmla="*/ 5 h 66"/>
                <a:gd name="T8" fmla="*/ 5 w 38"/>
                <a:gd name="T9" fmla="*/ 3 h 66"/>
                <a:gd name="T10" fmla="*/ 3 w 38"/>
                <a:gd name="T11" fmla="*/ 1 h 66"/>
                <a:gd name="T12" fmla="*/ 2 w 38"/>
                <a:gd name="T13" fmla="*/ 1 h 66"/>
                <a:gd name="T14" fmla="*/ 2 w 38"/>
                <a:gd name="T15" fmla="*/ 1 h 66"/>
                <a:gd name="T16" fmla="*/ 2 w 38"/>
                <a:gd name="T17" fmla="*/ 3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57" name="Freeform 55"/>
            <p:cNvSpPr>
              <a:spLocks/>
            </p:cNvSpPr>
            <p:nvPr/>
          </p:nvSpPr>
          <p:spPr bwMode="invGray">
            <a:xfrm>
              <a:off x="4181" y="3275"/>
              <a:ext cx="18" cy="17"/>
            </a:xfrm>
            <a:custGeom>
              <a:avLst/>
              <a:gdLst>
                <a:gd name="T0" fmla="*/ 0 w 24"/>
                <a:gd name="T1" fmla="*/ 0 h 23"/>
                <a:gd name="T2" fmla="*/ 2 w 24"/>
                <a:gd name="T3" fmla="*/ 3 h 23"/>
                <a:gd name="T4" fmla="*/ 4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58" name="Freeform 56"/>
            <p:cNvSpPr>
              <a:spLocks/>
            </p:cNvSpPr>
            <p:nvPr/>
          </p:nvSpPr>
          <p:spPr bwMode="invGray">
            <a:xfrm>
              <a:off x="4208" y="3265"/>
              <a:ext cx="45" cy="37"/>
            </a:xfrm>
            <a:custGeom>
              <a:avLst/>
              <a:gdLst>
                <a:gd name="T0" fmla="*/ 2 w 60"/>
                <a:gd name="T1" fmla="*/ 0 h 49"/>
                <a:gd name="T2" fmla="*/ 0 w 60"/>
                <a:gd name="T3" fmla="*/ 3 h 49"/>
                <a:gd name="T4" fmla="*/ 4 w 60"/>
                <a:gd name="T5" fmla="*/ 5 h 49"/>
                <a:gd name="T6" fmla="*/ 6 w 60"/>
                <a:gd name="T7" fmla="*/ 6 h 49"/>
                <a:gd name="T8" fmla="*/ 8 w 60"/>
                <a:gd name="T9" fmla="*/ 6 h 49"/>
                <a:gd name="T10" fmla="*/ 7 w 60"/>
                <a:gd name="T11" fmla="*/ 4 h 49"/>
                <a:gd name="T12" fmla="*/ 4 w 60"/>
                <a:gd name="T13" fmla="*/ 2 h 49"/>
                <a:gd name="T14" fmla="*/ 3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59" name="Freeform 57"/>
            <p:cNvSpPr>
              <a:spLocks/>
            </p:cNvSpPr>
            <p:nvPr/>
          </p:nvSpPr>
          <p:spPr bwMode="invGray">
            <a:xfrm>
              <a:off x="4277" y="3335"/>
              <a:ext cx="24" cy="33"/>
            </a:xfrm>
            <a:custGeom>
              <a:avLst/>
              <a:gdLst>
                <a:gd name="T0" fmla="*/ 4 w 32"/>
                <a:gd name="T1" fmla="*/ 0 h 44"/>
                <a:gd name="T2" fmla="*/ 2 w 32"/>
                <a:gd name="T3" fmla="*/ 2 h 44"/>
                <a:gd name="T4" fmla="*/ 2 w 32"/>
                <a:gd name="T5" fmla="*/ 5 h 44"/>
                <a:gd name="T6" fmla="*/ 4 w 32"/>
                <a:gd name="T7" fmla="*/ 5 h 44"/>
                <a:gd name="T8" fmla="*/ 4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60" name="Freeform 58"/>
            <p:cNvSpPr>
              <a:spLocks/>
            </p:cNvSpPr>
            <p:nvPr/>
          </p:nvSpPr>
          <p:spPr bwMode="invGray">
            <a:xfrm>
              <a:off x="4544" y="3293"/>
              <a:ext cx="46" cy="47"/>
            </a:xfrm>
            <a:custGeom>
              <a:avLst/>
              <a:gdLst>
                <a:gd name="T0" fmla="*/ 2 w 61"/>
                <a:gd name="T1" fmla="*/ 0 h 63"/>
                <a:gd name="T2" fmla="*/ 0 w 61"/>
                <a:gd name="T3" fmla="*/ 1 h 63"/>
                <a:gd name="T4" fmla="*/ 4 w 61"/>
                <a:gd name="T5" fmla="*/ 4 h 63"/>
                <a:gd name="T6" fmla="*/ 5 w 61"/>
                <a:gd name="T7" fmla="*/ 7 h 63"/>
                <a:gd name="T8" fmla="*/ 6 w 61"/>
                <a:gd name="T9" fmla="*/ 7 h 63"/>
                <a:gd name="T10" fmla="*/ 8 w 61"/>
                <a:gd name="T11" fmla="*/ 7 h 63"/>
                <a:gd name="T12" fmla="*/ 5 w 61"/>
                <a:gd name="T13" fmla="*/ 2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61" name="Freeform 59"/>
            <p:cNvSpPr>
              <a:spLocks/>
            </p:cNvSpPr>
            <p:nvPr/>
          </p:nvSpPr>
          <p:spPr bwMode="invGray">
            <a:xfrm>
              <a:off x="4147" y="3352"/>
              <a:ext cx="46" cy="50"/>
            </a:xfrm>
            <a:custGeom>
              <a:avLst/>
              <a:gdLst>
                <a:gd name="T0" fmla="*/ 4 w 61"/>
                <a:gd name="T1" fmla="*/ 1 h 67"/>
                <a:gd name="T2" fmla="*/ 5 w 61"/>
                <a:gd name="T3" fmla="*/ 4 h 67"/>
                <a:gd name="T4" fmla="*/ 2 w 61"/>
                <a:gd name="T5" fmla="*/ 5 h 67"/>
                <a:gd name="T6" fmla="*/ 4 w 61"/>
                <a:gd name="T7" fmla="*/ 9 h 67"/>
                <a:gd name="T8" fmla="*/ 6 w 61"/>
                <a:gd name="T9" fmla="*/ 7 h 67"/>
                <a:gd name="T10" fmla="*/ 8 w 61"/>
                <a:gd name="T11" fmla="*/ 5 h 67"/>
                <a:gd name="T12" fmla="*/ 8 w 61"/>
                <a:gd name="T13" fmla="*/ 4 h 67"/>
                <a:gd name="T14" fmla="*/ 8 w 61"/>
                <a:gd name="T15" fmla="*/ 1 h 67"/>
                <a:gd name="T16" fmla="*/ 8 w 61"/>
                <a:gd name="T17" fmla="*/ 1 h 67"/>
                <a:gd name="T18" fmla="*/ 6 w 61"/>
                <a:gd name="T19" fmla="*/ 1 h 67"/>
                <a:gd name="T20" fmla="*/ 8 w 61"/>
                <a:gd name="T21" fmla="*/ 1 h 67"/>
                <a:gd name="T22" fmla="*/ 7 w 61"/>
                <a:gd name="T23" fmla="*/ 2 h 67"/>
                <a:gd name="T24" fmla="*/ 6 w 61"/>
                <a:gd name="T25" fmla="*/ 3 h 67"/>
                <a:gd name="T26" fmla="*/ 4 w 61"/>
                <a:gd name="T27" fmla="*/ 1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62" name="Freeform 60"/>
            <p:cNvSpPr>
              <a:spLocks/>
            </p:cNvSpPr>
            <p:nvPr/>
          </p:nvSpPr>
          <p:spPr bwMode="invGray">
            <a:xfrm>
              <a:off x="4098" y="3371"/>
              <a:ext cx="32" cy="27"/>
            </a:xfrm>
            <a:custGeom>
              <a:avLst/>
              <a:gdLst>
                <a:gd name="T0" fmla="*/ 3 w 43"/>
                <a:gd name="T1" fmla="*/ 2 h 36"/>
                <a:gd name="T2" fmla="*/ 1 w 43"/>
                <a:gd name="T3" fmla="*/ 2 h 36"/>
                <a:gd name="T4" fmla="*/ 4 w 43"/>
                <a:gd name="T5" fmla="*/ 5 h 36"/>
                <a:gd name="T6" fmla="*/ 5 w 43"/>
                <a:gd name="T7" fmla="*/ 5 h 36"/>
                <a:gd name="T8" fmla="*/ 3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63" name="Freeform 61"/>
            <p:cNvSpPr>
              <a:spLocks/>
            </p:cNvSpPr>
            <p:nvPr/>
          </p:nvSpPr>
          <p:spPr bwMode="invGray">
            <a:xfrm>
              <a:off x="4077" y="3342"/>
              <a:ext cx="24" cy="31"/>
            </a:xfrm>
            <a:custGeom>
              <a:avLst/>
              <a:gdLst>
                <a:gd name="T0" fmla="*/ 3 w 32"/>
                <a:gd name="T1" fmla="*/ 0 h 41"/>
                <a:gd name="T2" fmla="*/ 0 w 32"/>
                <a:gd name="T3" fmla="*/ 4 h 41"/>
                <a:gd name="T4" fmla="*/ 2 w 32"/>
                <a:gd name="T5" fmla="*/ 4 h 41"/>
                <a:gd name="T6" fmla="*/ 3 w 32"/>
                <a:gd name="T7" fmla="*/ 5 h 41"/>
                <a:gd name="T8" fmla="*/ 2 w 32"/>
                <a:gd name="T9" fmla="*/ 5 h 41"/>
                <a:gd name="T10" fmla="*/ 5 w 32"/>
                <a:gd name="T11" fmla="*/ 3 h 41"/>
                <a:gd name="T12" fmla="*/ 4 w 32"/>
                <a:gd name="T13" fmla="*/ 2 h 41"/>
                <a:gd name="T14" fmla="*/ 3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64" name="Freeform 62"/>
            <p:cNvSpPr>
              <a:spLocks/>
            </p:cNvSpPr>
            <p:nvPr/>
          </p:nvSpPr>
          <p:spPr bwMode="invGray">
            <a:xfrm>
              <a:off x="4111" y="3353"/>
              <a:ext cx="34" cy="24"/>
            </a:xfrm>
            <a:custGeom>
              <a:avLst/>
              <a:gdLst>
                <a:gd name="T0" fmla="*/ 3 w 45"/>
                <a:gd name="T1" fmla="*/ 0 h 32"/>
                <a:gd name="T2" fmla="*/ 0 w 45"/>
                <a:gd name="T3" fmla="*/ 2 h 32"/>
                <a:gd name="T4" fmla="*/ 4 w 45"/>
                <a:gd name="T5" fmla="*/ 5 h 32"/>
                <a:gd name="T6" fmla="*/ 6 w 45"/>
                <a:gd name="T7" fmla="*/ 4 h 32"/>
                <a:gd name="T8" fmla="*/ 4 w 45"/>
                <a:gd name="T9" fmla="*/ 2 h 32"/>
                <a:gd name="T10" fmla="*/ 3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65" name="Freeform 63"/>
            <p:cNvSpPr>
              <a:spLocks/>
            </p:cNvSpPr>
            <p:nvPr/>
          </p:nvSpPr>
          <p:spPr bwMode="invGray">
            <a:xfrm>
              <a:off x="4062" y="3021"/>
              <a:ext cx="27" cy="55"/>
            </a:xfrm>
            <a:custGeom>
              <a:avLst/>
              <a:gdLst>
                <a:gd name="T0" fmla="*/ 5 w 35"/>
                <a:gd name="T1" fmla="*/ 0 h 74"/>
                <a:gd name="T2" fmla="*/ 3 w 35"/>
                <a:gd name="T3" fmla="*/ 1 h 74"/>
                <a:gd name="T4" fmla="*/ 2 w 35"/>
                <a:gd name="T5" fmla="*/ 4 h 74"/>
                <a:gd name="T6" fmla="*/ 0 w 35"/>
                <a:gd name="T7" fmla="*/ 7 h 74"/>
                <a:gd name="T8" fmla="*/ 2 w 35"/>
                <a:gd name="T9" fmla="*/ 9 h 74"/>
                <a:gd name="T10" fmla="*/ 3 w 35"/>
                <a:gd name="T11" fmla="*/ 7 h 74"/>
                <a:gd name="T12" fmla="*/ 5 w 35"/>
                <a:gd name="T13" fmla="*/ 4 h 74"/>
                <a:gd name="T14" fmla="*/ 5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66" name="Freeform 64"/>
            <p:cNvSpPr>
              <a:spLocks/>
            </p:cNvSpPr>
            <p:nvPr/>
          </p:nvSpPr>
          <p:spPr bwMode="invGray">
            <a:xfrm>
              <a:off x="4113" y="3012"/>
              <a:ext cx="19" cy="55"/>
            </a:xfrm>
            <a:custGeom>
              <a:avLst/>
              <a:gdLst>
                <a:gd name="T0" fmla="*/ 2 w 25"/>
                <a:gd name="T1" fmla="*/ 2 h 73"/>
                <a:gd name="T2" fmla="*/ 2 w 25"/>
                <a:gd name="T3" fmla="*/ 2 h 73"/>
                <a:gd name="T4" fmla="*/ 0 w 25"/>
                <a:gd name="T5" fmla="*/ 4 h 73"/>
                <a:gd name="T6" fmla="*/ 2 w 25"/>
                <a:gd name="T7" fmla="*/ 6 h 73"/>
                <a:gd name="T8" fmla="*/ 4 w 25"/>
                <a:gd name="T9" fmla="*/ 8 h 73"/>
                <a:gd name="T10" fmla="*/ 2 w 25"/>
                <a:gd name="T11" fmla="*/ 3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67" name="Freeform 65"/>
            <p:cNvSpPr>
              <a:spLocks/>
            </p:cNvSpPr>
            <p:nvPr/>
          </p:nvSpPr>
          <p:spPr bwMode="invGray">
            <a:xfrm>
              <a:off x="4135" y="2995"/>
              <a:ext cx="10" cy="25"/>
            </a:xfrm>
            <a:custGeom>
              <a:avLst/>
              <a:gdLst>
                <a:gd name="T0" fmla="*/ 1 w 14"/>
                <a:gd name="T1" fmla="*/ 0 h 33"/>
                <a:gd name="T2" fmla="*/ 1 w 14"/>
                <a:gd name="T3" fmla="*/ 2 h 33"/>
                <a:gd name="T4" fmla="*/ 1 w 14"/>
                <a:gd name="T5" fmla="*/ 4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68" name="Freeform 66"/>
            <p:cNvSpPr>
              <a:spLocks/>
            </p:cNvSpPr>
            <p:nvPr/>
          </p:nvSpPr>
          <p:spPr bwMode="invGray">
            <a:xfrm>
              <a:off x="4145" y="3007"/>
              <a:ext cx="21" cy="48"/>
            </a:xfrm>
            <a:custGeom>
              <a:avLst/>
              <a:gdLst>
                <a:gd name="T0" fmla="*/ 2 w 28"/>
                <a:gd name="T1" fmla="*/ 0 h 64"/>
                <a:gd name="T2" fmla="*/ 2 w 28"/>
                <a:gd name="T3" fmla="*/ 2 h 64"/>
                <a:gd name="T4" fmla="*/ 3 w 28"/>
                <a:gd name="T5" fmla="*/ 3 h 64"/>
                <a:gd name="T6" fmla="*/ 2 w 28"/>
                <a:gd name="T7" fmla="*/ 6 h 64"/>
                <a:gd name="T8" fmla="*/ 0 w 28"/>
                <a:gd name="T9" fmla="*/ 8 h 64"/>
                <a:gd name="T10" fmla="*/ 2 w 28"/>
                <a:gd name="T11" fmla="*/ 8 h 64"/>
                <a:gd name="T12" fmla="*/ 4 w 28"/>
                <a:gd name="T13" fmla="*/ 4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69" name="Freeform 67"/>
            <p:cNvSpPr>
              <a:spLocks/>
            </p:cNvSpPr>
            <p:nvPr/>
          </p:nvSpPr>
          <p:spPr bwMode="invGray">
            <a:xfrm>
              <a:off x="3876" y="3076"/>
              <a:ext cx="12" cy="27"/>
            </a:xfrm>
            <a:custGeom>
              <a:avLst/>
              <a:gdLst>
                <a:gd name="T0" fmla="*/ 2 w 16"/>
                <a:gd name="T1" fmla="*/ 2 h 36"/>
                <a:gd name="T2" fmla="*/ 0 w 16"/>
                <a:gd name="T3" fmla="*/ 2 h 36"/>
                <a:gd name="T4" fmla="*/ 2 w 16"/>
                <a:gd name="T5" fmla="*/ 4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70" name="Freeform 68"/>
            <p:cNvSpPr>
              <a:spLocks/>
            </p:cNvSpPr>
            <p:nvPr/>
          </p:nvSpPr>
          <p:spPr bwMode="invGray">
            <a:xfrm>
              <a:off x="3866" y="3053"/>
              <a:ext cx="10" cy="15"/>
            </a:xfrm>
            <a:custGeom>
              <a:avLst/>
              <a:gdLst>
                <a:gd name="T0" fmla="*/ 2 w 13"/>
                <a:gd name="T1" fmla="*/ 2 h 20"/>
                <a:gd name="T2" fmla="*/ 1 w 13"/>
                <a:gd name="T3" fmla="*/ 2 h 20"/>
                <a:gd name="T4" fmla="*/ 2 w 13"/>
                <a:gd name="T5" fmla="*/ 3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71" name="Freeform 69"/>
            <p:cNvSpPr>
              <a:spLocks/>
            </p:cNvSpPr>
            <p:nvPr/>
          </p:nvSpPr>
          <p:spPr bwMode="invGray">
            <a:xfrm>
              <a:off x="3862" y="3035"/>
              <a:ext cx="12" cy="14"/>
            </a:xfrm>
            <a:custGeom>
              <a:avLst/>
              <a:gdLst>
                <a:gd name="T0" fmla="*/ 2 w 16"/>
                <a:gd name="T1" fmla="*/ 1 h 19"/>
                <a:gd name="T2" fmla="*/ 0 w 16"/>
                <a:gd name="T3" fmla="*/ 1 h 19"/>
                <a:gd name="T4" fmla="*/ 2 w 16"/>
                <a:gd name="T5" fmla="*/ 2 h 19"/>
                <a:gd name="T6" fmla="*/ 2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72" name="Freeform 70"/>
            <p:cNvSpPr>
              <a:spLocks/>
            </p:cNvSpPr>
            <p:nvPr/>
          </p:nvSpPr>
          <p:spPr bwMode="invGray">
            <a:xfrm>
              <a:off x="3850" y="2995"/>
              <a:ext cx="11" cy="19"/>
            </a:xfrm>
            <a:custGeom>
              <a:avLst/>
              <a:gdLst>
                <a:gd name="T0" fmla="*/ 2 w 14"/>
                <a:gd name="T1" fmla="*/ 0 h 25"/>
                <a:gd name="T2" fmla="*/ 0 w 14"/>
                <a:gd name="T3" fmla="*/ 2 h 25"/>
                <a:gd name="T4" fmla="*/ 2 w 14"/>
                <a:gd name="T5" fmla="*/ 4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73" name="Freeform 71"/>
            <p:cNvSpPr>
              <a:spLocks/>
            </p:cNvSpPr>
            <p:nvPr/>
          </p:nvSpPr>
          <p:spPr bwMode="invGray">
            <a:xfrm>
              <a:off x="3852" y="3020"/>
              <a:ext cx="16" cy="13"/>
            </a:xfrm>
            <a:custGeom>
              <a:avLst/>
              <a:gdLst>
                <a:gd name="T0" fmla="*/ 1 w 22"/>
                <a:gd name="T1" fmla="*/ 0 h 18"/>
                <a:gd name="T2" fmla="*/ 2 w 22"/>
                <a:gd name="T3" fmla="*/ 2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74" name="Freeform 72"/>
            <p:cNvSpPr>
              <a:spLocks/>
            </p:cNvSpPr>
            <p:nvPr/>
          </p:nvSpPr>
          <p:spPr bwMode="invGray">
            <a:xfrm>
              <a:off x="4688" y="3643"/>
              <a:ext cx="45" cy="60"/>
            </a:xfrm>
            <a:custGeom>
              <a:avLst/>
              <a:gdLst>
                <a:gd name="T0" fmla="*/ 2 w 60"/>
                <a:gd name="T1" fmla="*/ 1 h 81"/>
                <a:gd name="T2" fmla="*/ 2 w 60"/>
                <a:gd name="T3" fmla="*/ 2 h 81"/>
                <a:gd name="T4" fmla="*/ 2 w 60"/>
                <a:gd name="T5" fmla="*/ 5 h 81"/>
                <a:gd name="T6" fmla="*/ 4 w 60"/>
                <a:gd name="T7" fmla="*/ 7 h 81"/>
                <a:gd name="T8" fmla="*/ 6 w 60"/>
                <a:gd name="T9" fmla="*/ 7 h 81"/>
                <a:gd name="T10" fmla="*/ 8 w 60"/>
                <a:gd name="T11" fmla="*/ 10 h 81"/>
                <a:gd name="T12" fmla="*/ 8 w 60"/>
                <a:gd name="T13" fmla="*/ 7 h 81"/>
                <a:gd name="T14" fmla="*/ 6 w 60"/>
                <a:gd name="T15" fmla="*/ 4 h 81"/>
                <a:gd name="T16" fmla="*/ 4 w 60"/>
                <a:gd name="T17" fmla="*/ 2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75" name="Freeform 73"/>
            <p:cNvSpPr>
              <a:spLocks/>
            </p:cNvSpPr>
            <p:nvPr/>
          </p:nvSpPr>
          <p:spPr bwMode="invGray">
            <a:xfrm>
              <a:off x="4919" y="3594"/>
              <a:ext cx="53" cy="46"/>
            </a:xfrm>
            <a:custGeom>
              <a:avLst/>
              <a:gdLst>
                <a:gd name="T0" fmla="*/ 4 w 71"/>
                <a:gd name="T1" fmla="*/ 4 h 61"/>
                <a:gd name="T2" fmla="*/ 1 w 71"/>
                <a:gd name="T3" fmla="*/ 5 h 61"/>
                <a:gd name="T4" fmla="*/ 1 w 71"/>
                <a:gd name="T5" fmla="*/ 6 h 61"/>
                <a:gd name="T6" fmla="*/ 1 w 71"/>
                <a:gd name="T7" fmla="*/ 8 h 61"/>
                <a:gd name="T8" fmla="*/ 4 w 71"/>
                <a:gd name="T9" fmla="*/ 6 h 61"/>
                <a:gd name="T10" fmla="*/ 5 w 71"/>
                <a:gd name="T11" fmla="*/ 4 h 61"/>
                <a:gd name="T12" fmla="*/ 7 w 71"/>
                <a:gd name="T13" fmla="*/ 0 h 61"/>
                <a:gd name="T14" fmla="*/ 9 w 71"/>
                <a:gd name="T15" fmla="*/ 2 h 61"/>
                <a:gd name="T16" fmla="*/ 4 w 71"/>
                <a:gd name="T17" fmla="*/ 4 h 61"/>
                <a:gd name="T18" fmla="*/ 4 w 71"/>
                <a:gd name="T19" fmla="*/ 4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76" name="Freeform 74"/>
            <p:cNvSpPr>
              <a:spLocks/>
            </p:cNvSpPr>
            <p:nvPr/>
          </p:nvSpPr>
          <p:spPr bwMode="invGray">
            <a:xfrm>
              <a:off x="4759" y="3569"/>
              <a:ext cx="17" cy="23"/>
            </a:xfrm>
            <a:custGeom>
              <a:avLst/>
              <a:gdLst>
                <a:gd name="T0" fmla="*/ 1 w 23"/>
                <a:gd name="T1" fmla="*/ 0 h 30"/>
                <a:gd name="T2" fmla="*/ 0 w 23"/>
                <a:gd name="T3" fmla="*/ 2 h 30"/>
                <a:gd name="T4" fmla="*/ 1 w 23"/>
                <a:gd name="T5" fmla="*/ 5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77" name="Freeform 75"/>
            <p:cNvSpPr>
              <a:spLocks/>
            </p:cNvSpPr>
            <p:nvPr/>
          </p:nvSpPr>
          <p:spPr bwMode="invGray">
            <a:xfrm>
              <a:off x="4751" y="3547"/>
              <a:ext cx="20" cy="17"/>
            </a:xfrm>
            <a:custGeom>
              <a:avLst/>
              <a:gdLst>
                <a:gd name="T0" fmla="*/ 3 w 26"/>
                <a:gd name="T1" fmla="*/ 0 h 23"/>
                <a:gd name="T2" fmla="*/ 0 w 26"/>
                <a:gd name="T3" fmla="*/ 1 h 23"/>
                <a:gd name="T4" fmla="*/ 3 w 26"/>
                <a:gd name="T5" fmla="*/ 2 h 23"/>
                <a:gd name="T6" fmla="*/ 3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78" name="Freeform 76"/>
            <p:cNvSpPr>
              <a:spLocks/>
            </p:cNvSpPr>
            <p:nvPr/>
          </p:nvSpPr>
          <p:spPr bwMode="invGray">
            <a:xfrm>
              <a:off x="4598" y="3353"/>
              <a:ext cx="24" cy="33"/>
            </a:xfrm>
            <a:custGeom>
              <a:avLst/>
              <a:gdLst>
                <a:gd name="T0" fmla="*/ 4 w 32"/>
                <a:gd name="T1" fmla="*/ 0 h 44"/>
                <a:gd name="T2" fmla="*/ 2 w 32"/>
                <a:gd name="T3" fmla="*/ 2 h 44"/>
                <a:gd name="T4" fmla="*/ 2 w 32"/>
                <a:gd name="T5" fmla="*/ 5 h 44"/>
                <a:gd name="T6" fmla="*/ 4 w 32"/>
                <a:gd name="T7" fmla="*/ 5 h 44"/>
                <a:gd name="T8" fmla="*/ 4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79" name="Freeform 77"/>
            <p:cNvSpPr>
              <a:spLocks/>
            </p:cNvSpPr>
            <p:nvPr/>
          </p:nvSpPr>
          <p:spPr bwMode="invGray">
            <a:xfrm>
              <a:off x="4632" y="3396"/>
              <a:ext cx="26" cy="33"/>
            </a:xfrm>
            <a:custGeom>
              <a:avLst/>
              <a:gdLst>
                <a:gd name="T0" fmla="*/ 5 w 34"/>
                <a:gd name="T1" fmla="*/ 0 h 44"/>
                <a:gd name="T2" fmla="*/ 2 w 34"/>
                <a:gd name="T3" fmla="*/ 2 h 44"/>
                <a:gd name="T4" fmla="*/ 2 w 34"/>
                <a:gd name="T5" fmla="*/ 5 h 44"/>
                <a:gd name="T6" fmla="*/ 4 w 34"/>
                <a:gd name="T7" fmla="*/ 5 h 44"/>
                <a:gd name="T8" fmla="*/ 5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80" name="Freeform 78"/>
            <p:cNvSpPr>
              <a:spLocks/>
            </p:cNvSpPr>
            <p:nvPr/>
          </p:nvSpPr>
          <p:spPr bwMode="invGray">
            <a:xfrm>
              <a:off x="4659" y="3459"/>
              <a:ext cx="28" cy="28"/>
            </a:xfrm>
            <a:custGeom>
              <a:avLst/>
              <a:gdLst>
                <a:gd name="T0" fmla="*/ 4 w 38"/>
                <a:gd name="T1" fmla="*/ 2 h 37"/>
                <a:gd name="T2" fmla="*/ 1 w 38"/>
                <a:gd name="T3" fmla="*/ 2 h 37"/>
                <a:gd name="T4" fmla="*/ 1 w 38"/>
                <a:gd name="T5" fmla="*/ 4 h 37"/>
                <a:gd name="T6" fmla="*/ 3 w 38"/>
                <a:gd name="T7" fmla="*/ 5 h 37"/>
                <a:gd name="T8" fmla="*/ 4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81" name="Freeform 79"/>
            <p:cNvSpPr>
              <a:spLocks/>
            </p:cNvSpPr>
            <p:nvPr/>
          </p:nvSpPr>
          <p:spPr bwMode="invGray">
            <a:xfrm>
              <a:off x="4693" y="3449"/>
              <a:ext cx="28" cy="26"/>
            </a:xfrm>
            <a:custGeom>
              <a:avLst/>
              <a:gdLst>
                <a:gd name="T0" fmla="*/ 4 w 38"/>
                <a:gd name="T1" fmla="*/ 2 h 34"/>
                <a:gd name="T2" fmla="*/ 1 w 38"/>
                <a:gd name="T3" fmla="*/ 2 h 34"/>
                <a:gd name="T4" fmla="*/ 2 w 38"/>
                <a:gd name="T5" fmla="*/ 4 h 34"/>
                <a:gd name="T6" fmla="*/ 3 w 38"/>
                <a:gd name="T7" fmla="*/ 4 h 34"/>
                <a:gd name="T8" fmla="*/ 4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82" name="Freeform 80"/>
            <p:cNvSpPr>
              <a:spLocks/>
            </p:cNvSpPr>
            <p:nvPr/>
          </p:nvSpPr>
          <p:spPr bwMode="invGray">
            <a:xfrm>
              <a:off x="4683" y="3413"/>
              <a:ext cx="26" cy="20"/>
            </a:xfrm>
            <a:custGeom>
              <a:avLst/>
              <a:gdLst>
                <a:gd name="T0" fmla="*/ 4 w 35"/>
                <a:gd name="T1" fmla="*/ 1 h 27"/>
                <a:gd name="T2" fmla="*/ 1 w 35"/>
                <a:gd name="T3" fmla="*/ 1 h 27"/>
                <a:gd name="T4" fmla="*/ 1 w 35"/>
                <a:gd name="T5" fmla="*/ 1 h 27"/>
                <a:gd name="T6" fmla="*/ 3 w 35"/>
                <a:gd name="T7" fmla="*/ 2 h 27"/>
                <a:gd name="T8" fmla="*/ 4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83" name="Freeform 81"/>
            <p:cNvSpPr>
              <a:spLocks/>
            </p:cNvSpPr>
            <p:nvPr/>
          </p:nvSpPr>
          <p:spPr bwMode="invGray">
            <a:xfrm>
              <a:off x="4657" y="3388"/>
              <a:ext cx="26" cy="35"/>
            </a:xfrm>
            <a:custGeom>
              <a:avLst/>
              <a:gdLst>
                <a:gd name="T0" fmla="*/ 4 w 35"/>
                <a:gd name="T1" fmla="*/ 2 h 47"/>
                <a:gd name="T2" fmla="*/ 2 w 35"/>
                <a:gd name="T3" fmla="*/ 1 h 47"/>
                <a:gd name="T4" fmla="*/ 1 w 35"/>
                <a:gd name="T5" fmla="*/ 3 h 47"/>
                <a:gd name="T6" fmla="*/ 2 w 35"/>
                <a:gd name="T7" fmla="*/ 4 h 47"/>
                <a:gd name="T8" fmla="*/ 3 w 35"/>
                <a:gd name="T9" fmla="*/ 4 h 47"/>
                <a:gd name="T10" fmla="*/ 4 w 35"/>
                <a:gd name="T11" fmla="*/ 2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84" name="Freeform 82"/>
            <p:cNvSpPr>
              <a:spLocks/>
            </p:cNvSpPr>
            <p:nvPr/>
          </p:nvSpPr>
          <p:spPr bwMode="invGray">
            <a:xfrm>
              <a:off x="4625" y="3372"/>
              <a:ext cx="24" cy="26"/>
            </a:xfrm>
            <a:custGeom>
              <a:avLst/>
              <a:gdLst>
                <a:gd name="T0" fmla="*/ 4 w 32"/>
                <a:gd name="T1" fmla="*/ 1 h 35"/>
                <a:gd name="T2" fmla="*/ 2 w 32"/>
                <a:gd name="T3" fmla="*/ 1 h 35"/>
                <a:gd name="T4" fmla="*/ 2 w 32"/>
                <a:gd name="T5" fmla="*/ 3 h 35"/>
                <a:gd name="T6" fmla="*/ 4 w 32"/>
                <a:gd name="T7" fmla="*/ 3 h 35"/>
                <a:gd name="T8" fmla="*/ 4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85" name="Freeform 83"/>
            <p:cNvSpPr>
              <a:spLocks/>
            </p:cNvSpPr>
            <p:nvPr/>
          </p:nvSpPr>
          <p:spPr bwMode="invGray">
            <a:xfrm>
              <a:off x="4665" y="3425"/>
              <a:ext cx="24" cy="26"/>
            </a:xfrm>
            <a:custGeom>
              <a:avLst/>
              <a:gdLst>
                <a:gd name="T0" fmla="*/ 4 w 32"/>
                <a:gd name="T1" fmla="*/ 1 h 35"/>
                <a:gd name="T2" fmla="*/ 2 w 32"/>
                <a:gd name="T3" fmla="*/ 1 h 35"/>
                <a:gd name="T4" fmla="*/ 2 w 32"/>
                <a:gd name="T5" fmla="*/ 3 h 35"/>
                <a:gd name="T6" fmla="*/ 4 w 32"/>
                <a:gd name="T7" fmla="*/ 3 h 35"/>
                <a:gd name="T8" fmla="*/ 4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86" name="Freeform 84"/>
            <p:cNvSpPr>
              <a:spLocks/>
            </p:cNvSpPr>
            <p:nvPr/>
          </p:nvSpPr>
          <p:spPr bwMode="invGray">
            <a:xfrm>
              <a:off x="3055" y="2051"/>
              <a:ext cx="141" cy="108"/>
            </a:xfrm>
            <a:custGeom>
              <a:avLst/>
              <a:gdLst>
                <a:gd name="T0" fmla="*/ 22 w 189"/>
                <a:gd name="T1" fmla="*/ 2 h 144"/>
                <a:gd name="T2" fmla="*/ 24 w 189"/>
                <a:gd name="T3" fmla="*/ 2 h 144"/>
                <a:gd name="T4" fmla="*/ 24 w 189"/>
                <a:gd name="T5" fmla="*/ 2 h 144"/>
                <a:gd name="T6" fmla="*/ 24 w 189"/>
                <a:gd name="T7" fmla="*/ 4 h 144"/>
                <a:gd name="T8" fmla="*/ 16 w 189"/>
                <a:gd name="T9" fmla="*/ 6 h 144"/>
                <a:gd name="T10" fmla="*/ 14 w 189"/>
                <a:gd name="T11" fmla="*/ 8 h 144"/>
                <a:gd name="T12" fmla="*/ 12 w 189"/>
                <a:gd name="T13" fmla="*/ 8 h 144"/>
                <a:gd name="T14" fmla="*/ 9 w 189"/>
                <a:gd name="T15" fmla="*/ 11 h 144"/>
                <a:gd name="T16" fmla="*/ 10 w 189"/>
                <a:gd name="T17" fmla="*/ 13 h 144"/>
                <a:gd name="T18" fmla="*/ 10 w 189"/>
                <a:gd name="T19" fmla="*/ 16 h 144"/>
                <a:gd name="T20" fmla="*/ 14 w 189"/>
                <a:gd name="T21" fmla="*/ 17 h 144"/>
                <a:gd name="T22" fmla="*/ 12 w 189"/>
                <a:gd name="T23" fmla="*/ 19 h 144"/>
                <a:gd name="T24" fmla="*/ 10 w 189"/>
                <a:gd name="T25" fmla="*/ 18 h 144"/>
                <a:gd name="T26" fmla="*/ 9 w 189"/>
                <a:gd name="T27" fmla="*/ 18 h 144"/>
                <a:gd name="T28" fmla="*/ 3 w 189"/>
                <a:gd name="T29" fmla="*/ 17 h 144"/>
                <a:gd name="T30" fmla="*/ 2 w 189"/>
                <a:gd name="T31" fmla="*/ 15 h 144"/>
                <a:gd name="T32" fmla="*/ 5 w 189"/>
                <a:gd name="T33" fmla="*/ 13 h 144"/>
                <a:gd name="T34" fmla="*/ 7 w 189"/>
                <a:gd name="T35" fmla="*/ 11 h 144"/>
                <a:gd name="T36" fmla="*/ 5 w 189"/>
                <a:gd name="T37" fmla="*/ 8 h 144"/>
                <a:gd name="T38" fmla="*/ 9 w 189"/>
                <a:gd name="T39" fmla="*/ 6 h 144"/>
                <a:gd name="T40" fmla="*/ 12 w 189"/>
                <a:gd name="T41" fmla="*/ 5 h 144"/>
                <a:gd name="T42" fmla="*/ 14 w 189"/>
                <a:gd name="T43" fmla="*/ 4 h 144"/>
                <a:gd name="T44" fmla="*/ 22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87" name="Freeform 85"/>
            <p:cNvSpPr>
              <a:spLocks/>
            </p:cNvSpPr>
            <p:nvPr/>
          </p:nvSpPr>
          <p:spPr bwMode="invGray">
            <a:xfrm>
              <a:off x="3139" y="2155"/>
              <a:ext cx="40" cy="12"/>
            </a:xfrm>
            <a:custGeom>
              <a:avLst/>
              <a:gdLst>
                <a:gd name="T0" fmla="*/ 4 w 53"/>
                <a:gd name="T1" fmla="*/ 0 h 17"/>
                <a:gd name="T2" fmla="*/ 2 w 53"/>
                <a:gd name="T3" fmla="*/ 1 h 17"/>
                <a:gd name="T4" fmla="*/ 5 w 53"/>
                <a:gd name="T5" fmla="*/ 1 h 17"/>
                <a:gd name="T6" fmla="*/ 6 w 53"/>
                <a:gd name="T7" fmla="*/ 1 h 17"/>
                <a:gd name="T8" fmla="*/ 4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88" name="Freeform 86"/>
            <p:cNvSpPr>
              <a:spLocks/>
            </p:cNvSpPr>
            <p:nvPr/>
          </p:nvSpPr>
          <p:spPr bwMode="invGray">
            <a:xfrm>
              <a:off x="3344" y="1999"/>
              <a:ext cx="42" cy="28"/>
            </a:xfrm>
            <a:custGeom>
              <a:avLst/>
              <a:gdLst>
                <a:gd name="T0" fmla="*/ 7 w 57"/>
                <a:gd name="T1" fmla="*/ 2 h 37"/>
                <a:gd name="T2" fmla="*/ 3 w 57"/>
                <a:gd name="T3" fmla="*/ 4 h 37"/>
                <a:gd name="T4" fmla="*/ 1 w 57"/>
                <a:gd name="T5" fmla="*/ 5 h 37"/>
                <a:gd name="T6" fmla="*/ 1 w 57"/>
                <a:gd name="T7" fmla="*/ 2 h 37"/>
                <a:gd name="T8" fmla="*/ 2 w 57"/>
                <a:gd name="T9" fmla="*/ 0 h 37"/>
                <a:gd name="T10" fmla="*/ 7 w 57"/>
                <a:gd name="T11" fmla="*/ 2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89" name="Freeform 87"/>
            <p:cNvSpPr>
              <a:spLocks/>
            </p:cNvSpPr>
            <p:nvPr/>
          </p:nvSpPr>
          <p:spPr bwMode="invGray">
            <a:xfrm>
              <a:off x="3374" y="2012"/>
              <a:ext cx="50" cy="20"/>
            </a:xfrm>
            <a:custGeom>
              <a:avLst/>
              <a:gdLst>
                <a:gd name="T0" fmla="*/ 3 w 68"/>
                <a:gd name="T1" fmla="*/ 0 h 26"/>
                <a:gd name="T2" fmla="*/ 1 w 68"/>
                <a:gd name="T3" fmla="*/ 2 h 26"/>
                <a:gd name="T4" fmla="*/ 7 w 68"/>
                <a:gd name="T5" fmla="*/ 4 h 26"/>
                <a:gd name="T6" fmla="*/ 7 w 68"/>
                <a:gd name="T7" fmla="*/ 4 h 26"/>
                <a:gd name="T8" fmla="*/ 3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90" name="Freeform 88"/>
            <p:cNvSpPr>
              <a:spLocks/>
            </p:cNvSpPr>
            <p:nvPr/>
          </p:nvSpPr>
          <p:spPr bwMode="invGray">
            <a:xfrm>
              <a:off x="3428" y="2015"/>
              <a:ext cx="50" cy="32"/>
            </a:xfrm>
            <a:custGeom>
              <a:avLst/>
              <a:gdLst>
                <a:gd name="T0" fmla="*/ 8 w 66"/>
                <a:gd name="T1" fmla="*/ 1 h 43"/>
                <a:gd name="T2" fmla="*/ 4 w 66"/>
                <a:gd name="T3" fmla="*/ 1 h 43"/>
                <a:gd name="T4" fmla="*/ 2 w 66"/>
                <a:gd name="T5" fmla="*/ 1 h 43"/>
                <a:gd name="T6" fmla="*/ 2 w 66"/>
                <a:gd name="T7" fmla="*/ 4 h 43"/>
                <a:gd name="T8" fmla="*/ 5 w 66"/>
                <a:gd name="T9" fmla="*/ 5 h 43"/>
                <a:gd name="T10" fmla="*/ 8 w 66"/>
                <a:gd name="T11" fmla="*/ 3 h 43"/>
                <a:gd name="T12" fmla="*/ 8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91" name="Freeform 89"/>
            <p:cNvSpPr>
              <a:spLocks/>
            </p:cNvSpPr>
            <p:nvPr/>
          </p:nvSpPr>
          <p:spPr bwMode="invGray">
            <a:xfrm>
              <a:off x="3777" y="2042"/>
              <a:ext cx="88" cy="31"/>
            </a:xfrm>
            <a:custGeom>
              <a:avLst/>
              <a:gdLst>
                <a:gd name="T0" fmla="*/ 2 w 117"/>
                <a:gd name="T1" fmla="*/ 0 h 41"/>
                <a:gd name="T2" fmla="*/ 2 w 117"/>
                <a:gd name="T3" fmla="*/ 2 h 41"/>
                <a:gd name="T4" fmla="*/ 8 w 117"/>
                <a:gd name="T5" fmla="*/ 5 h 41"/>
                <a:gd name="T6" fmla="*/ 11 w 117"/>
                <a:gd name="T7" fmla="*/ 5 h 41"/>
                <a:gd name="T8" fmla="*/ 15 w 117"/>
                <a:gd name="T9" fmla="*/ 4 h 41"/>
                <a:gd name="T10" fmla="*/ 11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92" name="Freeform 90"/>
            <p:cNvSpPr>
              <a:spLocks/>
            </p:cNvSpPr>
            <p:nvPr/>
          </p:nvSpPr>
          <p:spPr bwMode="invGray">
            <a:xfrm>
              <a:off x="3867" y="2041"/>
              <a:ext cx="46" cy="24"/>
            </a:xfrm>
            <a:custGeom>
              <a:avLst/>
              <a:gdLst>
                <a:gd name="T0" fmla="*/ 4 w 62"/>
                <a:gd name="T1" fmla="*/ 2 h 32"/>
                <a:gd name="T2" fmla="*/ 7 w 62"/>
                <a:gd name="T3" fmla="*/ 2 h 32"/>
                <a:gd name="T4" fmla="*/ 4 w 62"/>
                <a:gd name="T5" fmla="*/ 5 h 32"/>
                <a:gd name="T6" fmla="*/ 1 w 62"/>
                <a:gd name="T7" fmla="*/ 4 h 32"/>
                <a:gd name="T8" fmla="*/ 4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93" name="Freeform 91"/>
            <p:cNvSpPr>
              <a:spLocks/>
            </p:cNvSpPr>
            <p:nvPr/>
          </p:nvSpPr>
          <p:spPr bwMode="invGray">
            <a:xfrm>
              <a:off x="3846" y="2070"/>
              <a:ext cx="37" cy="17"/>
            </a:xfrm>
            <a:custGeom>
              <a:avLst/>
              <a:gdLst>
                <a:gd name="T0" fmla="*/ 3 w 49"/>
                <a:gd name="T1" fmla="*/ 1 h 23"/>
                <a:gd name="T2" fmla="*/ 2 w 49"/>
                <a:gd name="T3" fmla="*/ 1 h 23"/>
                <a:gd name="T4" fmla="*/ 6 w 49"/>
                <a:gd name="T5" fmla="*/ 3 h 23"/>
                <a:gd name="T6" fmla="*/ 3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94" name="Freeform 92"/>
            <p:cNvSpPr>
              <a:spLocks/>
            </p:cNvSpPr>
            <p:nvPr/>
          </p:nvSpPr>
          <p:spPr bwMode="invGray">
            <a:xfrm>
              <a:off x="4098" y="2294"/>
              <a:ext cx="76" cy="114"/>
            </a:xfrm>
            <a:custGeom>
              <a:avLst/>
              <a:gdLst>
                <a:gd name="T0" fmla="*/ 1 w 102"/>
                <a:gd name="T1" fmla="*/ 0 h 152"/>
                <a:gd name="T2" fmla="*/ 0 w 102"/>
                <a:gd name="T3" fmla="*/ 3 h 152"/>
                <a:gd name="T4" fmla="*/ 1 w 102"/>
                <a:gd name="T5" fmla="*/ 6 h 152"/>
                <a:gd name="T6" fmla="*/ 4 w 102"/>
                <a:gd name="T7" fmla="*/ 10 h 152"/>
                <a:gd name="T8" fmla="*/ 4 w 102"/>
                <a:gd name="T9" fmla="*/ 14 h 152"/>
                <a:gd name="T10" fmla="*/ 10 w 102"/>
                <a:gd name="T11" fmla="*/ 21 h 152"/>
                <a:gd name="T12" fmla="*/ 11 w 102"/>
                <a:gd name="T13" fmla="*/ 17 h 152"/>
                <a:gd name="T14" fmla="*/ 10 w 102"/>
                <a:gd name="T15" fmla="*/ 14 h 152"/>
                <a:gd name="T16" fmla="*/ 7 w 102"/>
                <a:gd name="T17" fmla="*/ 13 h 152"/>
                <a:gd name="T18" fmla="*/ 7 w 102"/>
                <a:gd name="T19" fmla="*/ 11 h 152"/>
                <a:gd name="T20" fmla="*/ 5 w 102"/>
                <a:gd name="T21" fmla="*/ 6 h 152"/>
                <a:gd name="T22" fmla="*/ 1 w 102"/>
                <a:gd name="T23" fmla="*/ 2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95" name="Freeform 93"/>
            <p:cNvSpPr>
              <a:spLocks/>
            </p:cNvSpPr>
            <p:nvPr/>
          </p:nvSpPr>
          <p:spPr bwMode="invGray">
            <a:xfrm>
              <a:off x="4159" y="2412"/>
              <a:ext cx="55" cy="78"/>
            </a:xfrm>
            <a:custGeom>
              <a:avLst/>
              <a:gdLst>
                <a:gd name="T0" fmla="*/ 8 w 74"/>
                <a:gd name="T1" fmla="*/ 4 h 103"/>
                <a:gd name="T2" fmla="*/ 9 w 74"/>
                <a:gd name="T3" fmla="*/ 6 h 103"/>
                <a:gd name="T4" fmla="*/ 4 w 74"/>
                <a:gd name="T5" fmla="*/ 11 h 103"/>
                <a:gd name="T6" fmla="*/ 4 w 74"/>
                <a:gd name="T7" fmla="*/ 14 h 103"/>
                <a:gd name="T8" fmla="*/ 2 w 74"/>
                <a:gd name="T9" fmla="*/ 13 h 103"/>
                <a:gd name="T10" fmla="*/ 1 w 74"/>
                <a:gd name="T11" fmla="*/ 11 h 103"/>
                <a:gd name="T12" fmla="*/ 0 w 74"/>
                <a:gd name="T13" fmla="*/ 11 h 103"/>
                <a:gd name="T14" fmla="*/ 1 w 74"/>
                <a:gd name="T15" fmla="*/ 8 h 103"/>
                <a:gd name="T16" fmla="*/ 1 w 74"/>
                <a:gd name="T17" fmla="*/ 8 h 103"/>
                <a:gd name="T18" fmla="*/ 1 w 74"/>
                <a:gd name="T19" fmla="*/ 4 h 103"/>
                <a:gd name="T20" fmla="*/ 1 w 74"/>
                <a:gd name="T21" fmla="*/ 2 h 103"/>
                <a:gd name="T22" fmla="*/ 3 w 74"/>
                <a:gd name="T23" fmla="*/ 4 h 103"/>
                <a:gd name="T24" fmla="*/ 4 w 74"/>
                <a:gd name="T25" fmla="*/ 5 h 103"/>
                <a:gd name="T26" fmla="*/ 8 w 74"/>
                <a:gd name="T27" fmla="*/ 4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96" name="Freeform 94"/>
            <p:cNvSpPr>
              <a:spLocks/>
            </p:cNvSpPr>
            <p:nvPr/>
          </p:nvSpPr>
          <p:spPr bwMode="invGray">
            <a:xfrm>
              <a:off x="4123" y="2492"/>
              <a:ext cx="109" cy="189"/>
            </a:xfrm>
            <a:custGeom>
              <a:avLst/>
              <a:gdLst>
                <a:gd name="T0" fmla="*/ 10 w 146"/>
                <a:gd name="T1" fmla="*/ 14 h 252"/>
                <a:gd name="T2" fmla="*/ 9 w 146"/>
                <a:gd name="T3" fmla="*/ 15 h 252"/>
                <a:gd name="T4" fmla="*/ 8 w 146"/>
                <a:gd name="T5" fmla="*/ 18 h 252"/>
                <a:gd name="T6" fmla="*/ 3 w 146"/>
                <a:gd name="T7" fmla="*/ 20 h 252"/>
                <a:gd name="T8" fmla="*/ 1 w 146"/>
                <a:gd name="T9" fmla="*/ 23 h 252"/>
                <a:gd name="T10" fmla="*/ 2 w 146"/>
                <a:gd name="T11" fmla="*/ 25 h 252"/>
                <a:gd name="T12" fmla="*/ 1 w 146"/>
                <a:gd name="T13" fmla="*/ 26 h 252"/>
                <a:gd name="T14" fmla="*/ 3 w 146"/>
                <a:gd name="T15" fmla="*/ 34 h 252"/>
                <a:gd name="T16" fmla="*/ 4 w 146"/>
                <a:gd name="T17" fmla="*/ 29 h 252"/>
                <a:gd name="T18" fmla="*/ 3 w 146"/>
                <a:gd name="T19" fmla="*/ 26 h 252"/>
                <a:gd name="T20" fmla="*/ 5 w 146"/>
                <a:gd name="T21" fmla="*/ 24 h 252"/>
                <a:gd name="T22" fmla="*/ 7 w 146"/>
                <a:gd name="T23" fmla="*/ 22 h 252"/>
                <a:gd name="T24" fmla="*/ 9 w 146"/>
                <a:gd name="T25" fmla="*/ 24 h 252"/>
                <a:gd name="T26" fmla="*/ 5 w 146"/>
                <a:gd name="T27" fmla="*/ 26 h 252"/>
                <a:gd name="T28" fmla="*/ 7 w 146"/>
                <a:gd name="T29" fmla="*/ 27 h 252"/>
                <a:gd name="T30" fmla="*/ 9 w 146"/>
                <a:gd name="T31" fmla="*/ 24 h 252"/>
                <a:gd name="T32" fmla="*/ 10 w 146"/>
                <a:gd name="T33" fmla="*/ 25 h 252"/>
                <a:gd name="T34" fmla="*/ 13 w 146"/>
                <a:gd name="T35" fmla="*/ 20 h 252"/>
                <a:gd name="T36" fmla="*/ 14 w 146"/>
                <a:gd name="T37" fmla="*/ 22 h 252"/>
                <a:gd name="T38" fmla="*/ 18 w 146"/>
                <a:gd name="T39" fmla="*/ 20 h 252"/>
                <a:gd name="T40" fmla="*/ 19 w 146"/>
                <a:gd name="T41" fmla="*/ 18 h 252"/>
                <a:gd name="T42" fmla="*/ 19 w 146"/>
                <a:gd name="T43" fmla="*/ 15 h 252"/>
                <a:gd name="T44" fmla="*/ 17 w 146"/>
                <a:gd name="T45" fmla="*/ 14 h 252"/>
                <a:gd name="T46" fmla="*/ 16 w 146"/>
                <a:gd name="T47" fmla="*/ 6 h 252"/>
                <a:gd name="T48" fmla="*/ 12 w 146"/>
                <a:gd name="T49" fmla="*/ 0 h 252"/>
                <a:gd name="T50" fmla="*/ 10 w 146"/>
                <a:gd name="T51" fmla="*/ 2 h 252"/>
                <a:gd name="T52" fmla="*/ 12 w 146"/>
                <a:gd name="T53" fmla="*/ 5 h 252"/>
                <a:gd name="T54" fmla="*/ 12 w 146"/>
                <a:gd name="T55" fmla="*/ 8 h 252"/>
                <a:gd name="T56" fmla="*/ 10 w 146"/>
                <a:gd name="T57" fmla="*/ 14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97" name="Freeform 95"/>
            <p:cNvSpPr>
              <a:spLocks/>
            </p:cNvSpPr>
            <p:nvPr/>
          </p:nvSpPr>
          <p:spPr bwMode="invGray">
            <a:xfrm>
              <a:off x="3062" y="1988"/>
              <a:ext cx="52" cy="30"/>
            </a:xfrm>
            <a:custGeom>
              <a:avLst/>
              <a:gdLst>
                <a:gd name="T0" fmla="*/ 7 w 70"/>
                <a:gd name="T1" fmla="*/ 0 h 40"/>
                <a:gd name="T2" fmla="*/ 8 w 70"/>
                <a:gd name="T3" fmla="*/ 3 h 40"/>
                <a:gd name="T4" fmla="*/ 5 w 70"/>
                <a:gd name="T5" fmla="*/ 4 h 40"/>
                <a:gd name="T6" fmla="*/ 4 w 70"/>
                <a:gd name="T7" fmla="*/ 6 h 40"/>
                <a:gd name="T8" fmla="*/ 1 w 70"/>
                <a:gd name="T9" fmla="*/ 6 h 40"/>
                <a:gd name="T10" fmla="*/ 1 w 70"/>
                <a:gd name="T11" fmla="*/ 5 h 40"/>
                <a:gd name="T12" fmla="*/ 4 w 70"/>
                <a:gd name="T13" fmla="*/ 3 h 40"/>
                <a:gd name="T14" fmla="*/ 7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98" name="Freeform 96"/>
            <p:cNvSpPr>
              <a:spLocks/>
            </p:cNvSpPr>
            <p:nvPr/>
          </p:nvSpPr>
          <p:spPr bwMode="invGray">
            <a:xfrm>
              <a:off x="2955" y="1997"/>
              <a:ext cx="19" cy="22"/>
            </a:xfrm>
            <a:custGeom>
              <a:avLst/>
              <a:gdLst>
                <a:gd name="T0" fmla="*/ 2 w 26"/>
                <a:gd name="T1" fmla="*/ 0 h 29"/>
                <a:gd name="T2" fmla="*/ 0 w 26"/>
                <a:gd name="T3" fmla="*/ 3 h 29"/>
                <a:gd name="T4" fmla="*/ 2 w 26"/>
                <a:gd name="T5" fmla="*/ 4 h 29"/>
                <a:gd name="T6" fmla="*/ 2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99" name="Freeform 97"/>
            <p:cNvSpPr>
              <a:spLocks/>
            </p:cNvSpPr>
            <p:nvPr/>
          </p:nvSpPr>
          <p:spPr bwMode="invGray">
            <a:xfrm>
              <a:off x="2979" y="1996"/>
              <a:ext cx="37" cy="27"/>
            </a:xfrm>
            <a:custGeom>
              <a:avLst/>
              <a:gdLst>
                <a:gd name="T0" fmla="*/ 2 w 49"/>
                <a:gd name="T1" fmla="*/ 2 h 36"/>
                <a:gd name="T2" fmla="*/ 0 w 49"/>
                <a:gd name="T3" fmla="*/ 3 h 36"/>
                <a:gd name="T4" fmla="*/ 2 w 49"/>
                <a:gd name="T5" fmla="*/ 5 h 36"/>
                <a:gd name="T6" fmla="*/ 3 w 49"/>
                <a:gd name="T7" fmla="*/ 5 h 36"/>
                <a:gd name="T8" fmla="*/ 6 w 49"/>
                <a:gd name="T9" fmla="*/ 4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100" name="Freeform 98"/>
            <p:cNvSpPr>
              <a:spLocks/>
            </p:cNvSpPr>
            <p:nvPr/>
          </p:nvSpPr>
          <p:spPr bwMode="invGray">
            <a:xfrm>
              <a:off x="3040" y="1987"/>
              <a:ext cx="20" cy="16"/>
            </a:xfrm>
            <a:custGeom>
              <a:avLst/>
              <a:gdLst>
                <a:gd name="T0" fmla="*/ 1 w 27"/>
                <a:gd name="T1" fmla="*/ 0 h 22"/>
                <a:gd name="T2" fmla="*/ 1 w 27"/>
                <a:gd name="T3" fmla="*/ 1 h 22"/>
                <a:gd name="T4" fmla="*/ 2 w 27"/>
                <a:gd name="T5" fmla="*/ 3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101" name="Freeform 99"/>
            <p:cNvSpPr>
              <a:spLocks/>
            </p:cNvSpPr>
            <p:nvPr/>
          </p:nvSpPr>
          <p:spPr bwMode="invGray">
            <a:xfrm>
              <a:off x="3022" y="2005"/>
              <a:ext cx="15" cy="13"/>
            </a:xfrm>
            <a:custGeom>
              <a:avLst/>
              <a:gdLst>
                <a:gd name="T0" fmla="*/ 2 w 20"/>
                <a:gd name="T1" fmla="*/ 0 h 18"/>
                <a:gd name="T2" fmla="*/ 2 w 20"/>
                <a:gd name="T3" fmla="*/ 2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102" name="Freeform 100"/>
            <p:cNvSpPr>
              <a:spLocks/>
            </p:cNvSpPr>
            <p:nvPr/>
          </p:nvSpPr>
          <p:spPr bwMode="invGray">
            <a:xfrm>
              <a:off x="4162" y="2021"/>
              <a:ext cx="18" cy="33"/>
            </a:xfrm>
            <a:custGeom>
              <a:avLst/>
              <a:gdLst>
                <a:gd name="T0" fmla="*/ 4 w 24"/>
                <a:gd name="T1" fmla="*/ 0 h 44"/>
                <a:gd name="T2" fmla="*/ 2 w 24"/>
                <a:gd name="T3" fmla="*/ 2 h 44"/>
                <a:gd name="T4" fmla="*/ 0 w 24"/>
                <a:gd name="T5" fmla="*/ 5 h 44"/>
                <a:gd name="T6" fmla="*/ 2 w 24"/>
                <a:gd name="T7" fmla="*/ 6 h 44"/>
                <a:gd name="T8" fmla="*/ 4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103" name="Freeform 101"/>
            <p:cNvSpPr>
              <a:spLocks/>
            </p:cNvSpPr>
            <p:nvPr/>
          </p:nvSpPr>
          <p:spPr bwMode="invGray">
            <a:xfrm>
              <a:off x="3278" y="3473"/>
              <a:ext cx="31" cy="18"/>
            </a:xfrm>
            <a:custGeom>
              <a:avLst/>
              <a:gdLst>
                <a:gd name="T0" fmla="*/ 5 w 41"/>
                <a:gd name="T1" fmla="*/ 0 h 24"/>
                <a:gd name="T2" fmla="*/ 4 w 41"/>
                <a:gd name="T3" fmla="*/ 4 h 24"/>
                <a:gd name="T4" fmla="*/ 5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104" name="Freeform 102"/>
            <p:cNvSpPr>
              <a:spLocks/>
            </p:cNvSpPr>
            <p:nvPr/>
          </p:nvSpPr>
          <p:spPr bwMode="invGray">
            <a:xfrm>
              <a:off x="3318" y="3466"/>
              <a:ext cx="10" cy="15"/>
            </a:xfrm>
            <a:custGeom>
              <a:avLst/>
              <a:gdLst>
                <a:gd name="T0" fmla="*/ 2 w 13"/>
                <a:gd name="T1" fmla="*/ 2 h 20"/>
                <a:gd name="T2" fmla="*/ 1 w 13"/>
                <a:gd name="T3" fmla="*/ 2 h 20"/>
                <a:gd name="T4" fmla="*/ 2 w 13"/>
                <a:gd name="T5" fmla="*/ 3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105" name="Freeform 103"/>
            <p:cNvSpPr>
              <a:spLocks/>
            </p:cNvSpPr>
            <p:nvPr/>
          </p:nvSpPr>
          <p:spPr bwMode="invGray">
            <a:xfrm>
              <a:off x="3251" y="3312"/>
              <a:ext cx="9" cy="15"/>
            </a:xfrm>
            <a:custGeom>
              <a:avLst/>
              <a:gdLst>
                <a:gd name="T0" fmla="*/ 1 w 13"/>
                <a:gd name="T1" fmla="*/ 2 h 20"/>
                <a:gd name="T2" fmla="*/ 1 w 13"/>
                <a:gd name="T3" fmla="*/ 2 h 20"/>
                <a:gd name="T4" fmla="*/ 1 w 13"/>
                <a:gd name="T5" fmla="*/ 3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106" name="Freeform 104"/>
            <p:cNvSpPr>
              <a:spLocks/>
            </p:cNvSpPr>
            <p:nvPr/>
          </p:nvSpPr>
          <p:spPr bwMode="invGray">
            <a:xfrm>
              <a:off x="3311" y="3239"/>
              <a:ext cx="11" cy="19"/>
            </a:xfrm>
            <a:custGeom>
              <a:avLst/>
              <a:gdLst>
                <a:gd name="T0" fmla="*/ 2 w 14"/>
                <a:gd name="T1" fmla="*/ 0 h 25"/>
                <a:gd name="T2" fmla="*/ 0 w 14"/>
                <a:gd name="T3" fmla="*/ 2 h 25"/>
                <a:gd name="T4" fmla="*/ 2 w 14"/>
                <a:gd name="T5" fmla="*/ 4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107" name="Freeform 105"/>
            <p:cNvSpPr>
              <a:spLocks/>
            </p:cNvSpPr>
            <p:nvPr/>
          </p:nvSpPr>
          <p:spPr bwMode="invGray">
            <a:xfrm>
              <a:off x="3287" y="3238"/>
              <a:ext cx="11" cy="19"/>
            </a:xfrm>
            <a:custGeom>
              <a:avLst/>
              <a:gdLst>
                <a:gd name="T0" fmla="*/ 2 w 14"/>
                <a:gd name="T1" fmla="*/ 0 h 25"/>
                <a:gd name="T2" fmla="*/ 0 w 14"/>
                <a:gd name="T3" fmla="*/ 2 h 25"/>
                <a:gd name="T4" fmla="*/ 2 w 14"/>
                <a:gd name="T5" fmla="*/ 4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108" name="Freeform 106"/>
            <p:cNvSpPr>
              <a:spLocks/>
            </p:cNvSpPr>
            <p:nvPr/>
          </p:nvSpPr>
          <p:spPr bwMode="invGray">
            <a:xfrm>
              <a:off x="3276" y="3260"/>
              <a:ext cx="10" cy="15"/>
            </a:xfrm>
            <a:custGeom>
              <a:avLst/>
              <a:gdLst>
                <a:gd name="T0" fmla="*/ 2 w 13"/>
                <a:gd name="T1" fmla="*/ 2 h 20"/>
                <a:gd name="T2" fmla="*/ 1 w 13"/>
                <a:gd name="T3" fmla="*/ 2 h 20"/>
                <a:gd name="T4" fmla="*/ 2 w 13"/>
                <a:gd name="T5" fmla="*/ 3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109" name="Freeform 107"/>
            <p:cNvSpPr>
              <a:spLocks/>
            </p:cNvSpPr>
            <p:nvPr/>
          </p:nvSpPr>
          <p:spPr bwMode="invGray">
            <a:xfrm>
              <a:off x="3251" y="3294"/>
              <a:ext cx="9" cy="15"/>
            </a:xfrm>
            <a:custGeom>
              <a:avLst/>
              <a:gdLst>
                <a:gd name="T0" fmla="*/ 1 w 13"/>
                <a:gd name="T1" fmla="*/ 2 h 20"/>
                <a:gd name="T2" fmla="*/ 1 w 13"/>
                <a:gd name="T3" fmla="*/ 2 h 20"/>
                <a:gd name="T4" fmla="*/ 1 w 13"/>
                <a:gd name="T5" fmla="*/ 3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110" name="Freeform 108"/>
            <p:cNvSpPr>
              <a:spLocks/>
            </p:cNvSpPr>
            <p:nvPr/>
          </p:nvSpPr>
          <p:spPr bwMode="invGray">
            <a:xfrm>
              <a:off x="3270" y="3281"/>
              <a:ext cx="10" cy="15"/>
            </a:xfrm>
            <a:custGeom>
              <a:avLst/>
              <a:gdLst>
                <a:gd name="T0" fmla="*/ 2 w 13"/>
                <a:gd name="T1" fmla="*/ 2 h 20"/>
                <a:gd name="T2" fmla="*/ 1 w 13"/>
                <a:gd name="T3" fmla="*/ 2 h 20"/>
                <a:gd name="T4" fmla="*/ 2 w 13"/>
                <a:gd name="T5" fmla="*/ 3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111" name="Freeform 109"/>
            <p:cNvSpPr>
              <a:spLocks/>
            </p:cNvSpPr>
            <p:nvPr/>
          </p:nvSpPr>
          <p:spPr bwMode="invGray">
            <a:xfrm>
              <a:off x="2537" y="2293"/>
              <a:ext cx="10" cy="15"/>
            </a:xfrm>
            <a:custGeom>
              <a:avLst/>
              <a:gdLst>
                <a:gd name="T0" fmla="*/ 2 w 13"/>
                <a:gd name="T1" fmla="*/ 2 h 20"/>
                <a:gd name="T2" fmla="*/ 1 w 13"/>
                <a:gd name="T3" fmla="*/ 2 h 20"/>
                <a:gd name="T4" fmla="*/ 2 w 13"/>
                <a:gd name="T5" fmla="*/ 3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112" name="Freeform 110"/>
            <p:cNvSpPr>
              <a:spLocks/>
            </p:cNvSpPr>
            <p:nvPr/>
          </p:nvSpPr>
          <p:spPr bwMode="invGray">
            <a:xfrm>
              <a:off x="2476" y="2259"/>
              <a:ext cx="10" cy="15"/>
            </a:xfrm>
            <a:custGeom>
              <a:avLst/>
              <a:gdLst>
                <a:gd name="T0" fmla="*/ 2 w 13"/>
                <a:gd name="T1" fmla="*/ 2 h 20"/>
                <a:gd name="T2" fmla="*/ 1 w 13"/>
                <a:gd name="T3" fmla="*/ 2 h 20"/>
                <a:gd name="T4" fmla="*/ 2 w 13"/>
                <a:gd name="T5" fmla="*/ 3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292929"/>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sp>
          <p:nvSpPr>
            <p:cNvPr id="113" name="Freeform 111"/>
            <p:cNvSpPr>
              <a:spLocks/>
            </p:cNvSpPr>
            <p:nvPr/>
          </p:nvSpPr>
          <p:spPr bwMode="invGray">
            <a:xfrm>
              <a:off x="2238" y="2042"/>
              <a:ext cx="2060" cy="1644"/>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41 h 1644"/>
                <a:gd name="T10" fmla="*/ 146 w 2060"/>
                <a:gd name="T11" fmla="*/ 1059 h 1644"/>
                <a:gd name="T12" fmla="*/ 308 w 2060"/>
                <a:gd name="T13" fmla="*/ 1041 h 1644"/>
                <a:gd name="T14" fmla="*/ 396 w 2060"/>
                <a:gd name="T15" fmla="*/ 1138 h 1644"/>
                <a:gd name="T16" fmla="*/ 452 w 2060"/>
                <a:gd name="T17" fmla="*/ 1447 h 1644"/>
                <a:gd name="T18" fmla="*/ 497 w 2060"/>
                <a:gd name="T19" fmla="*/ 1628 h 1644"/>
                <a:gd name="T20" fmla="*/ 704 w 2060"/>
                <a:gd name="T21" fmla="*/ 1574 h 1644"/>
                <a:gd name="T22" fmla="*/ 817 w 2060"/>
                <a:gd name="T23" fmla="*/ 1380 h 1644"/>
                <a:gd name="T24" fmla="*/ 885 w 2060"/>
                <a:gd name="T25" fmla="*/ 1153 h 1644"/>
                <a:gd name="T26" fmla="*/ 998 w 2060"/>
                <a:gd name="T27" fmla="*/ 999 h 1644"/>
                <a:gd name="T28" fmla="*/ 796 w 2060"/>
                <a:gd name="T29" fmla="*/ 856 h 1644"/>
                <a:gd name="T30" fmla="*/ 817 w 2060"/>
                <a:gd name="T31" fmla="*/ 819 h 1644"/>
                <a:gd name="T32" fmla="*/ 1003 w 2060"/>
                <a:gd name="T33" fmla="*/ 916 h 1644"/>
                <a:gd name="T34" fmla="*/ 1098 w 2060"/>
                <a:gd name="T35" fmla="*/ 792 h 1644"/>
                <a:gd name="T36" fmla="*/ 1046 w 2060"/>
                <a:gd name="T37" fmla="*/ 763 h 1644"/>
                <a:gd name="T38" fmla="*/ 929 w 2060"/>
                <a:gd name="T39" fmla="*/ 716 h 1644"/>
                <a:gd name="T40" fmla="*/ 1141 w 2060"/>
                <a:gd name="T41" fmla="*/ 761 h 1644"/>
                <a:gd name="T42" fmla="*/ 1296 w 2060"/>
                <a:gd name="T43" fmla="*/ 852 h 1644"/>
                <a:gd name="T44" fmla="*/ 1373 w 2060"/>
                <a:gd name="T45" fmla="*/ 1033 h 1644"/>
                <a:gd name="T46" fmla="*/ 1608 w 2060"/>
                <a:gd name="T47" fmla="*/ 847 h 1644"/>
                <a:gd name="T48" fmla="*/ 1704 w 2060"/>
                <a:gd name="T49" fmla="*/ 1030 h 1644"/>
                <a:gd name="T50" fmla="*/ 1707 w 2060"/>
                <a:gd name="T51" fmla="*/ 874 h 1644"/>
                <a:gd name="T52" fmla="*/ 1759 w 2060"/>
                <a:gd name="T53" fmla="*/ 800 h 1644"/>
                <a:gd name="T54" fmla="*/ 1783 w 2060"/>
                <a:gd name="T55" fmla="*/ 544 h 1644"/>
                <a:gd name="T56" fmla="*/ 1824 w 2060"/>
                <a:gd name="T57" fmla="*/ 528 h 1644"/>
                <a:gd name="T58" fmla="*/ 1844 w 2060"/>
                <a:gd name="T59" fmla="*/ 427 h 1644"/>
                <a:gd name="T60" fmla="*/ 1805 w 2060"/>
                <a:gd name="T61" fmla="*/ 226 h 1644"/>
                <a:gd name="T62" fmla="*/ 1899 w 2060"/>
                <a:gd name="T63" fmla="*/ 108 h 1644"/>
                <a:gd name="T64" fmla="*/ 1947 w 2060"/>
                <a:gd name="T65" fmla="*/ 209 h 1644"/>
                <a:gd name="T66" fmla="*/ 1943 w 2060"/>
                <a:gd name="T67" fmla="*/ 123 h 1644"/>
                <a:gd name="T68" fmla="*/ 1975 w 2060"/>
                <a:gd name="T69" fmla="*/ 51 h 1644"/>
                <a:gd name="T70" fmla="*/ 2038 w 2060"/>
                <a:gd name="T71" fmla="*/ 0 h 1644"/>
                <a:gd name="T72" fmla="*/ 1820 w 2060"/>
                <a:gd name="T73" fmla="*/ 63 h 1644"/>
                <a:gd name="T74" fmla="*/ 1583 w 2060"/>
                <a:gd name="T75" fmla="*/ 83 h 1644"/>
                <a:gd name="T76" fmla="*/ 1349 w 2060"/>
                <a:gd name="T77" fmla="*/ 30 h 1644"/>
                <a:gd name="T78" fmla="*/ 1132 w 2060"/>
                <a:gd name="T79" fmla="*/ 65 h 1644"/>
                <a:gd name="T80" fmla="*/ 1040 w 2060"/>
                <a:gd name="T81" fmla="*/ 170 h 1644"/>
                <a:gd name="T82" fmla="*/ 926 w 2060"/>
                <a:gd name="T83" fmla="*/ 137 h 1644"/>
                <a:gd name="T84" fmla="*/ 758 w 2060"/>
                <a:gd name="T85" fmla="*/ 183 h 1644"/>
                <a:gd name="T86" fmla="*/ 667 w 2060"/>
                <a:gd name="T87" fmla="*/ 140 h 1644"/>
                <a:gd name="T88" fmla="*/ 364 w 2060"/>
                <a:gd name="T89" fmla="*/ 248 h 1644"/>
                <a:gd name="T90" fmla="*/ 535 w 2060"/>
                <a:gd name="T91" fmla="*/ 213 h 1644"/>
                <a:gd name="T92" fmla="*/ 638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92 w 2060"/>
                <a:gd name="T109" fmla="*/ 548 h 1644"/>
                <a:gd name="T110" fmla="*/ 686 w 2060"/>
                <a:gd name="T111" fmla="*/ 470 h 1644"/>
                <a:gd name="T112" fmla="*/ 772 w 2060"/>
                <a:gd name="T113" fmla="*/ 480 h 1644"/>
                <a:gd name="T114" fmla="*/ 639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ffectLst/>
            <a:extLst>
              <a:ext uri="{91240B29-F687-4F45-9708-019B960494DF}">
                <a14:hiddenLine xmlns:a14="http://schemas.microsoft.com/office/drawing/2010/main" w="12700" cap="flat" cmpd="sng">
                  <a:solidFill>
                    <a:srgbClr val="FF5425"/>
                  </a:solidFill>
                  <a:prstDash val="dash"/>
                  <a:round/>
                  <a:headEnd type="none" w="med" len="med"/>
                  <a:tailEnd type="none" w="med" len="med"/>
                </a14:hiddenLine>
              </a:ext>
              <a:ext uri="{AF507438-7753-43E0-B8FC-AC1667EBCBE1}">
                <a14:hiddenEffects xmlns:a14="http://schemas.microsoft.com/office/drawing/2010/main">
                  <a:effectLst>
                    <a:outerShdw dist="17961" dir="2700000" algn="ctr" rotWithShape="0">
                      <a:srgbClr val="808080">
                        <a:alpha val="50000"/>
                      </a:srgbClr>
                    </a:outerShdw>
                  </a:effectLst>
                </a14:hiddenEffects>
              </a:ext>
            </a:extLst>
          </p:spPr>
          <p:txBody>
            <a:bodyPr/>
            <a:lstStyle/>
            <a:p>
              <a:endParaRPr lang="zh-CN" altLang="en-US"/>
            </a:p>
          </p:txBody>
        </p:sp>
      </p:grpSp>
      <p:pic>
        <p:nvPicPr>
          <p:cNvPr id="114" name="Picture 112" descr="artplus_nature_naturalcity42_a"/>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auto">
          <a:xfrm>
            <a:off x="6493933" y="3167063"/>
            <a:ext cx="5901267" cy="298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5" name="Picture 113" descr="artplus_nature_naturalcity42_i"/>
          <p:cNvPicPr>
            <a:picLocks noChangeAspect="1" noChangeArrowheads="1"/>
          </p:cNvPicPr>
          <p:nvPr userDrawn="1"/>
        </p:nvPicPr>
        <p:blipFill>
          <a:blip r:embed="rId3">
            <a:extLst>
              <a:ext uri="{28A0092B-C50C-407E-A947-70E740481C1C}">
                <a14:useLocalDpi xmlns:a14="http://schemas.microsoft.com/office/drawing/2010/main"/>
              </a:ext>
            </a:extLst>
          </a:blip>
          <a:srcRect/>
          <a:stretch>
            <a:fillRect/>
          </a:stretch>
        </p:blipFill>
        <p:spPr bwMode="auto">
          <a:xfrm>
            <a:off x="9275234" y="3352800"/>
            <a:ext cx="2205567" cy="87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6" name="Picture 114" descr="artplus_nature_naturalcity42_c"/>
          <p:cNvPicPr>
            <a:picLocks noChangeAspect="1" noChangeArrowheads="1"/>
          </p:cNvPicPr>
          <p:nvPr userDrawn="1"/>
        </p:nvPicPr>
        <p:blipFill>
          <a:blip r:embed="rId4">
            <a:extLst>
              <a:ext uri="{28A0092B-C50C-407E-A947-70E740481C1C}">
                <a14:useLocalDpi xmlns:a14="http://schemas.microsoft.com/office/drawing/2010/main"/>
              </a:ext>
            </a:extLst>
          </a:blip>
          <a:srcRect/>
          <a:stretch>
            <a:fillRect/>
          </a:stretch>
        </p:blipFill>
        <p:spPr bwMode="auto">
          <a:xfrm>
            <a:off x="12395200" y="2895601"/>
            <a:ext cx="1483784"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7" name="Picture 115" descr="artplus_nature_naturalcity42_f"/>
          <p:cNvPicPr>
            <a:picLocks noChangeAspect="1" noChangeArrowheads="1"/>
          </p:cNvPicPr>
          <p:nvPr userDrawn="1"/>
        </p:nvPicPr>
        <p:blipFill>
          <a:blip r:embed="rId5">
            <a:extLst>
              <a:ext uri="{28A0092B-C50C-407E-A947-70E740481C1C}">
                <a14:useLocalDpi xmlns:a14="http://schemas.microsoft.com/office/drawing/2010/main"/>
              </a:ext>
            </a:extLst>
          </a:blip>
          <a:srcRect/>
          <a:stretch>
            <a:fillRect/>
          </a:stretch>
        </p:blipFill>
        <p:spPr bwMode="auto">
          <a:xfrm>
            <a:off x="6667599" y="3144913"/>
            <a:ext cx="6478057" cy="2471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8" name="Picture 118" descr="artplus_nature_naturalcity42_b"/>
          <p:cNvPicPr>
            <a:picLocks noChangeAspect="1" noChangeArrowheads="1"/>
          </p:cNvPicPr>
          <p:nvPr userDrawn="1"/>
        </p:nvPicPr>
        <p:blipFill>
          <a:blip r:embed="rId6">
            <a:extLst>
              <a:ext uri="{28A0092B-C50C-407E-A947-70E740481C1C}">
                <a14:useLocalDpi xmlns:a14="http://schemas.microsoft.com/office/drawing/2010/main"/>
              </a:ext>
            </a:extLst>
          </a:blip>
          <a:srcRect/>
          <a:stretch>
            <a:fillRect/>
          </a:stretch>
        </p:blipFill>
        <p:spPr bwMode="auto">
          <a:xfrm>
            <a:off x="6927851" y="3097213"/>
            <a:ext cx="39624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9" name="Picture 119" descr="artplus_nature_naturalcity42_e"/>
          <p:cNvPicPr>
            <a:picLocks noChangeAspect="1" noChangeArrowheads="1"/>
          </p:cNvPicPr>
          <p:nvPr userDrawn="1"/>
        </p:nvPicPr>
        <p:blipFill>
          <a:blip r:embed="rId7">
            <a:extLst>
              <a:ext uri="{28A0092B-C50C-407E-A947-70E740481C1C}">
                <a14:useLocalDpi xmlns:a14="http://schemas.microsoft.com/office/drawing/2010/main"/>
              </a:ext>
            </a:extLst>
          </a:blip>
          <a:srcRect/>
          <a:stretch>
            <a:fillRect/>
          </a:stretch>
        </p:blipFill>
        <p:spPr bwMode="auto">
          <a:xfrm>
            <a:off x="7924801" y="1993900"/>
            <a:ext cx="2061633" cy="166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0" name="Picture 120" descr="artplus_nature_naturalcity42_d"/>
          <p:cNvPicPr>
            <a:picLocks noChangeAspect="1" noChangeArrowheads="1"/>
          </p:cNvPicPr>
          <p:nvPr userDrawn="1"/>
        </p:nvPicPr>
        <p:blipFill>
          <a:blip r:embed="rId8">
            <a:extLst>
              <a:ext uri="{28A0092B-C50C-407E-A947-70E740481C1C}">
                <a14:useLocalDpi xmlns:a14="http://schemas.microsoft.com/office/drawing/2010/main"/>
              </a:ext>
            </a:extLst>
          </a:blip>
          <a:srcRect/>
          <a:stretch>
            <a:fillRect/>
          </a:stretch>
        </p:blipFill>
        <p:spPr bwMode="auto">
          <a:xfrm>
            <a:off x="7501467" y="2862264"/>
            <a:ext cx="831851"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1" name="Picture 121" descr="a1"/>
          <p:cNvPicPr>
            <a:picLocks noChangeAspect="1" noChangeArrowheads="1"/>
          </p:cNvPicPr>
          <p:nvPr userDrawn="1"/>
        </p:nvPicPr>
        <p:blipFill>
          <a:blip r:embed="rId9">
            <a:extLst>
              <a:ext uri="{28A0092B-C50C-407E-A947-70E740481C1C}">
                <a14:useLocalDpi xmlns:a14="http://schemas.microsoft.com/office/drawing/2010/main"/>
              </a:ext>
            </a:extLst>
          </a:blip>
          <a:srcRect/>
          <a:stretch>
            <a:fillRect/>
          </a:stretch>
        </p:blipFill>
        <p:spPr bwMode="auto">
          <a:xfrm>
            <a:off x="12479867" y="95250"/>
            <a:ext cx="2404533" cy="207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 name="Picture 122" descr="b_1"/>
          <p:cNvPicPr>
            <a:picLocks noChangeAspect="1" noChangeArrowheads="1"/>
          </p:cNvPicPr>
          <p:nvPr userDrawn="1"/>
        </p:nvPicPr>
        <p:blipFill>
          <a:blip r:embed="rId10">
            <a:extLst>
              <a:ext uri="{28A0092B-C50C-407E-A947-70E740481C1C}">
                <a14:useLocalDpi xmlns:a14="http://schemas.microsoft.com/office/drawing/2010/main"/>
              </a:ext>
            </a:extLst>
          </a:blip>
          <a:srcRect/>
          <a:stretch>
            <a:fillRect/>
          </a:stretch>
        </p:blipFill>
        <p:spPr bwMode="auto">
          <a:xfrm>
            <a:off x="13605934" y="1968500"/>
            <a:ext cx="1439333"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4452" name="Rectangle 116"/>
          <p:cNvSpPr>
            <a:spLocks noGrp="1" noChangeArrowheads="1"/>
          </p:cNvSpPr>
          <p:nvPr>
            <p:ph type="ctrTitle"/>
          </p:nvPr>
        </p:nvSpPr>
        <p:spPr>
          <a:xfrm>
            <a:off x="406400" y="4419600"/>
            <a:ext cx="8534400" cy="1143000"/>
          </a:xfrm>
          <a:prstGeom prst="rect">
            <a:avLst/>
          </a:prstGeom>
        </p:spPr>
        <p:txBody>
          <a:bodyPr/>
          <a:lstStyle>
            <a:lvl1pPr algn="l">
              <a:defRPr sz="4300">
                <a:solidFill>
                  <a:srgbClr val="C00000"/>
                </a:solidFill>
              </a:defRPr>
            </a:lvl1pPr>
          </a:lstStyle>
          <a:p>
            <a:pPr lvl="0"/>
            <a:r>
              <a:rPr lang="en-US" altLang="zh-CN" noProof="0"/>
              <a:t>Click to edit Master title style</a:t>
            </a:r>
          </a:p>
        </p:txBody>
      </p:sp>
      <p:sp>
        <p:nvSpPr>
          <p:cNvPr id="654453" name="Rectangle 117"/>
          <p:cNvSpPr>
            <a:spLocks noGrp="1" noChangeArrowheads="1"/>
          </p:cNvSpPr>
          <p:nvPr>
            <p:ph type="subTitle" idx="1"/>
          </p:nvPr>
        </p:nvSpPr>
        <p:spPr>
          <a:xfrm>
            <a:off x="406400" y="5715000"/>
            <a:ext cx="8534400" cy="381000"/>
          </a:xfrm>
        </p:spPr>
        <p:txBody>
          <a:bodyPr/>
          <a:lstStyle>
            <a:lvl1pPr marL="0" indent="0">
              <a:buFont typeface="Wingdings" pitchFamily="2" charset="2"/>
              <a:buNone/>
              <a:defRPr sz="2800" b="1" i="1">
                <a:solidFill>
                  <a:schemeClr val="bg1"/>
                </a:solidFill>
              </a:defRPr>
            </a:lvl1pPr>
          </a:lstStyle>
          <a:p>
            <a:pPr lvl="0"/>
            <a:r>
              <a:rPr lang="en-US" altLang="zh-CN" noProof="0"/>
              <a:t>Click to edit Master subtitle style</a:t>
            </a:r>
          </a:p>
        </p:txBody>
      </p:sp>
      <p:pic>
        <p:nvPicPr>
          <p:cNvPr id="123" name="Picture 16" descr="a1"/>
          <p:cNvPicPr>
            <a:picLocks noChangeAspect="1" noChangeArrowheads="1"/>
          </p:cNvPicPr>
          <p:nvPr userDrawn="1"/>
        </p:nvPicPr>
        <p:blipFill>
          <a:blip r:embed="rId11">
            <a:extLst>
              <a:ext uri="{28A0092B-C50C-407E-A947-70E740481C1C}">
                <a14:useLocalDpi xmlns:a14="http://schemas.microsoft.com/office/drawing/2010/main"/>
              </a:ext>
            </a:extLst>
          </a:blip>
          <a:srcRect/>
          <a:stretch>
            <a:fillRect/>
          </a:stretch>
        </p:blipFill>
        <p:spPr bwMode="auto">
          <a:xfrm>
            <a:off x="14573779" y="4593358"/>
            <a:ext cx="942975" cy="108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70605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114"/>
                                        </p:tgtEl>
                                        <p:attrNameLst>
                                          <p:attrName>style.visibility</p:attrName>
                                        </p:attrNameLst>
                                      </p:cBhvr>
                                      <p:to>
                                        <p:strVal val="visible"/>
                                      </p:to>
                                    </p:set>
                                    <p:animEffect transition="in" filter="fade">
                                      <p:cBhvr>
                                        <p:cTn id="10" dur="2000"/>
                                        <p:tgtEl>
                                          <p:spTgt spid="114"/>
                                        </p:tgtEl>
                                      </p:cBhvr>
                                    </p:animEffect>
                                  </p:childTnLst>
                                </p:cTn>
                              </p:par>
                            </p:childTnLst>
                          </p:cTn>
                        </p:par>
                        <p:par>
                          <p:cTn id="11" fill="hold">
                            <p:stCondLst>
                              <p:cond delay="2000"/>
                            </p:stCondLst>
                            <p:childTnLst>
                              <p:par>
                                <p:cTn id="12" presetID="10" presetClass="entr" presetSubtype="0" fill="hold" nodeType="afterEffect">
                                  <p:stCondLst>
                                    <p:cond delay="0"/>
                                  </p:stCondLst>
                                  <p:childTnLst>
                                    <p:set>
                                      <p:cBhvr>
                                        <p:cTn id="13" dur="1" fill="hold">
                                          <p:stCondLst>
                                            <p:cond delay="0"/>
                                          </p:stCondLst>
                                        </p:cTn>
                                        <p:tgtEl>
                                          <p:spTgt spid="118"/>
                                        </p:tgtEl>
                                        <p:attrNameLst>
                                          <p:attrName>style.visibility</p:attrName>
                                        </p:attrNameLst>
                                      </p:cBhvr>
                                      <p:to>
                                        <p:strVal val="visible"/>
                                      </p:to>
                                    </p:set>
                                    <p:animEffect transition="in" filter="fade">
                                      <p:cBhvr>
                                        <p:cTn id="14" dur="1000"/>
                                        <p:tgtEl>
                                          <p:spTgt spid="118"/>
                                        </p:tgtEl>
                                      </p:cBhvr>
                                    </p:animEffect>
                                  </p:childTnLst>
                                </p:cTn>
                              </p:par>
                            </p:childTnLst>
                          </p:cTn>
                        </p:par>
                        <p:par>
                          <p:cTn id="15" fill="hold">
                            <p:stCondLst>
                              <p:cond delay="3000"/>
                            </p:stCondLst>
                            <p:childTnLst>
                              <p:par>
                                <p:cTn id="16" presetID="22" presetClass="entr" presetSubtype="4" fill="hold" nodeType="afterEffect">
                                  <p:stCondLst>
                                    <p:cond delay="0"/>
                                  </p:stCondLst>
                                  <p:childTnLst>
                                    <p:set>
                                      <p:cBhvr>
                                        <p:cTn id="17" dur="1" fill="hold">
                                          <p:stCondLst>
                                            <p:cond delay="0"/>
                                          </p:stCondLst>
                                        </p:cTn>
                                        <p:tgtEl>
                                          <p:spTgt spid="120"/>
                                        </p:tgtEl>
                                        <p:attrNameLst>
                                          <p:attrName>style.visibility</p:attrName>
                                        </p:attrNameLst>
                                      </p:cBhvr>
                                      <p:to>
                                        <p:strVal val="visible"/>
                                      </p:to>
                                    </p:set>
                                    <p:animEffect transition="in" filter="wipe(down)">
                                      <p:cBhvr>
                                        <p:cTn id="18" dur="500"/>
                                        <p:tgtEl>
                                          <p:spTgt spid="120"/>
                                        </p:tgtEl>
                                      </p:cBhvr>
                                    </p:animEffect>
                                  </p:childTnLst>
                                </p:cTn>
                              </p:par>
                            </p:childTnLst>
                          </p:cTn>
                        </p:par>
                        <p:par>
                          <p:cTn id="19" fill="hold">
                            <p:stCondLst>
                              <p:cond delay="3500"/>
                            </p:stCondLst>
                            <p:childTnLst>
                              <p:par>
                                <p:cTn id="20" presetID="22" presetClass="entr" presetSubtype="4" fill="hold" nodeType="afterEffect">
                                  <p:stCondLst>
                                    <p:cond delay="0"/>
                                  </p:stCondLst>
                                  <p:childTnLst>
                                    <p:set>
                                      <p:cBhvr>
                                        <p:cTn id="21" dur="1" fill="hold">
                                          <p:stCondLst>
                                            <p:cond delay="0"/>
                                          </p:stCondLst>
                                        </p:cTn>
                                        <p:tgtEl>
                                          <p:spTgt spid="119"/>
                                        </p:tgtEl>
                                        <p:attrNameLst>
                                          <p:attrName>style.visibility</p:attrName>
                                        </p:attrNameLst>
                                      </p:cBhvr>
                                      <p:to>
                                        <p:strVal val="visible"/>
                                      </p:to>
                                    </p:set>
                                    <p:animEffect transition="in" filter="wipe(down)">
                                      <p:cBhvr>
                                        <p:cTn id="22" dur="500"/>
                                        <p:tgtEl>
                                          <p:spTgt spid="119"/>
                                        </p:tgtEl>
                                      </p:cBhvr>
                                    </p:animEffect>
                                  </p:childTnLst>
                                </p:cTn>
                              </p:par>
                            </p:childTnLst>
                          </p:cTn>
                        </p:par>
                        <p:par>
                          <p:cTn id="23" fill="hold">
                            <p:stCondLst>
                              <p:cond delay="4000"/>
                            </p:stCondLst>
                            <p:childTnLst>
                              <p:par>
                                <p:cTn id="24" presetID="35" presetClass="path" presetSubtype="0" accel="50000" decel="50000" fill="hold" nodeType="afterEffect">
                                  <p:stCondLst>
                                    <p:cond delay="0"/>
                                  </p:stCondLst>
                                  <p:childTnLst>
                                    <p:animMotion origin="layout" path="M -5.55556E-7 2.37743E-6 L -0.21076 0.04787 " pathEditMode="relative" rAng="0" ptsTypes="AA">
                                      <p:cBhvr>
                                        <p:cTn id="25" dur="2000" fill="hold"/>
                                        <p:tgtEl>
                                          <p:spTgt spid="116"/>
                                        </p:tgtEl>
                                        <p:attrNameLst>
                                          <p:attrName>ppt_x</p:attrName>
                                          <p:attrName>ppt_y</p:attrName>
                                        </p:attrNameLst>
                                      </p:cBhvr>
                                      <p:rCtr x="-10538" y="2382"/>
                                    </p:animMotion>
                                  </p:childTnLst>
                                </p:cTn>
                              </p:par>
                              <p:par>
                                <p:cTn id="26" presetID="10" presetClass="entr" presetSubtype="0" fill="hold" nodeType="withEffect">
                                  <p:stCondLst>
                                    <p:cond delay="0"/>
                                  </p:stCondLst>
                                  <p:childTnLst>
                                    <p:set>
                                      <p:cBhvr>
                                        <p:cTn id="27" dur="1" fill="hold">
                                          <p:stCondLst>
                                            <p:cond delay="0"/>
                                          </p:stCondLst>
                                        </p:cTn>
                                        <p:tgtEl>
                                          <p:spTgt spid="116"/>
                                        </p:tgtEl>
                                        <p:attrNameLst>
                                          <p:attrName>style.visibility</p:attrName>
                                        </p:attrNameLst>
                                      </p:cBhvr>
                                      <p:to>
                                        <p:strVal val="visible"/>
                                      </p:to>
                                    </p:set>
                                    <p:animEffect transition="in" filter="fade">
                                      <p:cBhvr>
                                        <p:cTn id="28" dur="1000"/>
                                        <p:tgtEl>
                                          <p:spTgt spid="116"/>
                                        </p:tgtEl>
                                      </p:cBhvr>
                                    </p:animEffect>
                                  </p:childTnLst>
                                </p:cTn>
                              </p:par>
                            </p:childTnLst>
                          </p:cTn>
                        </p:par>
                        <p:par>
                          <p:cTn id="29" fill="hold">
                            <p:stCondLst>
                              <p:cond delay="6000"/>
                            </p:stCondLst>
                            <p:childTnLst>
                              <p:par>
                                <p:cTn id="30" presetID="22" presetClass="entr" presetSubtype="4" fill="hold" nodeType="afterEffect">
                                  <p:stCondLst>
                                    <p:cond delay="0"/>
                                  </p:stCondLst>
                                  <p:childTnLst>
                                    <p:set>
                                      <p:cBhvr>
                                        <p:cTn id="31" dur="1" fill="hold">
                                          <p:stCondLst>
                                            <p:cond delay="0"/>
                                          </p:stCondLst>
                                        </p:cTn>
                                        <p:tgtEl>
                                          <p:spTgt spid="115"/>
                                        </p:tgtEl>
                                        <p:attrNameLst>
                                          <p:attrName>style.visibility</p:attrName>
                                        </p:attrNameLst>
                                      </p:cBhvr>
                                      <p:to>
                                        <p:strVal val="visible"/>
                                      </p:to>
                                    </p:set>
                                    <p:animEffect transition="in" filter="wipe(down)">
                                      <p:cBhvr>
                                        <p:cTn id="32" dur="500"/>
                                        <p:tgtEl>
                                          <p:spTgt spid="115"/>
                                        </p:tgtEl>
                                      </p:cBhvr>
                                    </p:animEffect>
                                  </p:childTnLst>
                                </p:cTn>
                              </p:par>
                            </p:childTnLst>
                          </p:cTn>
                        </p:par>
                        <p:par>
                          <p:cTn id="33" fill="hold">
                            <p:stCondLst>
                              <p:cond delay="6500"/>
                            </p:stCondLst>
                            <p:childTnLst>
                              <p:par>
                                <p:cTn id="34" presetID="22" presetClass="entr" presetSubtype="4" fill="hold" nodeType="afterEffect">
                                  <p:stCondLst>
                                    <p:cond delay="0"/>
                                  </p:stCondLst>
                                  <p:childTnLst>
                                    <p:set>
                                      <p:cBhvr>
                                        <p:cTn id="35" dur="1" fill="hold">
                                          <p:stCondLst>
                                            <p:cond delay="0"/>
                                          </p:stCondLst>
                                        </p:cTn>
                                        <p:tgtEl>
                                          <p:spTgt spid="117"/>
                                        </p:tgtEl>
                                        <p:attrNameLst>
                                          <p:attrName>style.visibility</p:attrName>
                                        </p:attrNameLst>
                                      </p:cBhvr>
                                      <p:to>
                                        <p:strVal val="visible"/>
                                      </p:to>
                                    </p:set>
                                    <p:animEffect transition="in" filter="wipe(down)">
                                      <p:cBhvr>
                                        <p:cTn id="36" dur="1000"/>
                                        <p:tgtEl>
                                          <p:spTgt spid="117"/>
                                        </p:tgtEl>
                                      </p:cBhvr>
                                    </p:animEffect>
                                  </p:childTnLst>
                                </p:cTn>
                              </p:par>
                              <p:par>
                                <p:cTn id="37" presetID="10" presetClass="entr" presetSubtype="0" fill="hold" nodeType="withEffect">
                                  <p:stCondLst>
                                    <p:cond delay="800"/>
                                  </p:stCondLst>
                                  <p:childTnLst>
                                    <p:set>
                                      <p:cBhvr>
                                        <p:cTn id="38" dur="1" fill="hold">
                                          <p:stCondLst>
                                            <p:cond delay="0"/>
                                          </p:stCondLst>
                                        </p:cTn>
                                        <p:tgtEl>
                                          <p:spTgt spid="5"/>
                                        </p:tgtEl>
                                        <p:attrNameLst>
                                          <p:attrName>style.visibility</p:attrName>
                                        </p:attrNameLst>
                                      </p:cBhvr>
                                      <p:to>
                                        <p:strVal val="visible"/>
                                      </p:to>
                                    </p:set>
                                    <p:animEffect transition="in" filter="fade">
                                      <p:cBhvr>
                                        <p:cTn id="39" dur="2000"/>
                                        <p:tgtEl>
                                          <p:spTgt spid="5"/>
                                        </p:tgtEl>
                                      </p:cBhvr>
                                    </p:animEffect>
                                  </p:childTnLst>
                                </p:cTn>
                              </p:par>
                            </p:childTnLst>
                          </p:cTn>
                        </p:par>
                        <p:par>
                          <p:cTn id="40" fill="hold">
                            <p:stCondLst>
                              <p:cond delay="9300"/>
                            </p:stCondLst>
                            <p:childTnLst>
                              <p:par>
                                <p:cTn id="41" presetID="0" presetClass="path" presetSubtype="0" accel="50000" decel="50000" fill="hold" nodeType="afterEffect">
                                  <p:stCondLst>
                                    <p:cond delay="0"/>
                                  </p:stCondLst>
                                  <p:childTnLst>
                                    <p:animMotion origin="layout" path="M -2.22222E-6 -4.81481E-6 C -0.08906 0.01505 -0.38802 0.03033 -0.53472 0.09075 C -0.68142 0.15116 -0.81198 0.322 -0.88055 0.36297 C -0.94913 0.40394 -0.93229 0.34237 -0.94583 0.33704 " pathEditMode="relative" rAng="0" ptsTypes="aaaa">
                                      <p:cBhvr>
                                        <p:cTn id="42" dur="2000" fill="hold"/>
                                        <p:tgtEl>
                                          <p:spTgt spid="121"/>
                                        </p:tgtEl>
                                        <p:attrNameLst>
                                          <p:attrName>ppt_x</p:attrName>
                                          <p:attrName>ppt_y</p:attrName>
                                        </p:attrNameLst>
                                      </p:cBhvr>
                                      <p:rCtr x="-47465" y="20185"/>
                                    </p:animMotion>
                                  </p:childTnLst>
                                </p:cTn>
                              </p:par>
                              <p:par>
                                <p:cTn id="43" presetID="0" presetClass="path" presetSubtype="0" accel="50000" decel="50000" fill="hold" nodeType="withEffect">
                                  <p:stCondLst>
                                    <p:cond delay="500"/>
                                  </p:stCondLst>
                                  <p:childTnLst>
                                    <p:animMotion origin="layout" path="M 0 0.04629 C -0.07778 0.05393 -0.34948 0.0956 -0.46667 0.09166 C -0.58385 0.08773 -0.63611 -0.0007 -0.70278 0.02314 C -0.76944 0.04699 -0.83247 0.19027 -0.86667 0.23426 " pathEditMode="relative" rAng="0" ptsTypes="aaaa">
                                      <p:cBhvr>
                                        <p:cTn id="44" dur="2000" fill="hold"/>
                                        <p:tgtEl>
                                          <p:spTgt spid="122"/>
                                        </p:tgtEl>
                                        <p:attrNameLst>
                                          <p:attrName>ppt_x</p:attrName>
                                          <p:attrName>ppt_y</p:attrName>
                                        </p:attrNameLst>
                                      </p:cBhvr>
                                      <p:rCtr x="-43333" y="7037"/>
                                    </p:animMotion>
                                  </p:childTnLst>
                                </p:cTn>
                              </p:par>
                              <p:par>
                                <p:cTn id="45" presetID="0" presetClass="path" presetSubtype="0" accel="50000" decel="50000" fill="hold" nodeType="withEffect">
                                  <p:stCondLst>
                                    <p:cond delay="500"/>
                                  </p:stCondLst>
                                  <p:childTnLst>
                                    <p:animMotion origin="layout" path="M 2.58989E-6 -4.62214E-8 C -0.10149 -0.11578 -0.4135 -0.63115 -0.60787 -0.68939 C -0.80198 -0.7474 -1.04938 -0.42454 -1.16545 -0.35452 " pathEditMode="relative" rAng="0" ptsTypes="aaa">
                                      <p:cBhvr>
                                        <p:cTn id="46" dur="2000" fill="hold"/>
                                        <p:tgtEl>
                                          <p:spTgt spid="123"/>
                                        </p:tgtEl>
                                        <p:attrNameLst>
                                          <p:attrName>ppt_x</p:attrName>
                                          <p:attrName>ppt_y</p:attrName>
                                        </p:attrNameLst>
                                      </p:cBhvr>
                                      <p:rCtr x="-58273" y="-3737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5" name="矩形 4"/>
          <p:cNvSpPr/>
          <p:nvPr userDrawn="1"/>
        </p:nvSpPr>
        <p:spPr>
          <a:xfrm>
            <a:off x="0" y="4389105"/>
            <a:ext cx="10032437" cy="2516888"/>
          </a:xfrm>
          <a:prstGeom prst="rect">
            <a:avLst/>
          </a:prstGeom>
          <a:blipFill dpi="0" rotWithShape="1">
            <a:blip r:embed="rId2" cstate="print">
              <a:extLst>
                <a:ext uri="{BEBA8EAE-BF5A-486C-A8C5-ECC9F3942E4B}">
                  <a14:imgProps xmlns:a14="http://schemas.microsoft.com/office/drawing/2010/main">
                    <a14:imgLayer r:embed="rId3">
                      <a14:imgEffect>
                        <a14:artisticTexturizer/>
                      </a14:imgEffect>
                    </a14:imgLayer>
                  </a14:imgProps>
                </a:ex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8" name="矩形 7"/>
          <p:cNvSpPr/>
          <p:nvPr userDrawn="1"/>
        </p:nvSpPr>
        <p:spPr>
          <a:xfrm flipH="1">
            <a:off x="3599722" y="7719"/>
            <a:ext cx="8592276" cy="4381384"/>
          </a:xfrm>
          <a:prstGeom prst="rect">
            <a:avLst/>
          </a:prstGeom>
          <a:blipFill dpi="0" rotWithShape="1">
            <a:blip r:embed="rId2" cstate="print">
              <a:extLst>
                <a:ext uri="{BEBA8EAE-BF5A-486C-A8C5-ECC9F3942E4B}">
                  <a14:imgProps xmlns:a14="http://schemas.microsoft.com/office/drawing/2010/main">
                    <a14:imgLayer r:embed="rId3">
                      <a14:imgEffect>
                        <a14:artisticTexturizer/>
                      </a14:imgEffect>
                    </a14:imgLayer>
                  </a14:imgProps>
                </a:ex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6" name="五边形 5"/>
          <p:cNvSpPr/>
          <p:nvPr userDrawn="1"/>
        </p:nvSpPr>
        <p:spPr>
          <a:xfrm>
            <a:off x="-21995" y="-5968"/>
            <a:ext cx="6021985" cy="4395071"/>
          </a:xfrm>
          <a:prstGeom prst="homePlate">
            <a:avLst/>
          </a:prstGeom>
          <a:blipFill dpi="0" rotWithShape="1">
            <a:blip r:embed="rId4" cstate="print">
              <a:extLst>
                <a:ext uri="{BEBA8EAE-BF5A-486C-A8C5-ECC9F3942E4B}">
                  <a14:imgProps xmlns:a14="http://schemas.microsoft.com/office/drawing/2010/main">
                    <a14:imgLayer r:embed="rId5">
                      <a14:imgEffect>
                        <a14:artisticTexturizer/>
                      </a14:imgEffect>
                    </a14:imgLayer>
                  </a14:imgProps>
                </a:ext>
                <a:ext uri="{28A0092B-C50C-407E-A947-70E740481C1C}">
                  <a14:useLocalDpi xmlns:a14="http://schemas.microsoft.com/office/drawing/2010/main" val="0"/>
                </a:ext>
              </a:extLst>
            </a:blip>
            <a:srcRect/>
            <a:stretch>
              <a:fillRect/>
            </a:stretch>
          </a:blipFill>
          <a:ln>
            <a:noFill/>
          </a:ln>
          <a:effectLst>
            <a:outerShdw blurRad="44450" dist="27940" dir="5400000" algn="ctr">
              <a:srgbClr val="000000">
                <a:alpha val="3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7" name="五边形 6"/>
          <p:cNvSpPr/>
          <p:nvPr userDrawn="1"/>
        </p:nvSpPr>
        <p:spPr>
          <a:xfrm flipH="1">
            <a:off x="8688288" y="4389106"/>
            <a:ext cx="3503709" cy="2470329"/>
          </a:xfrm>
          <a:prstGeom prst="homePlate">
            <a:avLst/>
          </a:prstGeom>
          <a:blipFill dpi="0" rotWithShape="1">
            <a:blip r:embed="rId4" cstate="print">
              <a:extLst>
                <a:ext uri="{BEBA8EAE-BF5A-486C-A8C5-ECC9F3942E4B}">
                  <a14:imgProps xmlns:a14="http://schemas.microsoft.com/office/drawing/2010/main">
                    <a14:imgLayer r:embed="rId5">
                      <a14:imgEffect>
                        <a14:artisticTexturizer/>
                      </a14:imgEffect>
                    </a14:imgLayer>
                  </a14:imgProps>
                </a:ext>
                <a:ext uri="{28A0092B-C50C-407E-A947-70E740481C1C}">
                  <a14:useLocalDpi xmlns:a14="http://schemas.microsoft.com/office/drawing/2010/main" val="0"/>
                </a:ext>
              </a:extLst>
            </a:blip>
            <a:srcRect/>
            <a:stretch>
              <a:fillRect/>
            </a:stretch>
          </a:blipFill>
          <a:ln>
            <a:noFill/>
          </a:ln>
          <a:effectLst>
            <a:outerShdw blurRad="44450" dist="27940" dir="5400000" algn="ctr">
              <a:srgbClr val="000000">
                <a:alpha val="3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 name="标题 1"/>
          <p:cNvSpPr>
            <a:spLocks noGrp="1"/>
          </p:cNvSpPr>
          <p:nvPr>
            <p:ph type="ctrTitle"/>
          </p:nvPr>
        </p:nvSpPr>
        <p:spPr>
          <a:xfrm>
            <a:off x="1782841" y="1316766"/>
            <a:ext cx="10363200" cy="1470025"/>
          </a:xfrm>
        </p:spPr>
        <p:txBody>
          <a:bodyPr/>
          <a:lstStyle>
            <a:lvl1pPr>
              <a:defRPr>
                <a:solidFill>
                  <a:schemeClr val="bg1"/>
                </a:solidFill>
              </a:defRPr>
            </a:lvl1pPr>
          </a:lstStyle>
          <a:p>
            <a:r>
              <a:rPr lang="zh-CN" altLang="en-US" dirty="0"/>
              <a:t>单击此处编辑母版标题样式</a:t>
            </a:r>
          </a:p>
        </p:txBody>
      </p:sp>
      <p:sp>
        <p:nvSpPr>
          <p:cNvPr id="3" name="副标题 2"/>
          <p:cNvSpPr>
            <a:spLocks noGrp="1"/>
          </p:cNvSpPr>
          <p:nvPr>
            <p:ph type="subTitle" idx="1"/>
          </p:nvPr>
        </p:nvSpPr>
        <p:spPr>
          <a:xfrm>
            <a:off x="1732789" y="5157193"/>
            <a:ext cx="8534400" cy="1154631"/>
          </a:xfrm>
        </p:spPr>
        <p:txBody>
          <a:bodyPr/>
          <a:lstStyle>
            <a:lvl1pPr marL="0" indent="0" algn="ctr">
              <a:buNone/>
              <a:defRPr>
                <a:solidFill>
                  <a:schemeClr val="bg1">
                    <a:lumMod val="9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zh-CN" altLang="en-US" dirty="0"/>
              <a:t>单击此处编辑母版副标题样式</a:t>
            </a:r>
          </a:p>
        </p:txBody>
      </p:sp>
    </p:spTree>
    <p:extLst>
      <p:ext uri="{BB962C8B-B14F-4D97-AF65-F5344CB8AC3E}">
        <p14:creationId xmlns:p14="http://schemas.microsoft.com/office/powerpoint/2010/main" val="23727833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6419892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5333"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667">
                <a:solidFill>
                  <a:schemeClr val="tx1">
                    <a:tint val="75000"/>
                  </a:schemeClr>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609600" y="6356352"/>
            <a:ext cx="2844800" cy="365125"/>
          </a:xfrm>
          <a:prstGeom prst="rect">
            <a:avLst/>
          </a:prstGeom>
        </p:spPr>
        <p:txBody>
          <a:bodyPr/>
          <a:lstStyle/>
          <a:p>
            <a:fld id="{A5F3790F-1BDC-45B7-A06B-907667BADF90}" type="datetimeFigureOut">
              <a:rPr lang="zh-CN" altLang="en-US" smtClean="0"/>
              <a:pPr/>
              <a:t>2024/12/11</a:t>
            </a:fld>
            <a:endParaRPr lang="zh-CN" altLang="en-US"/>
          </a:p>
        </p:txBody>
      </p:sp>
      <p:sp>
        <p:nvSpPr>
          <p:cNvPr id="5" name="页脚占位符 4"/>
          <p:cNvSpPr>
            <a:spLocks noGrp="1"/>
          </p:cNvSpPr>
          <p:nvPr>
            <p:ph type="ftr" sz="quarter" idx="11"/>
          </p:nvPr>
        </p:nvSpPr>
        <p:spPr>
          <a:xfrm>
            <a:off x="4165600" y="6356352"/>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p:txBody>
          <a:bodyPr/>
          <a:lstStyle/>
          <a:p>
            <a:fld id="{DB6769B4-5047-4DE8-962E-21FF2E18E5B7}" type="slidenum">
              <a:rPr lang="zh-CN" altLang="en-US" smtClean="0"/>
              <a:pPr/>
              <a:t>‹#›</a:t>
            </a:fld>
            <a:endParaRPr lang="zh-CN" altLang="en-US"/>
          </a:p>
        </p:txBody>
      </p:sp>
    </p:spTree>
    <p:extLst>
      <p:ext uri="{BB962C8B-B14F-4D97-AF65-F5344CB8AC3E}">
        <p14:creationId xmlns:p14="http://schemas.microsoft.com/office/powerpoint/2010/main" val="96289714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7143560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3"/>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72" y="1535113"/>
            <a:ext cx="5389033" cy="639763"/>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zh-CN" altLang="en-US"/>
              <a:t>单击此处编辑母版文本样式</a:t>
            </a:r>
          </a:p>
        </p:txBody>
      </p:sp>
      <p:sp>
        <p:nvSpPr>
          <p:cNvPr id="6" name="内容占位符 5"/>
          <p:cNvSpPr>
            <a:spLocks noGrp="1"/>
          </p:cNvSpPr>
          <p:nvPr>
            <p:ph sz="quarter" idx="4"/>
          </p:nvPr>
        </p:nvSpPr>
        <p:spPr>
          <a:xfrm>
            <a:off x="6193372" y="2174875"/>
            <a:ext cx="5389033"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38308674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a:xfrm>
            <a:off x="609600" y="6356352"/>
            <a:ext cx="2844800" cy="365125"/>
          </a:xfrm>
          <a:prstGeom prst="rect">
            <a:avLst/>
          </a:prstGeom>
        </p:spPr>
        <p:txBody>
          <a:bodyPr/>
          <a:lstStyle/>
          <a:p>
            <a:fld id="{A5F3790F-1BDC-45B7-A06B-907667BADF90}" type="datetimeFigureOut">
              <a:rPr lang="zh-CN" altLang="en-US" smtClean="0"/>
              <a:pPr/>
              <a:t>2024/12/11</a:t>
            </a:fld>
            <a:endParaRPr lang="zh-CN" altLang="en-US"/>
          </a:p>
        </p:txBody>
      </p:sp>
      <p:sp>
        <p:nvSpPr>
          <p:cNvPr id="4" name="页脚占位符 3"/>
          <p:cNvSpPr>
            <a:spLocks noGrp="1"/>
          </p:cNvSpPr>
          <p:nvPr>
            <p:ph type="ftr" sz="quarter" idx="11"/>
          </p:nvPr>
        </p:nvSpPr>
        <p:spPr>
          <a:xfrm>
            <a:off x="4165600" y="6356352"/>
            <a:ext cx="3860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p:txBody>
          <a:bodyPr/>
          <a:lstStyle/>
          <a:p>
            <a:fld id="{DB6769B4-5047-4DE8-962E-21FF2E18E5B7}" type="slidenum">
              <a:rPr lang="zh-CN" altLang="en-US" smtClean="0"/>
              <a:pPr/>
              <a:t>‹#›</a:t>
            </a:fld>
            <a:endParaRPr lang="zh-CN" altLang="en-US"/>
          </a:p>
        </p:txBody>
      </p:sp>
    </p:spTree>
    <p:extLst>
      <p:ext uri="{BB962C8B-B14F-4D97-AF65-F5344CB8AC3E}">
        <p14:creationId xmlns:p14="http://schemas.microsoft.com/office/powerpoint/2010/main" val="11011932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00" y="6356352"/>
            <a:ext cx="2844800" cy="365125"/>
          </a:xfrm>
          <a:prstGeom prst="rect">
            <a:avLst/>
          </a:prstGeom>
        </p:spPr>
        <p:txBody>
          <a:bodyPr/>
          <a:lstStyle/>
          <a:p>
            <a:fld id="{A5F3790F-1BDC-45B7-A06B-907667BADF90}" type="datetimeFigureOut">
              <a:rPr lang="zh-CN" altLang="en-US" smtClean="0"/>
              <a:pPr/>
              <a:t>2024/12/11</a:t>
            </a:fld>
            <a:endParaRPr lang="zh-CN" altLang="en-US"/>
          </a:p>
        </p:txBody>
      </p:sp>
      <p:sp>
        <p:nvSpPr>
          <p:cNvPr id="3" name="页脚占位符 2"/>
          <p:cNvSpPr>
            <a:spLocks noGrp="1"/>
          </p:cNvSpPr>
          <p:nvPr>
            <p:ph type="ftr" sz="quarter" idx="11"/>
          </p:nvPr>
        </p:nvSpPr>
        <p:spPr>
          <a:xfrm>
            <a:off x="4165600" y="6356352"/>
            <a:ext cx="3860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p:txBody>
          <a:bodyPr/>
          <a:lstStyle/>
          <a:p>
            <a:fld id="{DB6769B4-5047-4DE8-962E-21FF2E18E5B7}" type="slidenum">
              <a:rPr lang="zh-CN" altLang="en-US" smtClean="0"/>
              <a:pPr/>
              <a:t>‹#›</a:t>
            </a:fld>
            <a:endParaRPr lang="zh-CN" altLang="en-US"/>
          </a:p>
        </p:txBody>
      </p:sp>
    </p:spTree>
    <p:extLst>
      <p:ext uri="{BB962C8B-B14F-4D97-AF65-F5344CB8AC3E}">
        <p14:creationId xmlns:p14="http://schemas.microsoft.com/office/powerpoint/2010/main" val="245419355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5" y="273049"/>
            <a:ext cx="4011084" cy="1162051"/>
          </a:xfrm>
        </p:spPr>
        <p:txBody>
          <a:bodyPr anchor="b"/>
          <a:lstStyle>
            <a:lvl1pPr algn="l">
              <a:defRPr sz="2667" b="1"/>
            </a:lvl1pPr>
          </a:lstStyle>
          <a:p>
            <a:r>
              <a:rPr lang="zh-CN" altLang="en-US"/>
              <a:t>单击此处编辑母版标题样式</a:t>
            </a:r>
          </a:p>
        </p:txBody>
      </p:sp>
      <p:sp>
        <p:nvSpPr>
          <p:cNvPr id="3" name="内容占位符 2"/>
          <p:cNvSpPr>
            <a:spLocks noGrp="1"/>
          </p:cNvSpPr>
          <p:nvPr>
            <p:ph idx="1"/>
          </p:nvPr>
        </p:nvSpPr>
        <p:spPr>
          <a:xfrm>
            <a:off x="4766733" y="273053"/>
            <a:ext cx="6815667" cy="5853113"/>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5" y="1435103"/>
            <a:ext cx="4011084" cy="46910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609600" y="6356352"/>
            <a:ext cx="2844800" cy="365125"/>
          </a:xfrm>
          <a:prstGeom prst="rect">
            <a:avLst/>
          </a:prstGeom>
        </p:spPr>
        <p:txBody>
          <a:bodyPr/>
          <a:lstStyle/>
          <a:p>
            <a:fld id="{A5F3790F-1BDC-45B7-A06B-907667BADF90}" type="datetimeFigureOut">
              <a:rPr lang="zh-CN" altLang="en-US" smtClean="0"/>
              <a:pPr/>
              <a:t>2024/12/11</a:t>
            </a:fld>
            <a:endParaRPr lang="zh-CN" altLang="en-US"/>
          </a:p>
        </p:txBody>
      </p:sp>
      <p:sp>
        <p:nvSpPr>
          <p:cNvPr id="6" name="页脚占位符 5"/>
          <p:cNvSpPr>
            <a:spLocks noGrp="1"/>
          </p:cNvSpPr>
          <p:nvPr>
            <p:ph type="ftr" sz="quarter" idx="11"/>
          </p:nvPr>
        </p:nvSpPr>
        <p:spPr>
          <a:xfrm>
            <a:off x="4165600" y="6356352"/>
            <a:ext cx="3860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p:txBody>
          <a:bodyPr/>
          <a:lstStyle/>
          <a:p>
            <a:fld id="{DB6769B4-5047-4DE8-962E-21FF2E18E5B7}" type="slidenum">
              <a:rPr lang="zh-CN" altLang="en-US" smtClean="0"/>
              <a:pPr/>
              <a:t>‹#›</a:t>
            </a:fld>
            <a:endParaRPr lang="zh-CN" altLang="en-US"/>
          </a:p>
        </p:txBody>
      </p:sp>
    </p:spTree>
    <p:extLst>
      <p:ext uri="{BB962C8B-B14F-4D97-AF65-F5344CB8AC3E}">
        <p14:creationId xmlns:p14="http://schemas.microsoft.com/office/powerpoint/2010/main" val="28570502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1"/>
            <a:ext cx="7315200" cy="566739"/>
          </a:xfrm>
        </p:spPr>
        <p:txBody>
          <a:bodyPr anchor="b"/>
          <a:lstStyle>
            <a:lvl1pPr algn="l">
              <a:defRPr sz="2667"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zh-CN" altLang="en-US"/>
              <a:t>单击图标添加图片</a:t>
            </a:r>
          </a:p>
        </p:txBody>
      </p:sp>
      <p:sp>
        <p:nvSpPr>
          <p:cNvPr id="4" name="文本占位符 3"/>
          <p:cNvSpPr>
            <a:spLocks noGrp="1"/>
          </p:cNvSpPr>
          <p:nvPr>
            <p:ph type="body" sz="half" idx="2"/>
          </p:nvPr>
        </p:nvSpPr>
        <p:spPr>
          <a:xfrm>
            <a:off x="2389717" y="5367339"/>
            <a:ext cx="7315200" cy="8048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609600" y="6356352"/>
            <a:ext cx="2844800" cy="365125"/>
          </a:xfrm>
          <a:prstGeom prst="rect">
            <a:avLst/>
          </a:prstGeom>
        </p:spPr>
        <p:txBody>
          <a:bodyPr/>
          <a:lstStyle/>
          <a:p>
            <a:fld id="{A5F3790F-1BDC-45B7-A06B-907667BADF90}" type="datetimeFigureOut">
              <a:rPr lang="zh-CN" altLang="en-US" smtClean="0"/>
              <a:pPr/>
              <a:t>2024/12/11</a:t>
            </a:fld>
            <a:endParaRPr lang="zh-CN" altLang="en-US"/>
          </a:p>
        </p:txBody>
      </p:sp>
      <p:sp>
        <p:nvSpPr>
          <p:cNvPr id="6" name="页脚占位符 5"/>
          <p:cNvSpPr>
            <a:spLocks noGrp="1"/>
          </p:cNvSpPr>
          <p:nvPr>
            <p:ph type="ftr" sz="quarter" idx="11"/>
          </p:nvPr>
        </p:nvSpPr>
        <p:spPr>
          <a:xfrm>
            <a:off x="4165600" y="6356352"/>
            <a:ext cx="3860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p:txBody>
          <a:bodyPr/>
          <a:lstStyle/>
          <a:p>
            <a:fld id="{DB6769B4-5047-4DE8-962E-21FF2E18E5B7}" type="slidenum">
              <a:rPr lang="zh-CN" altLang="en-US" smtClean="0"/>
              <a:pPr/>
              <a:t>‹#›</a:t>
            </a:fld>
            <a:endParaRPr lang="zh-CN" altLang="en-US"/>
          </a:p>
        </p:txBody>
      </p:sp>
      <p:pic>
        <p:nvPicPr>
          <p:cNvPr id="8" name="Picture 12"/>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 y="0"/>
            <a:ext cx="5072063" cy="6858000"/>
          </a:xfrm>
          <a:prstGeom prst="rect">
            <a:avLst/>
          </a:prstGeom>
        </p:spPr>
      </p:pic>
    </p:spTree>
    <p:extLst>
      <p:ext uri="{BB962C8B-B14F-4D97-AF65-F5344CB8AC3E}">
        <p14:creationId xmlns:p14="http://schemas.microsoft.com/office/powerpoint/2010/main" val="653850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2"/>
            <a:ext cx="2844800" cy="365125"/>
          </a:xfrm>
          <a:prstGeom prst="rect">
            <a:avLst/>
          </a:prstGeom>
        </p:spPr>
        <p:txBody>
          <a:bodyPr/>
          <a:lstStyle/>
          <a:p>
            <a:fld id="{A5F3790F-1BDC-45B7-A06B-907667BADF90}" type="datetimeFigureOut">
              <a:rPr lang="zh-CN" altLang="en-US" smtClean="0"/>
              <a:pPr/>
              <a:t>2024/12/11</a:t>
            </a:fld>
            <a:endParaRPr lang="zh-CN" altLang="en-US"/>
          </a:p>
        </p:txBody>
      </p:sp>
      <p:sp>
        <p:nvSpPr>
          <p:cNvPr id="5" name="页脚占位符 4"/>
          <p:cNvSpPr>
            <a:spLocks noGrp="1"/>
          </p:cNvSpPr>
          <p:nvPr>
            <p:ph type="ftr" sz="quarter" idx="11"/>
          </p:nvPr>
        </p:nvSpPr>
        <p:spPr>
          <a:xfrm>
            <a:off x="4165600" y="6356352"/>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p:txBody>
          <a:bodyPr/>
          <a:lstStyle/>
          <a:p>
            <a:fld id="{DB6769B4-5047-4DE8-962E-21FF2E18E5B7}" type="slidenum">
              <a:rPr lang="zh-CN" altLang="en-US" smtClean="0"/>
              <a:pPr/>
              <a:t>‹#›</a:t>
            </a:fld>
            <a:endParaRPr lang="zh-CN" altLang="en-US"/>
          </a:p>
        </p:txBody>
      </p:sp>
    </p:spTree>
    <p:extLst>
      <p:ext uri="{BB962C8B-B14F-4D97-AF65-F5344CB8AC3E}">
        <p14:creationId xmlns:p14="http://schemas.microsoft.com/office/powerpoint/2010/main" val="394242857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40"/>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40"/>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2"/>
            <a:ext cx="2844800" cy="365125"/>
          </a:xfrm>
          <a:prstGeom prst="rect">
            <a:avLst/>
          </a:prstGeom>
        </p:spPr>
        <p:txBody>
          <a:bodyPr/>
          <a:lstStyle/>
          <a:p>
            <a:fld id="{A5F3790F-1BDC-45B7-A06B-907667BADF90}" type="datetimeFigureOut">
              <a:rPr lang="zh-CN" altLang="en-US" smtClean="0"/>
              <a:pPr/>
              <a:t>2024/12/11</a:t>
            </a:fld>
            <a:endParaRPr lang="zh-CN" altLang="en-US"/>
          </a:p>
        </p:txBody>
      </p:sp>
      <p:sp>
        <p:nvSpPr>
          <p:cNvPr id="5" name="页脚占位符 4"/>
          <p:cNvSpPr>
            <a:spLocks noGrp="1"/>
          </p:cNvSpPr>
          <p:nvPr>
            <p:ph type="ftr" sz="quarter" idx="11"/>
          </p:nvPr>
        </p:nvSpPr>
        <p:spPr>
          <a:xfrm>
            <a:off x="4165600" y="6356352"/>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p:txBody>
          <a:bodyPr/>
          <a:lstStyle/>
          <a:p>
            <a:fld id="{DB6769B4-5047-4DE8-962E-21FF2E18E5B7}" type="slidenum">
              <a:rPr lang="zh-CN" altLang="en-US" smtClean="0"/>
              <a:pPr/>
              <a:t>‹#›</a:t>
            </a:fld>
            <a:endParaRPr lang="zh-CN" altLang="en-US"/>
          </a:p>
        </p:txBody>
      </p:sp>
    </p:spTree>
    <p:extLst>
      <p:ext uri="{BB962C8B-B14F-4D97-AF65-F5344CB8AC3E}">
        <p14:creationId xmlns:p14="http://schemas.microsoft.com/office/powerpoint/2010/main" val="310445297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相册封面">
    <p:spTree>
      <p:nvGrpSpPr>
        <p:cNvPr id="1" name=""/>
        <p:cNvGrpSpPr/>
        <p:nvPr/>
      </p:nvGrpSpPr>
      <p:grpSpPr>
        <a:xfrm>
          <a:off x="0" y="0"/>
          <a:ext cx="0" cy="0"/>
          <a:chOff x="0" y="0"/>
          <a:chExt cx="0" cy="0"/>
        </a:xfrm>
      </p:grpSpPr>
      <p:pic>
        <p:nvPicPr>
          <p:cNvPr id="6" name="Picture Placeholder 3"/>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0" y="0"/>
            <a:ext cx="11277600" cy="6858000"/>
          </a:xfrm>
          <a:prstGeom prst="rect">
            <a:avLst/>
          </a:prstGeom>
        </p:spPr>
      </p:pic>
      <p:sp>
        <p:nvSpPr>
          <p:cNvPr id="11" name="Text Placeholder 10"/>
          <p:cNvSpPr>
            <a:spLocks noGrp="1"/>
          </p:cNvSpPr>
          <p:nvPr>
            <p:ph type="body" sz="quarter" idx="14" hasCustomPrompt="1"/>
          </p:nvPr>
        </p:nvSpPr>
        <p:spPr>
          <a:xfrm>
            <a:off x="3934609" y="1191153"/>
            <a:ext cx="6583680" cy="983431"/>
          </a:xfrm>
          <a:solidFill>
            <a:schemeClr val="tx1">
              <a:lumMod val="95000"/>
              <a:lumOff val="5000"/>
              <a:alpha val="64000"/>
            </a:schemeClr>
          </a:solidFill>
          <a:ln w="38100" cmpd="dbl">
            <a:noFill/>
          </a:ln>
        </p:spPr>
        <p:txBody>
          <a:bodyPr tIns="137160" anchor="ctr" anchorCtr="0">
            <a:normAutofit/>
          </a:bodyPr>
          <a:lstStyle>
            <a:lvl1pPr algn="ctr" eaLnBrk="1" latinLnBrk="0" hangingPunct="1">
              <a:buNone/>
              <a:defRPr kumimoji="0" lang="zh-CN" sz="4267" b="1" baseline="0">
                <a:solidFill>
                  <a:schemeClr val="bg1"/>
                </a:solidFill>
              </a:defRPr>
            </a:lvl1pPr>
          </a:lstStyle>
          <a:p>
            <a:pPr lvl="0"/>
            <a:r>
              <a:rPr kumimoji="0" lang="zh-CN"/>
              <a:t>单击此处添加主标题</a:t>
            </a:r>
          </a:p>
        </p:txBody>
      </p:sp>
      <p:sp>
        <p:nvSpPr>
          <p:cNvPr id="7" name="Rectangle 6"/>
          <p:cNvSpPr/>
          <p:nvPr/>
        </p:nvSpPr>
        <p:spPr>
          <a:xfrm>
            <a:off x="3875964" y="1143000"/>
            <a:ext cx="6705600" cy="1066800"/>
          </a:xfrm>
          <a:prstGeom prst="rect">
            <a:avLst/>
          </a:prstGeom>
          <a:noFill/>
          <a:ln w="38100">
            <a:solidFill>
              <a:schemeClr val="tx1">
                <a:lumMod val="95000"/>
                <a:lumOff val="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0" lang="zh-CN" altLang="en-US" sz="2400"/>
          </a:p>
        </p:txBody>
      </p:sp>
    </p:spTree>
    <p:extLst>
      <p:ext uri="{BB962C8B-B14F-4D97-AF65-F5344CB8AC3E}">
        <p14:creationId xmlns:p14="http://schemas.microsoft.com/office/powerpoint/2010/main" val="2175701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30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相册节">
    <p:spTree>
      <p:nvGrpSpPr>
        <p:cNvPr id="1" name=""/>
        <p:cNvGrpSpPr/>
        <p:nvPr/>
      </p:nvGrpSpPr>
      <p:grpSpPr>
        <a:xfrm>
          <a:off x="0" y="0"/>
          <a:ext cx="0" cy="0"/>
          <a:chOff x="0" y="0"/>
          <a:chExt cx="0" cy="0"/>
        </a:xfrm>
      </p:grpSpPr>
      <p:pic>
        <p:nvPicPr>
          <p:cNvPr id="13" name="Picture 12"/>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 y="0"/>
            <a:ext cx="5072063" cy="6858000"/>
          </a:xfrm>
          <a:prstGeom prst="rect">
            <a:avLst/>
          </a:prstGeom>
        </p:spPr>
      </p:pic>
      <p:sp>
        <p:nvSpPr>
          <p:cNvPr id="2" name="Title 1"/>
          <p:cNvSpPr>
            <a:spLocks noGrp="1"/>
          </p:cNvSpPr>
          <p:nvPr>
            <p:ph type="title"/>
          </p:nvPr>
        </p:nvSpPr>
        <p:spPr>
          <a:xfrm>
            <a:off x="812800" y="4646841"/>
            <a:ext cx="10363200" cy="1362075"/>
          </a:xfrm>
        </p:spPr>
        <p:txBody>
          <a:bodyPr anchor="t"/>
          <a:lstStyle>
            <a:lvl1pPr algn="l" eaLnBrk="1" latinLnBrk="0" hangingPunct="1">
              <a:defRPr kumimoji="0" lang="zh-CN" sz="5333" b="1" cap="all">
                <a:solidFill>
                  <a:schemeClr val="tx1">
                    <a:lumMod val="85000"/>
                    <a:lumOff val="15000"/>
                  </a:schemeClr>
                </a:solidFill>
              </a:defRPr>
            </a:lvl1pPr>
          </a:lstStyle>
          <a:p>
            <a:pPr eaLnBrk="1" latinLnBrk="0" hangingPunct="1"/>
            <a:r>
              <a:rPr lang="zh-CN" altLang="en-US"/>
              <a:t>单击此处编辑母版标题样式</a:t>
            </a:r>
            <a:endParaRPr/>
          </a:p>
        </p:txBody>
      </p:sp>
      <p:sp>
        <p:nvSpPr>
          <p:cNvPr id="3" name="Text Placeholder 2"/>
          <p:cNvSpPr>
            <a:spLocks noGrp="1"/>
          </p:cNvSpPr>
          <p:nvPr>
            <p:ph type="body" idx="1"/>
          </p:nvPr>
        </p:nvSpPr>
        <p:spPr>
          <a:xfrm>
            <a:off x="812800" y="3146653"/>
            <a:ext cx="10363200" cy="1500187"/>
          </a:xfrm>
        </p:spPr>
        <p:txBody>
          <a:bodyPr anchor="b"/>
          <a:lstStyle>
            <a:lvl1pPr marL="0" indent="0" eaLnBrk="1" latinLnBrk="0" hangingPunct="1">
              <a:buNone/>
              <a:defRPr kumimoji="0" lang="zh-CN" sz="2667">
                <a:solidFill>
                  <a:schemeClr val="tx1">
                    <a:tint val="75000"/>
                  </a:schemeClr>
                </a:solidFill>
              </a:defRPr>
            </a:lvl1pPr>
            <a:lvl2pPr marL="609585" indent="0" eaLnBrk="1" latinLnBrk="0" hangingPunct="1">
              <a:buNone/>
              <a:defRPr kumimoji="0" lang="zh-CN" sz="2400">
                <a:solidFill>
                  <a:schemeClr val="tx1">
                    <a:tint val="75000"/>
                  </a:schemeClr>
                </a:solidFill>
              </a:defRPr>
            </a:lvl2pPr>
            <a:lvl3pPr marL="1219170" indent="0" eaLnBrk="1" latinLnBrk="0" hangingPunct="1">
              <a:buNone/>
              <a:defRPr kumimoji="0" lang="zh-CN" sz="2133">
                <a:solidFill>
                  <a:schemeClr val="tx1">
                    <a:tint val="75000"/>
                  </a:schemeClr>
                </a:solidFill>
              </a:defRPr>
            </a:lvl3pPr>
            <a:lvl4pPr marL="1828754" indent="0" eaLnBrk="1" latinLnBrk="0" hangingPunct="1">
              <a:buNone/>
              <a:defRPr kumimoji="0" lang="zh-CN" sz="1867">
                <a:solidFill>
                  <a:schemeClr val="tx1">
                    <a:tint val="75000"/>
                  </a:schemeClr>
                </a:solidFill>
              </a:defRPr>
            </a:lvl4pPr>
            <a:lvl5pPr marL="2438339" indent="0" eaLnBrk="1" latinLnBrk="0" hangingPunct="1">
              <a:buNone/>
              <a:defRPr kumimoji="0" lang="zh-CN" sz="1867">
                <a:solidFill>
                  <a:schemeClr val="tx1">
                    <a:tint val="75000"/>
                  </a:schemeClr>
                </a:solidFill>
              </a:defRPr>
            </a:lvl5pPr>
            <a:lvl6pPr marL="3047924" indent="0" eaLnBrk="1" latinLnBrk="0" hangingPunct="1">
              <a:buNone/>
              <a:defRPr kumimoji="0" lang="zh-CN" sz="1867">
                <a:solidFill>
                  <a:schemeClr val="tx1">
                    <a:tint val="75000"/>
                  </a:schemeClr>
                </a:solidFill>
              </a:defRPr>
            </a:lvl6pPr>
            <a:lvl7pPr marL="3657509" indent="0" eaLnBrk="1" latinLnBrk="0" hangingPunct="1">
              <a:buNone/>
              <a:defRPr kumimoji="0" lang="zh-CN" sz="1867">
                <a:solidFill>
                  <a:schemeClr val="tx1">
                    <a:tint val="75000"/>
                  </a:schemeClr>
                </a:solidFill>
              </a:defRPr>
            </a:lvl7pPr>
            <a:lvl8pPr marL="4267093" indent="0" eaLnBrk="1" latinLnBrk="0" hangingPunct="1">
              <a:buNone/>
              <a:defRPr kumimoji="0" lang="zh-CN" sz="1867">
                <a:solidFill>
                  <a:schemeClr val="tx1">
                    <a:tint val="75000"/>
                  </a:schemeClr>
                </a:solidFill>
              </a:defRPr>
            </a:lvl8pPr>
            <a:lvl9pPr marL="4876678" indent="0" eaLnBrk="1" latinLnBrk="0" hangingPunct="1">
              <a:buNone/>
              <a:defRPr kumimoji="0" lang="zh-CN" sz="1867">
                <a:solidFill>
                  <a:schemeClr val="tx1">
                    <a:tint val="75000"/>
                  </a:schemeClr>
                </a:solidFill>
              </a:defRPr>
            </a:lvl9pPr>
          </a:lstStyle>
          <a:p>
            <a:pPr lvl="0" eaLnBrk="1" latinLnBrk="0" hangingPunct="1"/>
            <a:r>
              <a:rPr lang="zh-CN" altLang="en-US"/>
              <a:t>单击此处编辑母版文本样式</a:t>
            </a:r>
          </a:p>
        </p:txBody>
      </p:sp>
      <p:sp>
        <p:nvSpPr>
          <p:cNvPr id="9" name="Date Placeholder 3"/>
          <p:cNvSpPr>
            <a:spLocks noGrp="1"/>
          </p:cNvSpPr>
          <p:nvPr>
            <p:ph type="dt" sz="half" idx="10"/>
          </p:nvPr>
        </p:nvSpPr>
        <p:spPr>
          <a:xfrm>
            <a:off x="609600" y="6553200"/>
            <a:ext cx="2844800" cy="304800"/>
          </a:xfrm>
          <a:prstGeom prst="rect">
            <a:avLst/>
          </a:prstGeom>
        </p:spPr>
        <p:txBody>
          <a:bodyPr/>
          <a:lstStyle/>
          <a:p>
            <a:fld id="{A5F3790F-1BDC-45B7-A06B-907667BADF90}" type="datetimeFigureOut">
              <a:rPr lang="zh-CN" altLang="en-US" smtClean="0"/>
              <a:pPr/>
              <a:t>2024/12/11</a:t>
            </a:fld>
            <a:endParaRPr lang="zh-CN" altLang="en-US"/>
          </a:p>
        </p:txBody>
      </p:sp>
      <p:sp>
        <p:nvSpPr>
          <p:cNvPr id="10" name="Footer Placeholder 4"/>
          <p:cNvSpPr>
            <a:spLocks noGrp="1"/>
          </p:cNvSpPr>
          <p:nvPr>
            <p:ph type="ftr" sz="quarter" idx="11"/>
          </p:nvPr>
        </p:nvSpPr>
        <p:spPr>
          <a:xfrm>
            <a:off x="3962400" y="6553200"/>
            <a:ext cx="3860800" cy="304800"/>
          </a:xfrm>
          <a:prstGeom prst="rect">
            <a:avLst/>
          </a:prstGeom>
        </p:spPr>
        <p:txBody>
          <a:bodyPr/>
          <a:lstStyle/>
          <a:p>
            <a:endParaRPr lang="zh-CN" altLang="en-US"/>
          </a:p>
        </p:txBody>
      </p:sp>
      <p:sp>
        <p:nvSpPr>
          <p:cNvPr id="11" name="Slide Number Placeholder 5"/>
          <p:cNvSpPr>
            <a:spLocks noGrp="1"/>
          </p:cNvSpPr>
          <p:nvPr>
            <p:ph type="sldNum" sz="quarter" idx="12"/>
          </p:nvPr>
        </p:nvSpPr>
        <p:spPr>
          <a:xfrm>
            <a:off x="8331200" y="6553200"/>
            <a:ext cx="2743200" cy="304800"/>
          </a:xfrm>
        </p:spPr>
        <p:txBody>
          <a:bodyPr/>
          <a:lstStyle/>
          <a:p>
            <a:fld id="{DB6769B4-5047-4DE8-962E-21FF2E18E5B7}" type="slidenum">
              <a:rPr lang="zh-CN" altLang="en-US" smtClean="0"/>
              <a:pPr/>
              <a:t>‹#›</a:t>
            </a:fld>
            <a:endParaRPr lang="zh-CN" altLang="en-US"/>
          </a:p>
        </p:txBody>
      </p:sp>
    </p:spTree>
    <p:extLst>
      <p:ext uri="{BB962C8B-B14F-4D97-AF65-F5344CB8AC3E}">
        <p14:creationId xmlns:p14="http://schemas.microsoft.com/office/powerpoint/2010/main" val="1346961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up)">
                                      <p:cBhvr>
                                        <p:cTn id="7"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空白(带颜色)">
    <p:spTree>
      <p:nvGrpSpPr>
        <p:cNvPr id="1" name=""/>
        <p:cNvGrpSpPr/>
        <p:nvPr/>
      </p:nvGrpSpPr>
      <p:grpSpPr>
        <a:xfrm>
          <a:off x="0" y="0"/>
          <a:ext cx="0" cy="0"/>
          <a:chOff x="0" y="0"/>
          <a:chExt cx="0" cy="0"/>
        </a:xfrm>
      </p:grpSpPr>
      <p:sp>
        <p:nvSpPr>
          <p:cNvPr id="5" name="Date Placeholder 3"/>
          <p:cNvSpPr>
            <a:spLocks noGrp="1"/>
          </p:cNvSpPr>
          <p:nvPr>
            <p:ph type="dt" sz="half" idx="10"/>
          </p:nvPr>
        </p:nvSpPr>
        <p:spPr>
          <a:xfrm>
            <a:off x="609600" y="6553200"/>
            <a:ext cx="2844800" cy="304800"/>
          </a:xfrm>
          <a:prstGeom prst="rect">
            <a:avLst/>
          </a:prstGeom>
        </p:spPr>
        <p:txBody>
          <a:bodyPr/>
          <a:lstStyle/>
          <a:p>
            <a:fld id="{A5F3790F-1BDC-45B7-A06B-907667BADF90}" type="datetimeFigureOut">
              <a:rPr lang="zh-CN" altLang="en-US" smtClean="0"/>
              <a:pPr/>
              <a:t>2024/12/11</a:t>
            </a:fld>
            <a:endParaRPr lang="zh-CN" altLang="en-US"/>
          </a:p>
        </p:txBody>
      </p:sp>
      <p:sp>
        <p:nvSpPr>
          <p:cNvPr id="6" name="Footer Placeholder 4"/>
          <p:cNvSpPr>
            <a:spLocks noGrp="1"/>
          </p:cNvSpPr>
          <p:nvPr>
            <p:ph type="ftr" sz="quarter" idx="11"/>
          </p:nvPr>
        </p:nvSpPr>
        <p:spPr>
          <a:xfrm>
            <a:off x="3962400" y="6553200"/>
            <a:ext cx="3860800" cy="304800"/>
          </a:xfrm>
          <a:prstGeom prst="rect">
            <a:avLst/>
          </a:prstGeom>
        </p:spPr>
        <p:txBody>
          <a:bodyPr/>
          <a:lstStyle/>
          <a:p>
            <a:endParaRPr lang="zh-CN" altLang="en-US"/>
          </a:p>
        </p:txBody>
      </p:sp>
      <p:sp>
        <p:nvSpPr>
          <p:cNvPr id="7" name="Slide Number Placeholder 5"/>
          <p:cNvSpPr>
            <a:spLocks noGrp="1"/>
          </p:cNvSpPr>
          <p:nvPr>
            <p:ph type="sldNum" sz="quarter" idx="12"/>
          </p:nvPr>
        </p:nvSpPr>
        <p:spPr>
          <a:xfrm>
            <a:off x="8331200" y="6553200"/>
            <a:ext cx="2743200" cy="304800"/>
          </a:xfrm>
        </p:spPr>
        <p:txBody>
          <a:bodyPr/>
          <a:lstStyle/>
          <a:p>
            <a:fld id="{DB6769B4-5047-4DE8-962E-21FF2E18E5B7}" type="slidenum">
              <a:rPr lang="zh-CN" altLang="en-US" smtClean="0"/>
              <a:pPr/>
              <a:t>‹#›</a:t>
            </a:fld>
            <a:endParaRPr lang="zh-CN" altLang="en-US"/>
          </a:p>
        </p:txBody>
      </p:sp>
    </p:spTree>
    <p:extLst>
      <p:ext uri="{BB962C8B-B14F-4D97-AF65-F5344CB8AC3E}">
        <p14:creationId xmlns:p14="http://schemas.microsoft.com/office/powerpoint/2010/main" val="141892130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横向(带标题)">
    <p:spTree>
      <p:nvGrpSpPr>
        <p:cNvPr id="1" name=""/>
        <p:cNvGrpSpPr/>
        <p:nvPr/>
      </p:nvGrpSpPr>
      <p:grpSpPr>
        <a:xfrm>
          <a:off x="0" y="0"/>
          <a:ext cx="0" cy="0"/>
          <a:chOff x="0" y="0"/>
          <a:chExt cx="0" cy="0"/>
        </a:xfrm>
      </p:grpSpPr>
      <p:pic>
        <p:nvPicPr>
          <p:cNvPr id="8" name="Picture 7"/>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 y="0"/>
            <a:ext cx="5072063" cy="6858000"/>
          </a:xfrm>
          <a:prstGeom prst="rect">
            <a:avLst/>
          </a:prstGeom>
        </p:spPr>
      </p:pic>
      <p:sp>
        <p:nvSpPr>
          <p:cNvPr id="3" name="Date Placeholder 2"/>
          <p:cNvSpPr>
            <a:spLocks noGrp="1"/>
          </p:cNvSpPr>
          <p:nvPr>
            <p:ph type="dt" sz="half" idx="10"/>
          </p:nvPr>
        </p:nvSpPr>
        <p:spPr>
          <a:xfrm>
            <a:off x="609600" y="6356352"/>
            <a:ext cx="2844800" cy="365125"/>
          </a:xfrm>
          <a:prstGeom prst="rect">
            <a:avLst/>
          </a:prstGeom>
        </p:spPr>
        <p:txBody>
          <a:bodyPr/>
          <a:lstStyle>
            <a:lvl1pPr eaLnBrk="1" latinLnBrk="0" hangingPunct="1">
              <a:defRPr kumimoji="0" lang="zh-CN">
                <a:solidFill>
                  <a:schemeClr val="bg1"/>
                </a:solidFill>
              </a:defRPr>
            </a:lvl1pPr>
          </a:lstStyle>
          <a:p>
            <a:fld id="{A5F3790F-1BDC-45B7-A06B-907667BADF90}" type="datetimeFigureOut">
              <a:rPr lang="zh-CN" altLang="en-US" smtClean="0"/>
              <a:pPr/>
              <a:t>2024/12/11</a:t>
            </a:fld>
            <a:endParaRPr lang="zh-CN" altLang="en-US"/>
          </a:p>
        </p:txBody>
      </p:sp>
      <p:sp>
        <p:nvSpPr>
          <p:cNvPr id="4" name="Footer Placeholder 3"/>
          <p:cNvSpPr>
            <a:spLocks noGrp="1"/>
          </p:cNvSpPr>
          <p:nvPr>
            <p:ph type="ftr" sz="quarter" idx="11"/>
          </p:nvPr>
        </p:nvSpPr>
        <p:spPr>
          <a:xfrm>
            <a:off x="4165600" y="6356352"/>
            <a:ext cx="3860800" cy="365125"/>
          </a:xfrm>
          <a:prstGeom prst="rect">
            <a:avLst/>
          </a:prstGeom>
        </p:spPr>
        <p:txBody>
          <a:bodyPr/>
          <a:lstStyle>
            <a:lvl1pPr eaLnBrk="1" latinLnBrk="0" hangingPunct="1">
              <a:defRPr kumimoji="0" lang="zh-CN">
                <a:solidFill>
                  <a:schemeClr val="bg1"/>
                </a:solidFill>
              </a:defRPr>
            </a:lvl1pPr>
          </a:lstStyle>
          <a:p>
            <a:endParaRPr lang="zh-CN" altLang="en-US"/>
          </a:p>
        </p:txBody>
      </p:sp>
      <p:sp>
        <p:nvSpPr>
          <p:cNvPr id="5" name="Slide Number Placeholder 4"/>
          <p:cNvSpPr>
            <a:spLocks noGrp="1"/>
          </p:cNvSpPr>
          <p:nvPr>
            <p:ph type="sldNum" sz="quarter" idx="12"/>
          </p:nvPr>
        </p:nvSpPr>
        <p:spPr/>
        <p:txBody>
          <a:bodyPr/>
          <a:lstStyle>
            <a:lvl1pPr eaLnBrk="1" latinLnBrk="0" hangingPunct="1">
              <a:defRPr kumimoji="0" lang="zh-CN">
                <a:solidFill>
                  <a:schemeClr val="bg1"/>
                </a:solidFill>
              </a:defRPr>
            </a:lvl1pPr>
          </a:lstStyle>
          <a:p>
            <a:fld id="{DB6769B4-5047-4DE8-962E-21FF2E18E5B7}" type="slidenum">
              <a:rPr lang="zh-CN" altLang="en-US" smtClean="0"/>
              <a:pPr/>
              <a:t>‹#›</a:t>
            </a:fld>
            <a:endParaRPr lang="zh-CN" altLang="en-US"/>
          </a:p>
        </p:txBody>
      </p:sp>
      <p:sp>
        <p:nvSpPr>
          <p:cNvPr id="6" name="Rectangle 9"/>
          <p:cNvSpPr>
            <a:spLocks noGrp="1" noChangeAspect="1"/>
          </p:cNvSpPr>
          <p:nvPr>
            <p:ph type="pic" sz="quarter" idx="13"/>
          </p:nvPr>
        </p:nvSpPr>
        <p:spPr>
          <a:xfrm>
            <a:off x="711205" y="370789"/>
            <a:ext cx="10720017" cy="6030011"/>
          </a:xfr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0" marR="0" indent="2117" algn="ctr" defTabSz="1219170" rtl="0" eaLnBrk="1" latinLnBrk="0" hangingPunct="1">
              <a:spcBef>
                <a:spcPct val="20000"/>
              </a:spcBef>
              <a:buClr>
                <a:srgbClr val="438086"/>
              </a:buClr>
              <a:buSzPct val="60000"/>
              <a:buFontTx/>
              <a:buNone/>
              <a:defRPr kumimoji="0" lang="zh-CN" sz="3200" kern="1200">
                <a:solidFill>
                  <a:srgbClr val="FC7500"/>
                </a:solidFill>
                <a:latin typeface="+mn-lt"/>
                <a:ea typeface="+mn-ea"/>
                <a:cs typeface="+mn-cs"/>
              </a:defRPr>
            </a:lvl1pPr>
            <a:extLst/>
          </a:lstStyle>
          <a:p>
            <a:pPr marL="0" marR="0" indent="1588" algn="ctr" eaLnBrk="1" latinLnBrk="0" hangingPunct="1"/>
            <a:r>
              <a:rPr lang="zh-CN" altLang="en-US"/>
              <a:t>单击图标添加图片</a:t>
            </a:r>
            <a:endParaRPr/>
          </a:p>
        </p:txBody>
      </p:sp>
      <p:sp>
        <p:nvSpPr>
          <p:cNvPr id="7" name="Text Placeholder 10"/>
          <p:cNvSpPr>
            <a:spLocks noGrp="1"/>
          </p:cNvSpPr>
          <p:nvPr>
            <p:ph type="body" sz="quarter" idx="14" hasCustomPrompt="1"/>
          </p:nvPr>
        </p:nvSpPr>
        <p:spPr>
          <a:xfrm>
            <a:off x="6807200" y="5257803"/>
            <a:ext cx="5384800" cy="505047"/>
          </a:xfrm>
          <a:solidFill>
            <a:schemeClr val="tx1">
              <a:alpha val="46000"/>
            </a:schemeClr>
          </a:solidFill>
        </p:spPr>
        <p:txBody>
          <a:bodyPr>
            <a:normAutofit/>
          </a:bodyPr>
          <a:lstStyle>
            <a:lvl1pPr eaLnBrk="1" latinLnBrk="0" hangingPunct="1">
              <a:buNone/>
              <a:defRPr kumimoji="0" lang="zh-CN" sz="3733" baseline="0">
                <a:solidFill>
                  <a:schemeClr val="bg1"/>
                </a:solidFill>
              </a:defRPr>
            </a:lvl1pPr>
          </a:lstStyle>
          <a:p>
            <a:pPr lvl="0"/>
            <a:r>
              <a:rPr kumimoji="0" lang="zh-CN"/>
              <a:t>单击此处添加标题</a:t>
            </a:r>
          </a:p>
        </p:txBody>
      </p:sp>
    </p:spTree>
    <p:extLst>
      <p:ext uri="{BB962C8B-B14F-4D97-AF65-F5344CB8AC3E}">
        <p14:creationId xmlns:p14="http://schemas.microsoft.com/office/powerpoint/2010/main" val="252027327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3-Up 快照">
    <p:spTree>
      <p:nvGrpSpPr>
        <p:cNvPr id="1" name=""/>
        <p:cNvGrpSpPr/>
        <p:nvPr/>
      </p:nvGrpSpPr>
      <p:grpSpPr>
        <a:xfrm>
          <a:off x="0" y="0"/>
          <a:ext cx="0" cy="0"/>
          <a:chOff x="0" y="0"/>
          <a:chExt cx="0" cy="0"/>
        </a:xfrm>
      </p:grpSpPr>
      <p:pic>
        <p:nvPicPr>
          <p:cNvPr id="13" name="Picture 12"/>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 y="0"/>
            <a:ext cx="5072063" cy="6858000"/>
          </a:xfrm>
          <a:prstGeom prst="rect">
            <a:avLst/>
          </a:prstGeom>
        </p:spPr>
      </p:pic>
      <p:sp>
        <p:nvSpPr>
          <p:cNvPr id="11" name="Rectangle 10"/>
          <p:cNvSpPr/>
          <p:nvPr/>
        </p:nvSpPr>
        <p:spPr>
          <a:xfrm rot="1223811">
            <a:off x="6130837" y="530555"/>
            <a:ext cx="3043255" cy="2467504"/>
          </a:xfrm>
          <a:prstGeom prst="rect">
            <a:avLst/>
          </a:prstGeom>
          <a:gradFill>
            <a:gsLst>
              <a:gs pos="0">
                <a:schemeClr val="bg1">
                  <a:lumMod val="95000"/>
                </a:schemeClr>
              </a:gs>
              <a:gs pos="36000">
                <a:schemeClr val="bg1"/>
              </a:gs>
            </a:gsLst>
            <a:lin ang="14400000" scaled="0"/>
          </a:gradFill>
          <a:ln w="9525">
            <a:solidFill>
              <a:schemeClr val="bg1">
                <a:lumMod val="85000"/>
              </a:schemeClr>
            </a:solidFill>
          </a:ln>
          <a:effectLst>
            <a:outerShdw blurRad="25400" dist="127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0" lang="zh-CN" altLang="en-US" sz="2400"/>
          </a:p>
        </p:txBody>
      </p:sp>
      <p:sp>
        <p:nvSpPr>
          <p:cNvPr id="12" name="Picture Placeholder 7"/>
          <p:cNvSpPr>
            <a:spLocks noGrp="1"/>
          </p:cNvSpPr>
          <p:nvPr>
            <p:ph type="pic" sz="quarter" idx="15"/>
          </p:nvPr>
        </p:nvSpPr>
        <p:spPr>
          <a:xfrm rot="1223811">
            <a:off x="6392112" y="657037"/>
            <a:ext cx="2714253" cy="1912315"/>
          </a:xfrm>
          <a:solidFill>
            <a:schemeClr val="tx1">
              <a:lumMod val="85000"/>
              <a:lumOff val="15000"/>
            </a:schemeClr>
          </a:solidFill>
        </p:spPr>
        <p:txBody>
          <a:bodyPr>
            <a:normAutofit/>
          </a:bodyPr>
          <a:lstStyle>
            <a:lvl1pPr algn="ctr" eaLnBrk="1" latinLnBrk="0" hangingPunct="1">
              <a:buNone/>
              <a:defRPr kumimoji="0" lang="zh-CN" sz="2133">
                <a:solidFill>
                  <a:schemeClr val="bg1"/>
                </a:solidFill>
              </a:defRPr>
            </a:lvl1pPr>
          </a:lstStyle>
          <a:p>
            <a:pPr eaLnBrk="1" latinLnBrk="0" hangingPunct="1"/>
            <a:r>
              <a:rPr lang="zh-CN" altLang="en-US"/>
              <a:t>单击图标添加图片</a:t>
            </a:r>
            <a:endParaRPr/>
          </a:p>
        </p:txBody>
      </p:sp>
      <p:sp>
        <p:nvSpPr>
          <p:cNvPr id="3" name="Date Placeholder 2"/>
          <p:cNvSpPr>
            <a:spLocks noGrp="1"/>
          </p:cNvSpPr>
          <p:nvPr>
            <p:ph type="dt" sz="half" idx="10"/>
          </p:nvPr>
        </p:nvSpPr>
        <p:spPr>
          <a:xfrm>
            <a:off x="609600" y="6356352"/>
            <a:ext cx="2844800" cy="365125"/>
          </a:xfrm>
          <a:prstGeom prst="rect">
            <a:avLst/>
          </a:prstGeom>
        </p:spPr>
        <p:txBody>
          <a:bodyPr/>
          <a:lstStyle/>
          <a:p>
            <a:fld id="{A5F3790F-1BDC-45B7-A06B-907667BADF90}" type="datetimeFigureOut">
              <a:rPr lang="zh-CN" altLang="en-US" smtClean="0"/>
              <a:pPr/>
              <a:t>2024/12/11</a:t>
            </a:fld>
            <a:endParaRPr lang="zh-CN" altLang="en-US"/>
          </a:p>
        </p:txBody>
      </p:sp>
      <p:sp>
        <p:nvSpPr>
          <p:cNvPr id="4" name="Footer Placeholder 3"/>
          <p:cNvSpPr>
            <a:spLocks noGrp="1"/>
          </p:cNvSpPr>
          <p:nvPr>
            <p:ph type="ftr" sz="quarter" idx="11"/>
          </p:nvPr>
        </p:nvSpPr>
        <p:spPr>
          <a:xfrm>
            <a:off x="4165600" y="6356352"/>
            <a:ext cx="3860800" cy="365125"/>
          </a:xfrm>
          <a:prstGeom prst="rect">
            <a:avLst/>
          </a:prstGeom>
        </p:spPr>
        <p:txBody>
          <a:bodyPr/>
          <a:lstStyle/>
          <a:p>
            <a:endParaRPr lang="zh-CN" altLang="en-US"/>
          </a:p>
        </p:txBody>
      </p:sp>
      <p:sp>
        <p:nvSpPr>
          <p:cNvPr id="5" name="Slide Number Placeholder 4"/>
          <p:cNvSpPr>
            <a:spLocks noGrp="1"/>
          </p:cNvSpPr>
          <p:nvPr>
            <p:ph type="sldNum" sz="quarter" idx="12"/>
          </p:nvPr>
        </p:nvSpPr>
        <p:spPr/>
        <p:txBody>
          <a:bodyPr/>
          <a:lstStyle/>
          <a:p>
            <a:fld id="{DB6769B4-5047-4DE8-962E-21FF2E18E5B7}" type="slidenum">
              <a:rPr lang="zh-CN" altLang="en-US" smtClean="0"/>
              <a:pPr/>
              <a:t>‹#›</a:t>
            </a:fld>
            <a:endParaRPr lang="zh-CN" altLang="en-US"/>
          </a:p>
        </p:txBody>
      </p:sp>
      <p:sp>
        <p:nvSpPr>
          <p:cNvPr id="20" name="Text Placeholder 13"/>
          <p:cNvSpPr>
            <a:spLocks noGrp="1"/>
          </p:cNvSpPr>
          <p:nvPr>
            <p:ph type="body" sz="quarter" idx="18" hasCustomPrompt="1"/>
          </p:nvPr>
        </p:nvSpPr>
        <p:spPr>
          <a:xfrm>
            <a:off x="609600" y="5943600"/>
            <a:ext cx="10938933" cy="457200"/>
          </a:xfrm>
        </p:spPr>
        <p:txBody>
          <a:bodyPr>
            <a:normAutofit/>
          </a:bodyPr>
          <a:lstStyle>
            <a:lvl1pPr eaLnBrk="1" latinLnBrk="0" hangingPunct="1">
              <a:buNone/>
              <a:defRPr kumimoji="0" lang="zh-CN" sz="3200" b="1" baseline="0">
                <a:solidFill>
                  <a:schemeClr val="tx1">
                    <a:lumMod val="75000"/>
                    <a:lumOff val="25000"/>
                  </a:schemeClr>
                </a:solidFill>
              </a:defRPr>
            </a:lvl1pPr>
          </a:lstStyle>
          <a:p>
            <a:pPr lvl="0"/>
            <a:r>
              <a:rPr kumimoji="0" lang="zh-CN"/>
              <a:t>单击此处添加标题</a:t>
            </a:r>
          </a:p>
        </p:txBody>
      </p:sp>
      <p:sp>
        <p:nvSpPr>
          <p:cNvPr id="6" name="Rectangle 5"/>
          <p:cNvSpPr/>
          <p:nvPr/>
        </p:nvSpPr>
        <p:spPr>
          <a:xfrm>
            <a:off x="711200" y="1172148"/>
            <a:ext cx="5080000" cy="4148667"/>
          </a:xfrm>
          <a:prstGeom prst="rect">
            <a:avLst/>
          </a:prstGeom>
          <a:gradFill>
            <a:gsLst>
              <a:gs pos="0">
                <a:schemeClr val="bg1">
                  <a:lumMod val="95000"/>
                </a:schemeClr>
              </a:gs>
              <a:gs pos="36000">
                <a:schemeClr val="bg1"/>
              </a:gs>
            </a:gsLst>
            <a:lin ang="14400000" scaled="0"/>
          </a:gradFill>
          <a:ln w="9525">
            <a:solidFill>
              <a:schemeClr val="bg1">
                <a:lumMod val="85000"/>
              </a:schemeClr>
            </a:solidFill>
          </a:ln>
          <a:effectLst>
            <a:outerShdw blurRad="25400" dist="127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0" lang="zh-CN" altLang="en-US" sz="2400"/>
          </a:p>
        </p:txBody>
      </p:sp>
      <p:sp>
        <p:nvSpPr>
          <p:cNvPr id="8" name="Picture Placeholder 7"/>
          <p:cNvSpPr>
            <a:spLocks noGrp="1"/>
          </p:cNvSpPr>
          <p:nvPr>
            <p:ph type="pic" sz="quarter" idx="13"/>
          </p:nvPr>
        </p:nvSpPr>
        <p:spPr>
          <a:xfrm>
            <a:off x="1040713" y="1439693"/>
            <a:ext cx="4462163" cy="3175000"/>
          </a:xfrm>
          <a:solidFill>
            <a:schemeClr val="tx1">
              <a:lumMod val="85000"/>
              <a:lumOff val="15000"/>
            </a:schemeClr>
          </a:solidFill>
        </p:spPr>
        <p:txBody>
          <a:bodyPr>
            <a:normAutofit/>
          </a:bodyPr>
          <a:lstStyle>
            <a:lvl1pPr algn="ctr" eaLnBrk="1" latinLnBrk="0" hangingPunct="1">
              <a:buNone/>
              <a:defRPr kumimoji="0" lang="zh-CN" sz="2933">
                <a:solidFill>
                  <a:schemeClr val="bg1"/>
                </a:solidFill>
              </a:defRPr>
            </a:lvl1pPr>
          </a:lstStyle>
          <a:p>
            <a:pPr eaLnBrk="1" latinLnBrk="0" hangingPunct="1"/>
            <a:r>
              <a:rPr lang="zh-CN" altLang="en-US"/>
              <a:t>单击图标添加图片</a:t>
            </a:r>
            <a:endParaRPr/>
          </a:p>
        </p:txBody>
      </p:sp>
      <p:sp>
        <p:nvSpPr>
          <p:cNvPr id="10" name="Text Placeholder 9"/>
          <p:cNvSpPr>
            <a:spLocks noGrp="1"/>
          </p:cNvSpPr>
          <p:nvPr>
            <p:ph type="body" sz="quarter" idx="14" hasCustomPrompt="1"/>
          </p:nvPr>
        </p:nvSpPr>
        <p:spPr>
          <a:xfrm>
            <a:off x="1041400" y="4754394"/>
            <a:ext cx="4445000" cy="317500"/>
          </a:xfrm>
        </p:spPr>
        <p:txBody>
          <a:bodyPr>
            <a:noAutofit/>
          </a:bodyPr>
          <a:lstStyle>
            <a:lvl1pPr algn="ctr" eaLnBrk="1" latinLnBrk="0" hangingPunct="1">
              <a:buNone/>
              <a:defRPr kumimoji="0" lang="zh-CN" sz="2133" baseline="0">
                <a:solidFill>
                  <a:schemeClr val="tx1">
                    <a:lumMod val="65000"/>
                    <a:lumOff val="35000"/>
                  </a:schemeClr>
                </a:solidFill>
              </a:defRPr>
            </a:lvl1pPr>
          </a:lstStyle>
          <a:p>
            <a:pPr lvl="0"/>
            <a:r>
              <a:rPr kumimoji="0" lang="zh-CN"/>
              <a:t>单击此处添加短标题</a:t>
            </a:r>
          </a:p>
        </p:txBody>
      </p:sp>
      <p:sp>
        <p:nvSpPr>
          <p:cNvPr id="17" name="Rectangle 16"/>
          <p:cNvSpPr/>
          <p:nvPr/>
        </p:nvSpPr>
        <p:spPr>
          <a:xfrm>
            <a:off x="7980811" y="2877172"/>
            <a:ext cx="3499989" cy="2837829"/>
          </a:xfrm>
          <a:prstGeom prst="rect">
            <a:avLst/>
          </a:prstGeom>
          <a:gradFill>
            <a:gsLst>
              <a:gs pos="0">
                <a:schemeClr val="bg1">
                  <a:lumMod val="95000"/>
                </a:schemeClr>
              </a:gs>
              <a:gs pos="36000">
                <a:schemeClr val="bg1"/>
              </a:gs>
            </a:gsLst>
            <a:lin ang="14400000" scaled="0"/>
          </a:gradFill>
          <a:ln w="9525">
            <a:solidFill>
              <a:schemeClr val="bg1">
                <a:lumMod val="85000"/>
              </a:schemeClr>
            </a:solidFill>
          </a:ln>
          <a:effectLst>
            <a:outerShdw blurRad="25400" dist="127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0" lang="zh-CN" altLang="en-US" sz="2400"/>
          </a:p>
        </p:txBody>
      </p:sp>
      <p:sp>
        <p:nvSpPr>
          <p:cNvPr id="18" name="Picture Placeholder 7"/>
          <p:cNvSpPr>
            <a:spLocks noGrp="1"/>
          </p:cNvSpPr>
          <p:nvPr>
            <p:ph type="pic" sz="quarter" idx="17"/>
          </p:nvPr>
        </p:nvSpPr>
        <p:spPr>
          <a:xfrm>
            <a:off x="8183255" y="3013978"/>
            <a:ext cx="3121612" cy="2199319"/>
          </a:xfrm>
          <a:solidFill>
            <a:schemeClr val="tx1">
              <a:lumMod val="85000"/>
              <a:lumOff val="15000"/>
            </a:schemeClr>
          </a:solidFill>
        </p:spPr>
        <p:txBody>
          <a:bodyPr>
            <a:normAutofit/>
          </a:bodyPr>
          <a:lstStyle>
            <a:lvl1pPr algn="ctr" eaLnBrk="1" latinLnBrk="0" hangingPunct="1">
              <a:buNone/>
              <a:defRPr kumimoji="0" lang="zh-CN" sz="2133">
                <a:solidFill>
                  <a:schemeClr val="bg1"/>
                </a:solidFill>
              </a:defRPr>
            </a:lvl1pPr>
          </a:lstStyle>
          <a:p>
            <a:pPr eaLnBrk="1" latinLnBrk="0" hangingPunct="1"/>
            <a:r>
              <a:rPr lang="zh-CN" altLang="en-US"/>
              <a:t>单击图标添加图片</a:t>
            </a:r>
            <a:endParaRPr/>
          </a:p>
        </p:txBody>
      </p:sp>
    </p:spTree>
    <p:extLst>
      <p:ext uri="{BB962C8B-B14F-4D97-AF65-F5344CB8AC3E}">
        <p14:creationId xmlns:p14="http://schemas.microsoft.com/office/powerpoint/2010/main" val="652578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up)">
                                      <p:cBhvr>
                                        <p:cTn id="7"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3-Up 幻灯胶片">
    <p:spTree>
      <p:nvGrpSpPr>
        <p:cNvPr id="1" name=""/>
        <p:cNvGrpSpPr/>
        <p:nvPr/>
      </p:nvGrpSpPr>
      <p:grpSpPr>
        <a:xfrm>
          <a:off x="0" y="0"/>
          <a:ext cx="0" cy="0"/>
          <a:chOff x="0" y="0"/>
          <a:chExt cx="0" cy="0"/>
        </a:xfrm>
      </p:grpSpPr>
      <p:pic>
        <p:nvPicPr>
          <p:cNvPr id="11" name="Picture 10"/>
          <p:cNvPicPr>
            <a:picLocks noChangeAspect="1"/>
          </p:cNvPicPr>
          <p:nvPr/>
        </p:nvPicPr>
        <p:blipFill>
          <a:blip r:embed="rId2" cstate="print"/>
          <a:stretch>
            <a:fillRect/>
          </a:stretch>
        </p:blipFill>
        <p:spPr>
          <a:xfrm>
            <a:off x="1320804" y="1371600"/>
            <a:ext cx="5369009" cy="4038600"/>
          </a:xfrm>
          <a:prstGeom prst="rect">
            <a:avLst/>
          </a:prstGeom>
        </p:spPr>
      </p:pic>
      <p:sp>
        <p:nvSpPr>
          <p:cNvPr id="13" name="Picture Placeholder 12"/>
          <p:cNvSpPr>
            <a:spLocks noGrp="1"/>
          </p:cNvSpPr>
          <p:nvPr>
            <p:ph type="pic" sz="quarter" idx="13"/>
          </p:nvPr>
        </p:nvSpPr>
        <p:spPr>
          <a:xfrm>
            <a:off x="2122999" y="2370154"/>
            <a:ext cx="3739763" cy="1788380"/>
          </a:xfrm>
          <a:solidFill>
            <a:schemeClr val="tx1">
              <a:lumMod val="85000"/>
              <a:lumOff val="15000"/>
            </a:schemeClr>
          </a:solidFill>
        </p:spPr>
        <p:txBody>
          <a:bodyPr>
            <a:normAutofit/>
          </a:bodyPr>
          <a:lstStyle>
            <a:lvl1pPr algn="ctr" eaLnBrk="1" latinLnBrk="0" hangingPunct="1">
              <a:buNone/>
              <a:defRPr kumimoji="0" lang="zh-CN" sz="1867" baseline="0">
                <a:solidFill>
                  <a:schemeClr val="bg1"/>
                </a:solidFill>
              </a:defRPr>
            </a:lvl1pPr>
          </a:lstStyle>
          <a:p>
            <a:pPr eaLnBrk="1" latinLnBrk="0" hangingPunct="1"/>
            <a:r>
              <a:rPr lang="zh-CN" altLang="en-US"/>
              <a:t>单击图标添加图片</a:t>
            </a:r>
            <a:endParaRPr/>
          </a:p>
        </p:txBody>
      </p:sp>
      <p:pic>
        <p:nvPicPr>
          <p:cNvPr id="14" name="Picture 13"/>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020235" y="685803"/>
            <a:ext cx="3342965" cy="2514599"/>
          </a:xfrm>
          <a:prstGeom prst="rect">
            <a:avLst/>
          </a:prstGeom>
        </p:spPr>
      </p:pic>
      <p:sp>
        <p:nvSpPr>
          <p:cNvPr id="15" name="Picture Placeholder 12"/>
          <p:cNvSpPr>
            <a:spLocks noGrp="1"/>
          </p:cNvSpPr>
          <p:nvPr>
            <p:ph type="pic" sz="quarter" idx="14"/>
          </p:nvPr>
        </p:nvSpPr>
        <p:spPr>
          <a:xfrm>
            <a:off x="7608632" y="1371601"/>
            <a:ext cx="2133600" cy="1002547"/>
          </a:xfrm>
          <a:solidFill>
            <a:schemeClr val="tx1">
              <a:lumMod val="85000"/>
              <a:lumOff val="15000"/>
            </a:schemeClr>
          </a:solidFill>
        </p:spPr>
        <p:txBody>
          <a:bodyPr>
            <a:normAutofit/>
          </a:bodyPr>
          <a:lstStyle>
            <a:lvl1pPr algn="ctr" eaLnBrk="1" latinLnBrk="0" hangingPunct="1">
              <a:buNone/>
              <a:defRPr kumimoji="0" lang="zh-CN" sz="1467" baseline="0">
                <a:solidFill>
                  <a:schemeClr val="bg1"/>
                </a:solidFill>
              </a:defRPr>
            </a:lvl1pPr>
          </a:lstStyle>
          <a:p>
            <a:pPr eaLnBrk="1" latinLnBrk="0" hangingPunct="1"/>
            <a:r>
              <a:rPr lang="zh-CN" altLang="en-US"/>
              <a:t>单击图标添加图片</a:t>
            </a:r>
            <a:endParaRPr/>
          </a:p>
        </p:txBody>
      </p:sp>
      <p:pic>
        <p:nvPicPr>
          <p:cNvPr id="16" name="Picture 1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020235" y="3429003"/>
            <a:ext cx="3342965" cy="2514599"/>
          </a:xfrm>
          <a:prstGeom prst="rect">
            <a:avLst/>
          </a:prstGeom>
        </p:spPr>
      </p:pic>
      <p:sp>
        <p:nvSpPr>
          <p:cNvPr id="17" name="Picture Placeholder 12"/>
          <p:cNvSpPr>
            <a:spLocks noGrp="1"/>
          </p:cNvSpPr>
          <p:nvPr>
            <p:ph type="pic" sz="quarter" idx="15"/>
          </p:nvPr>
        </p:nvSpPr>
        <p:spPr>
          <a:xfrm>
            <a:off x="7608632" y="4114801"/>
            <a:ext cx="2133600" cy="1002547"/>
          </a:xfrm>
          <a:solidFill>
            <a:schemeClr val="tx1">
              <a:lumMod val="85000"/>
              <a:lumOff val="15000"/>
            </a:schemeClr>
          </a:solidFill>
        </p:spPr>
        <p:txBody>
          <a:bodyPr>
            <a:normAutofit/>
          </a:bodyPr>
          <a:lstStyle>
            <a:lvl1pPr algn="ctr" eaLnBrk="1" latinLnBrk="0" hangingPunct="1">
              <a:buNone/>
              <a:defRPr kumimoji="0" lang="zh-CN" sz="1467" baseline="0">
                <a:solidFill>
                  <a:schemeClr val="bg1"/>
                </a:solidFill>
              </a:defRPr>
            </a:lvl1pPr>
          </a:lstStyle>
          <a:p>
            <a:pPr eaLnBrk="1" latinLnBrk="0" hangingPunct="1"/>
            <a:r>
              <a:rPr lang="zh-CN" altLang="en-US"/>
              <a:t>单击图标添加图片</a:t>
            </a:r>
            <a:endParaRPr/>
          </a:p>
        </p:txBody>
      </p:sp>
      <p:sp>
        <p:nvSpPr>
          <p:cNvPr id="23" name="Date Placeholder 3"/>
          <p:cNvSpPr>
            <a:spLocks noGrp="1"/>
          </p:cNvSpPr>
          <p:nvPr>
            <p:ph type="dt" sz="half" idx="10"/>
          </p:nvPr>
        </p:nvSpPr>
        <p:spPr>
          <a:xfrm>
            <a:off x="609600" y="6553200"/>
            <a:ext cx="2844800" cy="304800"/>
          </a:xfrm>
          <a:prstGeom prst="rect">
            <a:avLst/>
          </a:prstGeom>
        </p:spPr>
        <p:txBody>
          <a:bodyPr/>
          <a:lstStyle/>
          <a:p>
            <a:fld id="{A5F3790F-1BDC-45B7-A06B-907667BADF90}" type="datetimeFigureOut">
              <a:rPr lang="zh-CN" altLang="en-US" smtClean="0"/>
              <a:pPr/>
              <a:t>2024/12/11</a:t>
            </a:fld>
            <a:endParaRPr lang="zh-CN" altLang="en-US"/>
          </a:p>
        </p:txBody>
      </p:sp>
      <p:sp>
        <p:nvSpPr>
          <p:cNvPr id="24" name="Footer Placeholder 4"/>
          <p:cNvSpPr>
            <a:spLocks noGrp="1"/>
          </p:cNvSpPr>
          <p:nvPr>
            <p:ph type="ftr" sz="quarter" idx="11"/>
          </p:nvPr>
        </p:nvSpPr>
        <p:spPr>
          <a:xfrm>
            <a:off x="3962400" y="6553200"/>
            <a:ext cx="3860800" cy="304800"/>
          </a:xfrm>
          <a:prstGeom prst="rect">
            <a:avLst/>
          </a:prstGeom>
        </p:spPr>
        <p:txBody>
          <a:bodyPr/>
          <a:lstStyle/>
          <a:p>
            <a:endParaRPr lang="zh-CN" altLang="en-US"/>
          </a:p>
        </p:txBody>
      </p:sp>
      <p:sp>
        <p:nvSpPr>
          <p:cNvPr id="25" name="Slide Number Placeholder 5"/>
          <p:cNvSpPr>
            <a:spLocks noGrp="1"/>
          </p:cNvSpPr>
          <p:nvPr>
            <p:ph type="sldNum" sz="quarter" idx="12"/>
          </p:nvPr>
        </p:nvSpPr>
        <p:spPr>
          <a:xfrm>
            <a:off x="8331200" y="6553200"/>
            <a:ext cx="2743200" cy="304800"/>
          </a:xfrm>
        </p:spPr>
        <p:txBody>
          <a:bodyPr/>
          <a:lstStyle/>
          <a:p>
            <a:fld id="{DB6769B4-5047-4DE8-962E-21FF2E18E5B7}" type="slidenum">
              <a:rPr lang="zh-CN" altLang="en-US" smtClean="0"/>
              <a:pPr/>
              <a:t>‹#›</a:t>
            </a:fld>
            <a:endParaRPr lang="zh-CN" altLang="en-US"/>
          </a:p>
        </p:txBody>
      </p:sp>
    </p:spTree>
    <p:extLst>
      <p:ext uri="{BB962C8B-B14F-4D97-AF65-F5344CB8AC3E}">
        <p14:creationId xmlns:p14="http://schemas.microsoft.com/office/powerpoint/2010/main" val="33299830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照片网格(带标题)">
    <p:spTree>
      <p:nvGrpSpPr>
        <p:cNvPr id="1" name=""/>
        <p:cNvGrpSpPr/>
        <p:nvPr/>
      </p:nvGrpSpPr>
      <p:grpSpPr>
        <a:xfrm>
          <a:off x="0" y="0"/>
          <a:ext cx="0" cy="0"/>
          <a:chOff x="0" y="0"/>
          <a:chExt cx="0" cy="0"/>
        </a:xfrm>
      </p:grpSpPr>
      <p:sp>
        <p:nvSpPr>
          <p:cNvPr id="65" name="Rectangle 64"/>
          <p:cNvSpPr/>
          <p:nvPr/>
        </p:nvSpPr>
        <p:spPr>
          <a:xfrm>
            <a:off x="6197600" y="4558211"/>
            <a:ext cx="2743200" cy="199499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0" lang="zh-CN" altLang="en-US" sz="2400"/>
          </a:p>
        </p:txBody>
      </p:sp>
      <p:sp>
        <p:nvSpPr>
          <p:cNvPr id="66" name="Text Placeholder 25"/>
          <p:cNvSpPr>
            <a:spLocks noGrp="1"/>
          </p:cNvSpPr>
          <p:nvPr>
            <p:ph type="body" sz="quarter" idx="31" hasCustomPrompt="1"/>
          </p:nvPr>
        </p:nvSpPr>
        <p:spPr>
          <a:xfrm>
            <a:off x="6299200" y="4710613"/>
            <a:ext cx="2540000" cy="366889"/>
          </a:xfrm>
        </p:spPr>
        <p:txBody>
          <a:bodyPr>
            <a:normAutofit/>
          </a:bodyPr>
          <a:lstStyle>
            <a:lvl1pPr algn="l" eaLnBrk="1" latinLnBrk="0" hangingPunct="1">
              <a:buNone/>
              <a:defRPr kumimoji="0" lang="zh-CN" sz="2133" b="1" baseline="0">
                <a:solidFill>
                  <a:srgbClr val="FC7500"/>
                </a:solidFill>
              </a:defRPr>
            </a:lvl1pPr>
          </a:lstStyle>
          <a:p>
            <a:pPr lvl="0"/>
            <a:r>
              <a:rPr kumimoji="0" lang="zh-CN"/>
              <a:t>CLICK TO ADD TITLE</a:t>
            </a:r>
          </a:p>
        </p:txBody>
      </p:sp>
      <p:sp>
        <p:nvSpPr>
          <p:cNvPr id="67" name="Text Placeholder 28"/>
          <p:cNvSpPr>
            <a:spLocks noGrp="1"/>
          </p:cNvSpPr>
          <p:nvPr>
            <p:ph type="body" sz="quarter" idx="32" hasCustomPrompt="1"/>
          </p:nvPr>
        </p:nvSpPr>
        <p:spPr>
          <a:xfrm>
            <a:off x="6299200" y="5167811"/>
            <a:ext cx="2540000" cy="1247423"/>
          </a:xfrm>
        </p:spPr>
        <p:txBody>
          <a:bodyPr>
            <a:normAutofit/>
          </a:bodyPr>
          <a:lstStyle>
            <a:lvl1pPr marL="0" indent="0" algn="l" eaLnBrk="1" latinLnBrk="0" hangingPunct="1">
              <a:buNone/>
              <a:defRPr kumimoji="0" lang="zh-CN" sz="2400" baseline="0">
                <a:solidFill>
                  <a:schemeClr val="tx1">
                    <a:lumMod val="65000"/>
                    <a:lumOff val="35000"/>
                  </a:schemeClr>
                </a:solidFill>
              </a:defRPr>
            </a:lvl1pPr>
          </a:lstStyle>
          <a:p>
            <a:pPr lvl="0"/>
            <a:r>
              <a:rPr kumimoji="0" lang="zh-CN"/>
              <a:t>单击此处以将图片的文本添加到右侧</a:t>
            </a:r>
          </a:p>
        </p:txBody>
      </p:sp>
      <p:sp>
        <p:nvSpPr>
          <p:cNvPr id="33" name="Rectangle 32"/>
          <p:cNvSpPr/>
          <p:nvPr/>
        </p:nvSpPr>
        <p:spPr>
          <a:xfrm>
            <a:off x="6197600" y="291011"/>
            <a:ext cx="2743200" cy="199499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0" lang="zh-CN" altLang="en-US" sz="2400"/>
          </a:p>
        </p:txBody>
      </p:sp>
      <p:sp>
        <p:nvSpPr>
          <p:cNvPr id="34" name="Text Placeholder 25"/>
          <p:cNvSpPr>
            <a:spLocks noGrp="1"/>
          </p:cNvSpPr>
          <p:nvPr>
            <p:ph type="body" sz="quarter" idx="19" hasCustomPrompt="1"/>
          </p:nvPr>
        </p:nvSpPr>
        <p:spPr>
          <a:xfrm>
            <a:off x="6299200" y="443413"/>
            <a:ext cx="2540000" cy="366889"/>
          </a:xfrm>
        </p:spPr>
        <p:txBody>
          <a:bodyPr>
            <a:normAutofit/>
          </a:bodyPr>
          <a:lstStyle>
            <a:lvl1pPr algn="l" eaLnBrk="1" latinLnBrk="0" hangingPunct="1">
              <a:buNone/>
              <a:defRPr kumimoji="0" lang="zh-CN" sz="2133" b="1" baseline="0">
                <a:solidFill>
                  <a:srgbClr val="FC7500"/>
                </a:solidFill>
              </a:defRPr>
            </a:lvl1pPr>
          </a:lstStyle>
          <a:p>
            <a:pPr lvl="0"/>
            <a:r>
              <a:rPr kumimoji="0" lang="zh-CN"/>
              <a:t>单击此处添加标题</a:t>
            </a:r>
          </a:p>
        </p:txBody>
      </p:sp>
      <p:sp>
        <p:nvSpPr>
          <p:cNvPr id="35" name="Text Placeholder 28"/>
          <p:cNvSpPr>
            <a:spLocks noGrp="1"/>
          </p:cNvSpPr>
          <p:nvPr>
            <p:ph type="body" sz="quarter" idx="20" hasCustomPrompt="1"/>
          </p:nvPr>
        </p:nvSpPr>
        <p:spPr>
          <a:xfrm>
            <a:off x="6299200" y="900611"/>
            <a:ext cx="2540000" cy="1247423"/>
          </a:xfrm>
        </p:spPr>
        <p:txBody>
          <a:bodyPr>
            <a:normAutofit/>
          </a:bodyPr>
          <a:lstStyle>
            <a:lvl1pPr marL="0" indent="0" algn="l" eaLnBrk="1" latinLnBrk="0" hangingPunct="1">
              <a:buNone/>
              <a:defRPr kumimoji="0" lang="zh-CN" sz="2400" baseline="0">
                <a:solidFill>
                  <a:schemeClr val="tx1">
                    <a:lumMod val="65000"/>
                    <a:lumOff val="35000"/>
                  </a:schemeClr>
                </a:solidFill>
              </a:defRPr>
            </a:lvl1pPr>
          </a:lstStyle>
          <a:p>
            <a:pPr lvl="0"/>
            <a:r>
              <a:rPr kumimoji="0" lang="zh-CN"/>
              <a:t>单击此处以将图片的文本添加到右侧</a:t>
            </a:r>
          </a:p>
        </p:txBody>
      </p:sp>
      <p:sp>
        <p:nvSpPr>
          <p:cNvPr id="27" name="Rectangle 26"/>
          <p:cNvSpPr/>
          <p:nvPr/>
        </p:nvSpPr>
        <p:spPr>
          <a:xfrm>
            <a:off x="304800" y="291011"/>
            <a:ext cx="2743200" cy="199499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0" lang="zh-CN" altLang="en-US" sz="2400"/>
          </a:p>
        </p:txBody>
      </p:sp>
      <p:sp>
        <p:nvSpPr>
          <p:cNvPr id="12" name="Picture Placeholder 11"/>
          <p:cNvSpPr>
            <a:spLocks noGrp="1"/>
          </p:cNvSpPr>
          <p:nvPr>
            <p:ph type="pic" sz="quarter" idx="13"/>
          </p:nvPr>
        </p:nvSpPr>
        <p:spPr>
          <a:xfrm>
            <a:off x="3251200" y="291011"/>
            <a:ext cx="2746477" cy="1981200"/>
          </a:xfrm>
          <a:solidFill>
            <a:srgbClr val="F0F0F0"/>
          </a:solidFill>
        </p:spPr>
        <p:txBody>
          <a:bodyPr>
            <a:normAutofit/>
          </a:bodyPr>
          <a:lstStyle>
            <a:lvl1pPr algn="ctr" eaLnBrk="1" latinLnBrk="0" hangingPunct="1">
              <a:buNone/>
              <a:defRPr kumimoji="0" lang="zh-CN" sz="2400">
                <a:solidFill>
                  <a:schemeClr val="tx1">
                    <a:lumMod val="75000"/>
                    <a:lumOff val="25000"/>
                  </a:schemeClr>
                </a:solidFill>
              </a:defRPr>
            </a:lvl1pPr>
          </a:lstStyle>
          <a:p>
            <a:pPr eaLnBrk="1" latinLnBrk="0" hangingPunct="1"/>
            <a:r>
              <a:rPr lang="zh-CN" altLang="en-US"/>
              <a:t>单击图标添加图片</a:t>
            </a:r>
            <a:endParaRPr/>
          </a:p>
        </p:txBody>
      </p:sp>
      <p:sp>
        <p:nvSpPr>
          <p:cNvPr id="24" name="Picture Placeholder 11"/>
          <p:cNvSpPr>
            <a:spLocks noGrp="1"/>
          </p:cNvSpPr>
          <p:nvPr>
            <p:ph type="pic" sz="quarter" idx="16"/>
          </p:nvPr>
        </p:nvSpPr>
        <p:spPr>
          <a:xfrm>
            <a:off x="9144000" y="291011"/>
            <a:ext cx="2746477" cy="1981200"/>
          </a:xfrm>
          <a:solidFill>
            <a:srgbClr val="F0F0F0"/>
          </a:solidFill>
        </p:spPr>
        <p:txBody>
          <a:bodyPr>
            <a:normAutofit/>
          </a:bodyPr>
          <a:lstStyle>
            <a:lvl1pPr algn="ctr" eaLnBrk="1" latinLnBrk="0" hangingPunct="1">
              <a:buNone/>
              <a:defRPr kumimoji="0" lang="zh-CN" sz="2400">
                <a:solidFill>
                  <a:schemeClr val="tx1">
                    <a:lumMod val="75000"/>
                    <a:lumOff val="25000"/>
                  </a:schemeClr>
                </a:solidFill>
              </a:defRPr>
            </a:lvl1pPr>
          </a:lstStyle>
          <a:p>
            <a:pPr eaLnBrk="1" latinLnBrk="0" hangingPunct="1"/>
            <a:r>
              <a:rPr lang="zh-CN" altLang="en-US"/>
              <a:t>单击图标添加图片</a:t>
            </a:r>
            <a:endParaRPr/>
          </a:p>
        </p:txBody>
      </p:sp>
      <p:sp>
        <p:nvSpPr>
          <p:cNvPr id="26" name="Text Placeholder 25"/>
          <p:cNvSpPr>
            <a:spLocks noGrp="1"/>
          </p:cNvSpPr>
          <p:nvPr>
            <p:ph type="body" sz="quarter" idx="17" hasCustomPrompt="1"/>
          </p:nvPr>
        </p:nvSpPr>
        <p:spPr>
          <a:xfrm>
            <a:off x="406400" y="443413"/>
            <a:ext cx="2540000" cy="366889"/>
          </a:xfrm>
        </p:spPr>
        <p:txBody>
          <a:bodyPr>
            <a:normAutofit/>
          </a:bodyPr>
          <a:lstStyle>
            <a:lvl1pPr algn="l" eaLnBrk="1" latinLnBrk="0" hangingPunct="1">
              <a:buNone/>
              <a:defRPr kumimoji="0" lang="zh-CN" sz="2133" b="1" baseline="0">
                <a:solidFill>
                  <a:srgbClr val="FC7500"/>
                </a:solidFill>
              </a:defRPr>
            </a:lvl1pPr>
          </a:lstStyle>
          <a:p>
            <a:pPr lvl="0"/>
            <a:r>
              <a:rPr kumimoji="0" lang="zh-CN"/>
              <a:t>单击此处添加标题</a:t>
            </a:r>
          </a:p>
        </p:txBody>
      </p:sp>
      <p:sp>
        <p:nvSpPr>
          <p:cNvPr id="29" name="Text Placeholder 28"/>
          <p:cNvSpPr>
            <a:spLocks noGrp="1"/>
          </p:cNvSpPr>
          <p:nvPr>
            <p:ph type="body" sz="quarter" idx="18" hasCustomPrompt="1"/>
          </p:nvPr>
        </p:nvSpPr>
        <p:spPr>
          <a:xfrm>
            <a:off x="406400" y="900611"/>
            <a:ext cx="2540000" cy="1247423"/>
          </a:xfrm>
        </p:spPr>
        <p:txBody>
          <a:bodyPr>
            <a:normAutofit/>
          </a:bodyPr>
          <a:lstStyle>
            <a:lvl1pPr marL="0" indent="0" algn="l" eaLnBrk="1" latinLnBrk="0" hangingPunct="1">
              <a:buNone/>
              <a:defRPr kumimoji="0" lang="zh-CN" sz="2400" baseline="0">
                <a:solidFill>
                  <a:schemeClr val="tx1">
                    <a:lumMod val="65000"/>
                    <a:lumOff val="35000"/>
                  </a:schemeClr>
                </a:solidFill>
              </a:defRPr>
            </a:lvl1pPr>
          </a:lstStyle>
          <a:p>
            <a:pPr lvl="0"/>
            <a:r>
              <a:rPr kumimoji="0" lang="zh-CN"/>
              <a:t>单击此处以将图片的文本添加到右侧</a:t>
            </a:r>
          </a:p>
        </p:txBody>
      </p:sp>
      <p:sp>
        <p:nvSpPr>
          <p:cNvPr id="52" name="Rectangle 51"/>
          <p:cNvSpPr/>
          <p:nvPr/>
        </p:nvSpPr>
        <p:spPr>
          <a:xfrm>
            <a:off x="3254476" y="2424611"/>
            <a:ext cx="2743200" cy="199499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0" lang="zh-CN" altLang="en-US" sz="2400"/>
          </a:p>
        </p:txBody>
      </p:sp>
      <p:sp>
        <p:nvSpPr>
          <p:cNvPr id="53" name="Picture Placeholder 11"/>
          <p:cNvSpPr>
            <a:spLocks noGrp="1"/>
          </p:cNvSpPr>
          <p:nvPr>
            <p:ph type="pic" sz="quarter" idx="21"/>
          </p:nvPr>
        </p:nvSpPr>
        <p:spPr>
          <a:xfrm>
            <a:off x="304800" y="2424611"/>
            <a:ext cx="2746477" cy="1981200"/>
          </a:xfrm>
          <a:solidFill>
            <a:srgbClr val="F0F0F0"/>
          </a:solidFill>
        </p:spPr>
        <p:txBody>
          <a:bodyPr>
            <a:normAutofit/>
          </a:bodyPr>
          <a:lstStyle>
            <a:lvl1pPr algn="ctr" eaLnBrk="1" latinLnBrk="0" hangingPunct="1">
              <a:buNone/>
              <a:defRPr kumimoji="0" lang="zh-CN" sz="2400">
                <a:solidFill>
                  <a:schemeClr val="tx1">
                    <a:lumMod val="75000"/>
                    <a:lumOff val="25000"/>
                  </a:schemeClr>
                </a:solidFill>
              </a:defRPr>
            </a:lvl1pPr>
          </a:lstStyle>
          <a:p>
            <a:pPr eaLnBrk="1" latinLnBrk="0" hangingPunct="1"/>
            <a:r>
              <a:rPr lang="zh-CN" altLang="en-US"/>
              <a:t>单击图标添加图片</a:t>
            </a:r>
            <a:endParaRPr/>
          </a:p>
        </p:txBody>
      </p:sp>
      <p:sp>
        <p:nvSpPr>
          <p:cNvPr id="54" name="Picture Placeholder 11"/>
          <p:cNvSpPr>
            <a:spLocks noGrp="1"/>
          </p:cNvSpPr>
          <p:nvPr>
            <p:ph type="pic" sz="quarter" idx="22"/>
          </p:nvPr>
        </p:nvSpPr>
        <p:spPr>
          <a:xfrm>
            <a:off x="6200876" y="2424611"/>
            <a:ext cx="2746477" cy="1981200"/>
          </a:xfrm>
          <a:solidFill>
            <a:srgbClr val="F0F0F0"/>
          </a:solidFill>
        </p:spPr>
        <p:txBody>
          <a:bodyPr>
            <a:normAutofit/>
          </a:bodyPr>
          <a:lstStyle>
            <a:lvl1pPr algn="ctr" eaLnBrk="1" latinLnBrk="0" hangingPunct="1">
              <a:buNone/>
              <a:defRPr kumimoji="0" lang="zh-CN" sz="2400">
                <a:solidFill>
                  <a:schemeClr val="tx1">
                    <a:lumMod val="75000"/>
                    <a:lumOff val="25000"/>
                  </a:schemeClr>
                </a:solidFill>
              </a:defRPr>
            </a:lvl1pPr>
          </a:lstStyle>
          <a:p>
            <a:pPr eaLnBrk="1" latinLnBrk="0" hangingPunct="1"/>
            <a:r>
              <a:rPr lang="zh-CN" altLang="en-US"/>
              <a:t>单击图标添加图片</a:t>
            </a:r>
            <a:endParaRPr/>
          </a:p>
        </p:txBody>
      </p:sp>
      <p:sp>
        <p:nvSpPr>
          <p:cNvPr id="55" name="Text Placeholder 25"/>
          <p:cNvSpPr>
            <a:spLocks noGrp="1"/>
          </p:cNvSpPr>
          <p:nvPr>
            <p:ph type="body" sz="quarter" idx="23" hasCustomPrompt="1"/>
          </p:nvPr>
        </p:nvSpPr>
        <p:spPr>
          <a:xfrm>
            <a:off x="3356076" y="2577013"/>
            <a:ext cx="2540000" cy="366889"/>
          </a:xfrm>
        </p:spPr>
        <p:txBody>
          <a:bodyPr>
            <a:normAutofit/>
          </a:bodyPr>
          <a:lstStyle>
            <a:lvl1pPr algn="l" eaLnBrk="1" latinLnBrk="0" hangingPunct="1">
              <a:buNone/>
              <a:defRPr kumimoji="0" lang="zh-CN" sz="2133" b="1" baseline="0">
                <a:solidFill>
                  <a:srgbClr val="FC7500"/>
                </a:solidFill>
              </a:defRPr>
            </a:lvl1pPr>
          </a:lstStyle>
          <a:p>
            <a:pPr lvl="0"/>
            <a:r>
              <a:rPr kumimoji="0" lang="zh-CN"/>
              <a:t>单击此处添加标题</a:t>
            </a:r>
          </a:p>
        </p:txBody>
      </p:sp>
      <p:sp>
        <p:nvSpPr>
          <p:cNvPr id="56" name="Text Placeholder 28"/>
          <p:cNvSpPr>
            <a:spLocks noGrp="1"/>
          </p:cNvSpPr>
          <p:nvPr>
            <p:ph type="body" sz="quarter" idx="24" hasCustomPrompt="1"/>
          </p:nvPr>
        </p:nvSpPr>
        <p:spPr>
          <a:xfrm>
            <a:off x="3356076" y="3034211"/>
            <a:ext cx="2540000" cy="1247423"/>
          </a:xfrm>
        </p:spPr>
        <p:txBody>
          <a:bodyPr>
            <a:normAutofit/>
          </a:bodyPr>
          <a:lstStyle>
            <a:lvl1pPr marL="0" indent="0" algn="l" eaLnBrk="1" latinLnBrk="0" hangingPunct="1">
              <a:buNone/>
              <a:defRPr kumimoji="0" lang="zh-CN" sz="2400" baseline="0">
                <a:solidFill>
                  <a:schemeClr val="tx1">
                    <a:lumMod val="65000"/>
                    <a:lumOff val="35000"/>
                  </a:schemeClr>
                </a:solidFill>
              </a:defRPr>
            </a:lvl1pPr>
          </a:lstStyle>
          <a:p>
            <a:pPr lvl="0"/>
            <a:r>
              <a:rPr kumimoji="0" lang="zh-CN"/>
              <a:t>单击此处以将图片的文本添加到左侧</a:t>
            </a:r>
          </a:p>
        </p:txBody>
      </p:sp>
      <p:sp>
        <p:nvSpPr>
          <p:cNvPr id="57" name="Rectangle 56"/>
          <p:cNvSpPr/>
          <p:nvPr/>
        </p:nvSpPr>
        <p:spPr>
          <a:xfrm>
            <a:off x="9147276" y="2424611"/>
            <a:ext cx="2743200" cy="199499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0" lang="zh-CN" altLang="en-US" sz="2400"/>
          </a:p>
        </p:txBody>
      </p:sp>
      <p:sp>
        <p:nvSpPr>
          <p:cNvPr id="58" name="Text Placeholder 25"/>
          <p:cNvSpPr>
            <a:spLocks noGrp="1"/>
          </p:cNvSpPr>
          <p:nvPr>
            <p:ph type="body" sz="quarter" idx="25" hasCustomPrompt="1"/>
          </p:nvPr>
        </p:nvSpPr>
        <p:spPr>
          <a:xfrm>
            <a:off x="9248876" y="2577013"/>
            <a:ext cx="2540000" cy="366889"/>
          </a:xfrm>
        </p:spPr>
        <p:txBody>
          <a:bodyPr>
            <a:normAutofit/>
          </a:bodyPr>
          <a:lstStyle>
            <a:lvl1pPr algn="l" eaLnBrk="1" latinLnBrk="0" hangingPunct="1">
              <a:buNone/>
              <a:defRPr kumimoji="0" lang="zh-CN" sz="2133" b="1" baseline="0">
                <a:solidFill>
                  <a:srgbClr val="FC7500"/>
                </a:solidFill>
              </a:defRPr>
            </a:lvl1pPr>
          </a:lstStyle>
          <a:p>
            <a:pPr lvl="0"/>
            <a:r>
              <a:rPr kumimoji="0" lang="zh-CN"/>
              <a:t>单击此处添加标题</a:t>
            </a:r>
          </a:p>
        </p:txBody>
      </p:sp>
      <p:sp>
        <p:nvSpPr>
          <p:cNvPr id="59" name="Text Placeholder 28"/>
          <p:cNvSpPr>
            <a:spLocks noGrp="1"/>
          </p:cNvSpPr>
          <p:nvPr>
            <p:ph type="body" sz="quarter" idx="26" hasCustomPrompt="1"/>
          </p:nvPr>
        </p:nvSpPr>
        <p:spPr>
          <a:xfrm>
            <a:off x="9248876" y="3034211"/>
            <a:ext cx="2540000" cy="1247423"/>
          </a:xfrm>
        </p:spPr>
        <p:txBody>
          <a:bodyPr>
            <a:normAutofit/>
          </a:bodyPr>
          <a:lstStyle>
            <a:lvl1pPr marL="0" indent="0" algn="l" eaLnBrk="1" latinLnBrk="0" hangingPunct="1">
              <a:buNone/>
              <a:defRPr kumimoji="0" lang="zh-CN" sz="2400" baseline="0">
                <a:solidFill>
                  <a:schemeClr val="tx1">
                    <a:lumMod val="65000"/>
                    <a:lumOff val="35000"/>
                  </a:schemeClr>
                </a:solidFill>
              </a:defRPr>
            </a:lvl1pPr>
          </a:lstStyle>
          <a:p>
            <a:pPr lvl="0"/>
            <a:r>
              <a:rPr kumimoji="0" lang="zh-CN"/>
              <a:t>单击此处以将图片的文本添加到左侧</a:t>
            </a:r>
          </a:p>
        </p:txBody>
      </p:sp>
      <p:sp>
        <p:nvSpPr>
          <p:cNvPr id="60" name="Rectangle 59"/>
          <p:cNvSpPr/>
          <p:nvPr/>
        </p:nvSpPr>
        <p:spPr>
          <a:xfrm>
            <a:off x="304800" y="4558211"/>
            <a:ext cx="2743200" cy="199499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0" lang="zh-CN" altLang="en-US" sz="2400"/>
          </a:p>
        </p:txBody>
      </p:sp>
      <p:sp>
        <p:nvSpPr>
          <p:cNvPr id="61" name="Picture Placeholder 11"/>
          <p:cNvSpPr>
            <a:spLocks noGrp="1"/>
          </p:cNvSpPr>
          <p:nvPr>
            <p:ph type="pic" sz="quarter" idx="27"/>
          </p:nvPr>
        </p:nvSpPr>
        <p:spPr>
          <a:xfrm>
            <a:off x="3247923" y="4558209"/>
            <a:ext cx="2746477" cy="1981200"/>
          </a:xfrm>
          <a:solidFill>
            <a:srgbClr val="F0F0F0"/>
          </a:solidFill>
        </p:spPr>
        <p:txBody>
          <a:bodyPr>
            <a:normAutofit/>
          </a:bodyPr>
          <a:lstStyle>
            <a:lvl1pPr algn="ctr" eaLnBrk="1" latinLnBrk="0" hangingPunct="1">
              <a:buNone/>
              <a:defRPr kumimoji="0" lang="zh-CN" sz="2400">
                <a:solidFill>
                  <a:schemeClr val="tx1">
                    <a:lumMod val="75000"/>
                    <a:lumOff val="25000"/>
                  </a:schemeClr>
                </a:solidFill>
              </a:defRPr>
            </a:lvl1pPr>
          </a:lstStyle>
          <a:p>
            <a:pPr eaLnBrk="1" latinLnBrk="0" hangingPunct="1"/>
            <a:r>
              <a:rPr lang="zh-CN" altLang="en-US"/>
              <a:t>单击图标添加图片</a:t>
            </a:r>
            <a:endParaRPr/>
          </a:p>
        </p:txBody>
      </p:sp>
      <p:sp>
        <p:nvSpPr>
          <p:cNvPr id="62" name="Picture Placeholder 11"/>
          <p:cNvSpPr>
            <a:spLocks noGrp="1"/>
          </p:cNvSpPr>
          <p:nvPr>
            <p:ph type="pic" sz="quarter" idx="28"/>
          </p:nvPr>
        </p:nvSpPr>
        <p:spPr>
          <a:xfrm>
            <a:off x="9140723" y="4558209"/>
            <a:ext cx="2746477" cy="1981200"/>
          </a:xfrm>
          <a:solidFill>
            <a:srgbClr val="F0F0F0"/>
          </a:solidFill>
        </p:spPr>
        <p:txBody>
          <a:bodyPr>
            <a:normAutofit/>
          </a:bodyPr>
          <a:lstStyle>
            <a:lvl1pPr algn="ctr" eaLnBrk="1" latinLnBrk="0" hangingPunct="1">
              <a:buNone/>
              <a:defRPr kumimoji="0" lang="zh-CN" sz="2400">
                <a:solidFill>
                  <a:schemeClr val="tx1">
                    <a:lumMod val="75000"/>
                    <a:lumOff val="25000"/>
                  </a:schemeClr>
                </a:solidFill>
              </a:defRPr>
            </a:lvl1pPr>
          </a:lstStyle>
          <a:p>
            <a:pPr eaLnBrk="1" latinLnBrk="0" hangingPunct="1"/>
            <a:r>
              <a:rPr lang="zh-CN" altLang="en-US"/>
              <a:t>单击图标添加图片</a:t>
            </a:r>
            <a:endParaRPr/>
          </a:p>
        </p:txBody>
      </p:sp>
      <p:sp>
        <p:nvSpPr>
          <p:cNvPr id="63" name="Text Placeholder 25"/>
          <p:cNvSpPr>
            <a:spLocks noGrp="1"/>
          </p:cNvSpPr>
          <p:nvPr>
            <p:ph type="body" sz="quarter" idx="29" hasCustomPrompt="1"/>
          </p:nvPr>
        </p:nvSpPr>
        <p:spPr>
          <a:xfrm>
            <a:off x="406400" y="4710613"/>
            <a:ext cx="2540000" cy="366889"/>
          </a:xfrm>
        </p:spPr>
        <p:txBody>
          <a:bodyPr>
            <a:normAutofit/>
          </a:bodyPr>
          <a:lstStyle>
            <a:lvl1pPr algn="l" eaLnBrk="1" latinLnBrk="0" hangingPunct="1">
              <a:buNone/>
              <a:defRPr kumimoji="0" lang="zh-CN" sz="2133" b="1" baseline="0">
                <a:solidFill>
                  <a:srgbClr val="FC7500"/>
                </a:solidFill>
              </a:defRPr>
            </a:lvl1pPr>
          </a:lstStyle>
          <a:p>
            <a:pPr lvl="0"/>
            <a:r>
              <a:rPr kumimoji="0" lang="zh-CN"/>
              <a:t>单击此处添加标题</a:t>
            </a:r>
          </a:p>
        </p:txBody>
      </p:sp>
      <p:sp>
        <p:nvSpPr>
          <p:cNvPr id="64" name="Text Placeholder 28"/>
          <p:cNvSpPr>
            <a:spLocks noGrp="1"/>
          </p:cNvSpPr>
          <p:nvPr>
            <p:ph type="body" sz="quarter" idx="30" hasCustomPrompt="1"/>
          </p:nvPr>
        </p:nvSpPr>
        <p:spPr>
          <a:xfrm>
            <a:off x="406400" y="5167811"/>
            <a:ext cx="2540000" cy="1247423"/>
          </a:xfrm>
        </p:spPr>
        <p:txBody>
          <a:bodyPr>
            <a:normAutofit/>
          </a:bodyPr>
          <a:lstStyle>
            <a:lvl1pPr marL="0" indent="0" algn="l" eaLnBrk="1" latinLnBrk="0" hangingPunct="1">
              <a:buNone/>
              <a:defRPr kumimoji="0" lang="zh-CN" sz="2400" baseline="0">
                <a:solidFill>
                  <a:schemeClr val="tx1">
                    <a:lumMod val="65000"/>
                    <a:lumOff val="35000"/>
                  </a:schemeClr>
                </a:solidFill>
              </a:defRPr>
            </a:lvl1pPr>
          </a:lstStyle>
          <a:p>
            <a:pPr lvl="0"/>
            <a:r>
              <a:rPr kumimoji="0" lang="zh-CN"/>
              <a:t>单击此处以将图片的文本添加到右侧</a:t>
            </a:r>
          </a:p>
        </p:txBody>
      </p:sp>
      <p:sp>
        <p:nvSpPr>
          <p:cNvPr id="28" name="Date Placeholder 6"/>
          <p:cNvSpPr>
            <a:spLocks noGrp="1"/>
          </p:cNvSpPr>
          <p:nvPr>
            <p:ph type="dt" sz="half" idx="10"/>
          </p:nvPr>
        </p:nvSpPr>
        <p:spPr>
          <a:xfrm>
            <a:off x="609600" y="6553200"/>
            <a:ext cx="2844800" cy="304800"/>
          </a:xfrm>
          <a:prstGeom prst="rect">
            <a:avLst/>
          </a:prstGeom>
        </p:spPr>
        <p:txBody>
          <a:bodyPr/>
          <a:lstStyle/>
          <a:p>
            <a:fld id="{A5F3790F-1BDC-45B7-A06B-907667BADF90}" type="datetimeFigureOut">
              <a:rPr lang="zh-CN" altLang="en-US" smtClean="0"/>
              <a:pPr/>
              <a:t>2024/12/11</a:t>
            </a:fld>
            <a:endParaRPr lang="zh-CN" altLang="en-US"/>
          </a:p>
        </p:txBody>
      </p:sp>
      <p:sp>
        <p:nvSpPr>
          <p:cNvPr id="30" name="Footer Placeholder 7"/>
          <p:cNvSpPr>
            <a:spLocks noGrp="1"/>
          </p:cNvSpPr>
          <p:nvPr>
            <p:ph type="ftr" sz="quarter" idx="11"/>
          </p:nvPr>
        </p:nvSpPr>
        <p:spPr>
          <a:xfrm>
            <a:off x="4165600" y="6553200"/>
            <a:ext cx="3860800" cy="304800"/>
          </a:xfrm>
          <a:prstGeom prst="rect">
            <a:avLst/>
          </a:prstGeom>
        </p:spPr>
        <p:txBody>
          <a:bodyPr/>
          <a:lstStyle/>
          <a:p>
            <a:endParaRPr lang="zh-CN" altLang="en-US"/>
          </a:p>
        </p:txBody>
      </p:sp>
      <p:sp>
        <p:nvSpPr>
          <p:cNvPr id="31" name="Slide Number Placeholder 8"/>
          <p:cNvSpPr>
            <a:spLocks noGrp="1"/>
          </p:cNvSpPr>
          <p:nvPr>
            <p:ph type="sldNum" sz="quarter" idx="12"/>
          </p:nvPr>
        </p:nvSpPr>
        <p:spPr>
          <a:xfrm>
            <a:off x="8737600" y="6553200"/>
            <a:ext cx="2844800" cy="304800"/>
          </a:xfrm>
        </p:spPr>
        <p:txBody>
          <a:bodyPr/>
          <a:lstStyle/>
          <a:p>
            <a:fld id="{DB6769B4-5047-4DE8-962E-21FF2E18E5B7}" type="slidenum">
              <a:rPr lang="zh-CN" altLang="en-US" smtClean="0"/>
              <a:pPr/>
              <a:t>‹#›</a:t>
            </a:fld>
            <a:endParaRPr lang="zh-CN" altLang="en-US"/>
          </a:p>
        </p:txBody>
      </p:sp>
    </p:spTree>
    <p:extLst>
      <p:ext uri="{BB962C8B-B14F-4D97-AF65-F5344CB8AC3E}">
        <p14:creationId xmlns:p14="http://schemas.microsoft.com/office/powerpoint/2010/main" val="326469289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4 混向栏">
    <p:spTree>
      <p:nvGrpSpPr>
        <p:cNvPr id="1" name=""/>
        <p:cNvGrpSpPr/>
        <p:nvPr/>
      </p:nvGrpSpPr>
      <p:grpSpPr>
        <a:xfrm>
          <a:off x="0" y="0"/>
          <a:ext cx="0" cy="0"/>
          <a:chOff x="0" y="0"/>
          <a:chExt cx="0" cy="0"/>
        </a:xfrm>
      </p:grpSpPr>
      <p:pic>
        <p:nvPicPr>
          <p:cNvPr id="17" name="Picture 16"/>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 y="0"/>
            <a:ext cx="5072063" cy="6858000"/>
          </a:xfrm>
          <a:prstGeom prst="rect">
            <a:avLst/>
          </a:prstGeom>
        </p:spPr>
      </p:pic>
      <p:sp>
        <p:nvSpPr>
          <p:cNvPr id="6" name="Rectangle 7"/>
          <p:cNvSpPr>
            <a:spLocks noGrp="1"/>
          </p:cNvSpPr>
          <p:nvPr>
            <p:ph type="pic" sz="quarter" idx="14"/>
          </p:nvPr>
        </p:nvSpPr>
        <p:spPr>
          <a:xfrm>
            <a:off x="1016004" y="257667"/>
            <a:ext cx="5975943" cy="5990735"/>
          </a:xfrm>
          <a:prstGeom prst="rect">
            <a:avLst/>
          </a:prstGeo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0" marR="0" indent="0" algn="ctr" defTabSz="1219170" rtl="0" eaLnBrk="1" latinLnBrk="0" hangingPunct="1">
              <a:spcBef>
                <a:spcPct val="20000"/>
              </a:spcBef>
              <a:buFontTx/>
              <a:buNone/>
              <a:defRPr kumimoji="0" lang="zh-CN" sz="3200" kern="1200">
                <a:solidFill>
                  <a:schemeClr val="tx1">
                    <a:lumMod val="65000"/>
                    <a:lumOff val="35000"/>
                  </a:schemeClr>
                </a:solidFill>
                <a:latin typeface="+mn-lt"/>
                <a:ea typeface="+mn-ea"/>
                <a:cs typeface="+mn-cs"/>
              </a:defRPr>
            </a:lvl1pPr>
            <a:extLst/>
          </a:lstStyle>
          <a:p>
            <a:pPr marL="0" marR="0" indent="0" algn="ctr" eaLnBrk="1" latinLnBrk="0" hangingPunct="1"/>
            <a:r>
              <a:rPr lang="zh-CN" altLang="en-US"/>
              <a:t>单击图标添加图片</a:t>
            </a:r>
            <a:endParaRPr/>
          </a:p>
        </p:txBody>
      </p:sp>
      <p:sp>
        <p:nvSpPr>
          <p:cNvPr id="7" name="Rectangle 7"/>
          <p:cNvSpPr>
            <a:spLocks noGrp="1" noChangeAspect="1"/>
          </p:cNvSpPr>
          <p:nvPr>
            <p:ph type="pic" sz="quarter" idx="18"/>
          </p:nvPr>
        </p:nvSpPr>
        <p:spPr>
          <a:xfrm>
            <a:off x="7540589" y="257668"/>
            <a:ext cx="3155617" cy="1775033"/>
          </a:xfrm>
          <a:prstGeom prst="rect">
            <a:avLst/>
          </a:prstGeo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0" marR="0" indent="0" algn="ctr" defTabSz="1219170" rtl="0" eaLnBrk="1" latinLnBrk="0" hangingPunct="1">
              <a:spcBef>
                <a:spcPct val="20000"/>
              </a:spcBef>
              <a:buFontTx/>
              <a:buNone/>
              <a:defRPr kumimoji="0" lang="zh-CN" sz="2667" kern="1200">
                <a:solidFill>
                  <a:schemeClr val="tx1">
                    <a:lumMod val="65000"/>
                    <a:lumOff val="35000"/>
                  </a:schemeClr>
                </a:solidFill>
                <a:latin typeface="+mn-lt"/>
                <a:ea typeface="+mn-ea"/>
                <a:cs typeface="+mn-cs"/>
              </a:defRPr>
            </a:lvl1pPr>
            <a:extLst/>
          </a:lstStyle>
          <a:p>
            <a:pPr marL="0" marR="0" indent="0" algn="ctr" eaLnBrk="1" latinLnBrk="0" hangingPunct="1"/>
            <a:r>
              <a:rPr lang="zh-CN" altLang="en-US"/>
              <a:t>单击图标添加图片</a:t>
            </a:r>
            <a:endParaRPr/>
          </a:p>
        </p:txBody>
      </p:sp>
      <p:sp>
        <p:nvSpPr>
          <p:cNvPr id="8" name="Picture Placeholder 7"/>
          <p:cNvSpPr>
            <a:spLocks noGrp="1" noChangeAspect="1"/>
          </p:cNvSpPr>
          <p:nvPr>
            <p:ph type="pic" sz="quarter" idx="22"/>
          </p:nvPr>
        </p:nvSpPr>
        <p:spPr>
          <a:xfrm>
            <a:off x="7540589" y="2362202"/>
            <a:ext cx="3155617" cy="1775033"/>
          </a:xfrm>
          <a:prstGeom prst="rect">
            <a:avLst/>
          </a:prstGeo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0" marR="0" indent="0" algn="ctr" defTabSz="1219170" rtl="0" eaLnBrk="1" latinLnBrk="0" hangingPunct="1">
              <a:spcBef>
                <a:spcPct val="20000"/>
              </a:spcBef>
              <a:buFontTx/>
              <a:buNone/>
              <a:defRPr kumimoji="0" lang="zh-CN" sz="2667" kern="1200">
                <a:solidFill>
                  <a:schemeClr val="tx1">
                    <a:lumMod val="65000"/>
                    <a:lumOff val="35000"/>
                  </a:schemeClr>
                </a:solidFill>
                <a:latin typeface="+mn-lt"/>
                <a:ea typeface="+mn-ea"/>
                <a:cs typeface="+mn-cs"/>
              </a:defRPr>
            </a:lvl1pPr>
            <a:extLst/>
          </a:lstStyle>
          <a:p>
            <a:pPr marL="0" marR="0" indent="0" algn="ctr" eaLnBrk="1" latinLnBrk="0" hangingPunct="1"/>
            <a:r>
              <a:rPr lang="zh-CN" altLang="en-US"/>
              <a:t>单击图标添加图片</a:t>
            </a:r>
            <a:endParaRPr/>
          </a:p>
        </p:txBody>
      </p:sp>
      <p:sp>
        <p:nvSpPr>
          <p:cNvPr id="9" name="Rectangle 7"/>
          <p:cNvSpPr>
            <a:spLocks noGrp="1" noChangeAspect="1"/>
          </p:cNvSpPr>
          <p:nvPr>
            <p:ph type="pic" sz="quarter" idx="23"/>
          </p:nvPr>
        </p:nvSpPr>
        <p:spPr>
          <a:xfrm>
            <a:off x="7540589" y="4495802"/>
            <a:ext cx="3155617" cy="1775033"/>
          </a:xfrm>
          <a:prstGeom prst="rect">
            <a:avLst/>
          </a:prstGeo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0" marR="0" indent="0" algn="ctr" defTabSz="1219170" rtl="0" eaLnBrk="1" latinLnBrk="0" hangingPunct="1">
              <a:spcBef>
                <a:spcPct val="20000"/>
              </a:spcBef>
              <a:buFontTx/>
              <a:buNone/>
              <a:defRPr kumimoji="0" lang="zh-CN" sz="2667" kern="1200">
                <a:solidFill>
                  <a:schemeClr val="tx1">
                    <a:lumMod val="65000"/>
                    <a:lumOff val="35000"/>
                  </a:schemeClr>
                </a:solidFill>
                <a:latin typeface="+mn-lt"/>
                <a:ea typeface="+mn-ea"/>
                <a:cs typeface="+mn-cs"/>
              </a:defRPr>
            </a:lvl1pPr>
            <a:extLst/>
          </a:lstStyle>
          <a:p>
            <a:pPr marL="0" marR="0" indent="0" algn="ctr" eaLnBrk="1" latinLnBrk="0" hangingPunct="1"/>
            <a:r>
              <a:rPr lang="zh-CN" altLang="en-US"/>
              <a:t>单击图标添加图片</a:t>
            </a:r>
            <a:endParaRPr/>
          </a:p>
        </p:txBody>
      </p:sp>
      <p:sp>
        <p:nvSpPr>
          <p:cNvPr id="12" name="Date Placeholder 3"/>
          <p:cNvSpPr>
            <a:spLocks noGrp="1"/>
          </p:cNvSpPr>
          <p:nvPr>
            <p:ph type="dt" sz="half" idx="10"/>
          </p:nvPr>
        </p:nvSpPr>
        <p:spPr>
          <a:xfrm>
            <a:off x="609600" y="6553200"/>
            <a:ext cx="2844800" cy="304800"/>
          </a:xfrm>
          <a:prstGeom prst="rect">
            <a:avLst/>
          </a:prstGeom>
        </p:spPr>
        <p:txBody>
          <a:bodyPr/>
          <a:lstStyle/>
          <a:p>
            <a:fld id="{A5F3790F-1BDC-45B7-A06B-907667BADF90}" type="datetimeFigureOut">
              <a:rPr lang="zh-CN" altLang="en-US" smtClean="0"/>
              <a:pPr/>
              <a:t>2024/12/11</a:t>
            </a:fld>
            <a:endParaRPr lang="zh-CN" altLang="en-US"/>
          </a:p>
        </p:txBody>
      </p:sp>
      <p:sp>
        <p:nvSpPr>
          <p:cNvPr id="13" name="Footer Placeholder 4"/>
          <p:cNvSpPr>
            <a:spLocks noGrp="1"/>
          </p:cNvSpPr>
          <p:nvPr>
            <p:ph type="ftr" sz="quarter" idx="11"/>
          </p:nvPr>
        </p:nvSpPr>
        <p:spPr>
          <a:xfrm>
            <a:off x="3962400" y="6553200"/>
            <a:ext cx="3860800" cy="304800"/>
          </a:xfrm>
          <a:prstGeom prst="rect">
            <a:avLst/>
          </a:prstGeom>
        </p:spPr>
        <p:txBody>
          <a:bodyPr/>
          <a:lstStyle/>
          <a:p>
            <a:endParaRPr lang="zh-CN" altLang="en-US"/>
          </a:p>
        </p:txBody>
      </p:sp>
      <p:sp>
        <p:nvSpPr>
          <p:cNvPr id="14" name="Slide Number Placeholder 5"/>
          <p:cNvSpPr>
            <a:spLocks noGrp="1"/>
          </p:cNvSpPr>
          <p:nvPr>
            <p:ph type="sldNum" sz="quarter" idx="12"/>
          </p:nvPr>
        </p:nvSpPr>
        <p:spPr>
          <a:xfrm>
            <a:off x="8331200" y="6553200"/>
            <a:ext cx="2743200" cy="304800"/>
          </a:xfrm>
        </p:spPr>
        <p:txBody>
          <a:bodyPr/>
          <a:lstStyle/>
          <a:p>
            <a:fld id="{DB6769B4-5047-4DE8-962E-21FF2E18E5B7}" type="slidenum">
              <a:rPr lang="zh-CN" altLang="en-US" smtClean="0"/>
              <a:pPr/>
              <a:t>‹#›</a:t>
            </a:fld>
            <a:endParaRPr lang="zh-CN" altLang="en-US"/>
          </a:p>
        </p:txBody>
      </p:sp>
      <p:sp>
        <p:nvSpPr>
          <p:cNvPr id="15" name="Rectangle 14"/>
          <p:cNvSpPr/>
          <p:nvPr/>
        </p:nvSpPr>
        <p:spPr>
          <a:xfrm>
            <a:off x="11366091" y="0"/>
            <a:ext cx="721032" cy="6858000"/>
          </a:xfrm>
          <a:prstGeom prst="rect">
            <a:avLst/>
          </a:prstGeom>
          <a:solidFill>
            <a:srgbClr val="91BE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0" lang="zh-CN" altLang="en-US" sz="2400">
              <a:solidFill>
                <a:srgbClr val="FC7500"/>
              </a:solidFill>
            </a:endParaRPr>
          </a:p>
        </p:txBody>
      </p:sp>
      <p:cxnSp>
        <p:nvCxnSpPr>
          <p:cNvPr id="16" name="Straight Connector 15"/>
          <p:cNvCxnSpPr/>
          <p:nvPr/>
        </p:nvCxnSpPr>
        <p:spPr>
          <a:xfrm rot="5400000">
            <a:off x="8734645" y="3429000"/>
            <a:ext cx="6858000" cy="0"/>
          </a:xfrm>
          <a:prstGeom prst="line">
            <a:avLst/>
          </a:prstGeom>
          <a:ln w="50800">
            <a:solidFill>
              <a:srgbClr val="91BED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786036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相册节(带 3 纵栏)">
    <p:spTree>
      <p:nvGrpSpPr>
        <p:cNvPr id="1" name=""/>
        <p:cNvGrpSpPr/>
        <p:nvPr/>
      </p:nvGrpSpPr>
      <p:grpSpPr>
        <a:xfrm>
          <a:off x="0" y="0"/>
          <a:ext cx="0" cy="0"/>
          <a:chOff x="0" y="0"/>
          <a:chExt cx="0" cy="0"/>
        </a:xfrm>
      </p:grpSpPr>
      <p:sp>
        <p:nvSpPr>
          <p:cNvPr id="8" name="Rectangle 2"/>
          <p:cNvSpPr>
            <a:spLocks noGrp="1"/>
          </p:cNvSpPr>
          <p:nvPr>
            <p:ph type="title" hasCustomPrompt="1"/>
          </p:nvPr>
        </p:nvSpPr>
        <p:spPr>
          <a:xfrm>
            <a:off x="609600" y="3390900"/>
            <a:ext cx="10375640" cy="990600"/>
          </a:xfrm>
        </p:spPr>
        <p:txBody>
          <a:bodyPr vert="horz" bIns="0" anchor="b" anchorCtr="0">
            <a:normAutofit/>
          </a:bodyPr>
          <a:lstStyle>
            <a:lvl1pPr eaLnBrk="1" latinLnBrk="0" hangingPunct="1">
              <a:defRPr kumimoji="0" lang="zh-CN" sz="5867" b="1" baseline="0">
                <a:solidFill>
                  <a:srgbClr val="FC7500"/>
                </a:solidFill>
              </a:defRPr>
            </a:lvl1pPr>
            <a:extLst/>
          </a:lstStyle>
          <a:p>
            <a:r>
              <a:rPr kumimoji="0" lang="zh-CN"/>
              <a:t>单击此处添加节标题</a:t>
            </a:r>
          </a:p>
        </p:txBody>
      </p:sp>
      <p:sp>
        <p:nvSpPr>
          <p:cNvPr id="9" name="Rectangle 11"/>
          <p:cNvSpPr>
            <a:spLocks noGrp="1"/>
          </p:cNvSpPr>
          <p:nvPr>
            <p:ph type="body" sz="quarter" idx="14" hasCustomPrompt="1"/>
          </p:nvPr>
        </p:nvSpPr>
        <p:spPr>
          <a:xfrm>
            <a:off x="609600" y="4572000"/>
            <a:ext cx="10363200" cy="838200"/>
          </a:xfrm>
        </p:spPr>
        <p:txBody>
          <a:bodyPr vert="horz" tIns="0"/>
          <a:lstStyle>
            <a:lvl1pPr algn="ctr" eaLnBrk="1" latinLnBrk="0" hangingPunct="1">
              <a:buFontTx/>
              <a:buNone/>
              <a:defRPr kumimoji="0" lang="zh-CN" sz="2400">
                <a:solidFill>
                  <a:schemeClr val="tx1">
                    <a:lumMod val="75000"/>
                    <a:lumOff val="25000"/>
                  </a:schemeClr>
                </a:solidFill>
              </a:defRPr>
            </a:lvl1pPr>
            <a:extLst/>
          </a:lstStyle>
          <a:p>
            <a:pPr lvl="0"/>
            <a:r>
              <a:rPr kumimoji="0" lang="zh-CN"/>
              <a:t>单击此处添加副标题</a:t>
            </a:r>
          </a:p>
        </p:txBody>
      </p:sp>
      <p:sp>
        <p:nvSpPr>
          <p:cNvPr id="10" name="Rectangle 6"/>
          <p:cNvSpPr>
            <a:spLocks noGrp="1"/>
          </p:cNvSpPr>
          <p:nvPr>
            <p:ph type="pic" sz="quarter" idx="11"/>
          </p:nvPr>
        </p:nvSpPr>
        <p:spPr>
          <a:xfrm>
            <a:off x="654491" y="807195"/>
            <a:ext cx="3048000" cy="2286000"/>
          </a:xfr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0" marR="0" indent="2117" algn="ctr" defTabSz="1219170" rtl="0" eaLnBrk="1" latinLnBrk="0" hangingPunct="1">
              <a:spcBef>
                <a:spcPct val="20000"/>
              </a:spcBef>
              <a:buFontTx/>
              <a:buNone/>
              <a:defRPr kumimoji="0" lang="zh-CN" sz="3200" kern="1200">
                <a:solidFill>
                  <a:schemeClr val="tx1">
                    <a:lumMod val="65000"/>
                    <a:lumOff val="35000"/>
                  </a:schemeClr>
                </a:solidFill>
                <a:latin typeface="+mn-lt"/>
                <a:ea typeface="+mn-ea"/>
                <a:cs typeface="+mn-cs"/>
              </a:defRPr>
            </a:lvl1pPr>
            <a:extLst/>
          </a:lstStyle>
          <a:p>
            <a:pPr algn="ctr" eaLnBrk="1" latinLnBrk="0" hangingPunct="1"/>
            <a:r>
              <a:rPr lang="zh-CN" altLang="en-US"/>
              <a:t>单击图标添加图片</a:t>
            </a:r>
            <a:endParaRPr/>
          </a:p>
        </p:txBody>
      </p:sp>
      <p:sp>
        <p:nvSpPr>
          <p:cNvPr id="11" name="Rectangle 6"/>
          <p:cNvSpPr>
            <a:spLocks noGrp="1"/>
          </p:cNvSpPr>
          <p:nvPr>
            <p:ph type="pic" sz="quarter" idx="15"/>
          </p:nvPr>
        </p:nvSpPr>
        <p:spPr>
          <a:xfrm>
            <a:off x="4238845" y="807195"/>
            <a:ext cx="3048000" cy="2286000"/>
          </a:xfr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0" marR="0" indent="2117" algn="ctr" defTabSz="1219170" rtl="0" eaLnBrk="1" latinLnBrk="0" hangingPunct="1">
              <a:spcBef>
                <a:spcPct val="20000"/>
              </a:spcBef>
              <a:buFontTx/>
              <a:buNone/>
              <a:defRPr kumimoji="0" lang="zh-CN" sz="2667" kern="1200">
                <a:solidFill>
                  <a:schemeClr val="tx1">
                    <a:lumMod val="65000"/>
                    <a:lumOff val="35000"/>
                  </a:schemeClr>
                </a:solidFill>
                <a:latin typeface="+mn-lt"/>
                <a:ea typeface="+mn-ea"/>
                <a:cs typeface="+mn-cs"/>
              </a:defRPr>
            </a:lvl1pPr>
            <a:extLst/>
          </a:lstStyle>
          <a:p>
            <a:pPr algn="ctr" eaLnBrk="1" latinLnBrk="0" hangingPunct="1"/>
            <a:r>
              <a:rPr lang="zh-CN" altLang="en-US"/>
              <a:t>单击图标添加图片</a:t>
            </a:r>
            <a:endParaRPr/>
          </a:p>
        </p:txBody>
      </p:sp>
      <p:sp>
        <p:nvSpPr>
          <p:cNvPr id="12" name="Rectangle 6"/>
          <p:cNvSpPr>
            <a:spLocks noGrp="1"/>
          </p:cNvSpPr>
          <p:nvPr>
            <p:ph type="pic" sz="quarter" idx="16"/>
          </p:nvPr>
        </p:nvSpPr>
        <p:spPr>
          <a:xfrm>
            <a:off x="7823200" y="807195"/>
            <a:ext cx="3048000" cy="2286000"/>
          </a:xfr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0" marR="0" indent="2117" algn="ctr" defTabSz="1219170" rtl="0" eaLnBrk="1" latinLnBrk="0" hangingPunct="1">
              <a:spcBef>
                <a:spcPct val="20000"/>
              </a:spcBef>
              <a:buFontTx/>
              <a:buNone/>
              <a:defRPr kumimoji="0" lang="zh-CN" sz="2667" kern="1200">
                <a:solidFill>
                  <a:schemeClr val="tx1">
                    <a:lumMod val="65000"/>
                    <a:lumOff val="35000"/>
                  </a:schemeClr>
                </a:solidFill>
                <a:latin typeface="+mn-lt"/>
                <a:ea typeface="+mn-ea"/>
                <a:cs typeface="+mn-cs"/>
              </a:defRPr>
            </a:lvl1pPr>
            <a:extLst/>
          </a:lstStyle>
          <a:p>
            <a:pPr algn="ctr" eaLnBrk="1" latinLnBrk="0" hangingPunct="1"/>
            <a:r>
              <a:rPr lang="zh-CN" altLang="en-US"/>
              <a:t>单击图标添加图片</a:t>
            </a:r>
            <a:endParaRPr/>
          </a:p>
        </p:txBody>
      </p:sp>
      <p:sp>
        <p:nvSpPr>
          <p:cNvPr id="18" name="Date Placeholder 3"/>
          <p:cNvSpPr>
            <a:spLocks noGrp="1"/>
          </p:cNvSpPr>
          <p:nvPr>
            <p:ph type="dt" sz="half" idx="10"/>
          </p:nvPr>
        </p:nvSpPr>
        <p:spPr>
          <a:xfrm>
            <a:off x="609600" y="6553200"/>
            <a:ext cx="2844800" cy="304800"/>
          </a:xfrm>
          <a:prstGeom prst="rect">
            <a:avLst/>
          </a:prstGeom>
        </p:spPr>
        <p:txBody>
          <a:bodyPr/>
          <a:lstStyle/>
          <a:p>
            <a:fld id="{A5F3790F-1BDC-45B7-A06B-907667BADF90}" type="datetimeFigureOut">
              <a:rPr lang="zh-CN" altLang="en-US" smtClean="0"/>
              <a:pPr/>
              <a:t>2024/12/11</a:t>
            </a:fld>
            <a:endParaRPr lang="zh-CN" altLang="en-US"/>
          </a:p>
        </p:txBody>
      </p:sp>
      <p:sp>
        <p:nvSpPr>
          <p:cNvPr id="19" name="Footer Placeholder 4"/>
          <p:cNvSpPr>
            <a:spLocks noGrp="1"/>
          </p:cNvSpPr>
          <p:nvPr>
            <p:ph type="ftr" sz="quarter" idx="17"/>
          </p:nvPr>
        </p:nvSpPr>
        <p:spPr>
          <a:xfrm>
            <a:off x="3962400" y="6553200"/>
            <a:ext cx="3860800" cy="304800"/>
          </a:xfrm>
          <a:prstGeom prst="rect">
            <a:avLst/>
          </a:prstGeom>
        </p:spPr>
        <p:txBody>
          <a:bodyPr/>
          <a:lstStyle/>
          <a:p>
            <a:endParaRPr lang="zh-CN" altLang="en-US"/>
          </a:p>
        </p:txBody>
      </p:sp>
      <p:sp>
        <p:nvSpPr>
          <p:cNvPr id="20" name="Slide Number Placeholder 5"/>
          <p:cNvSpPr>
            <a:spLocks noGrp="1"/>
          </p:cNvSpPr>
          <p:nvPr>
            <p:ph type="sldNum" sz="quarter" idx="12"/>
          </p:nvPr>
        </p:nvSpPr>
        <p:spPr>
          <a:xfrm>
            <a:off x="8331200" y="6553200"/>
            <a:ext cx="2743200" cy="304800"/>
          </a:xfrm>
        </p:spPr>
        <p:txBody>
          <a:bodyPr/>
          <a:lstStyle/>
          <a:p>
            <a:fld id="{DB6769B4-5047-4DE8-962E-21FF2E18E5B7}" type="slidenum">
              <a:rPr lang="zh-CN" altLang="en-US" smtClean="0"/>
              <a:pPr/>
              <a:t>‹#›</a:t>
            </a:fld>
            <a:endParaRPr lang="zh-CN" altLang="en-US"/>
          </a:p>
        </p:txBody>
      </p:sp>
      <p:sp>
        <p:nvSpPr>
          <p:cNvPr id="21" name="Rectangle 20"/>
          <p:cNvSpPr/>
          <p:nvPr/>
        </p:nvSpPr>
        <p:spPr>
          <a:xfrm>
            <a:off x="11366091" y="0"/>
            <a:ext cx="721032" cy="6858000"/>
          </a:xfrm>
          <a:prstGeom prst="rect">
            <a:avLst/>
          </a:prstGeom>
          <a:solidFill>
            <a:srgbClr val="91BE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0" lang="zh-CN" altLang="en-US" sz="2400">
              <a:solidFill>
                <a:srgbClr val="FC7500"/>
              </a:solidFill>
            </a:endParaRPr>
          </a:p>
        </p:txBody>
      </p:sp>
      <p:cxnSp>
        <p:nvCxnSpPr>
          <p:cNvPr id="22" name="Straight Connector 21"/>
          <p:cNvCxnSpPr/>
          <p:nvPr/>
        </p:nvCxnSpPr>
        <p:spPr>
          <a:xfrm rot="5400000">
            <a:off x="8734645" y="3429000"/>
            <a:ext cx="6858000" cy="0"/>
          </a:xfrm>
          <a:prstGeom prst="line">
            <a:avLst/>
          </a:prstGeom>
          <a:ln w="50800">
            <a:solidFill>
              <a:srgbClr val="91BED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719273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横向(带透明标题)">
    <p:spTree>
      <p:nvGrpSpPr>
        <p:cNvPr id="1" name=""/>
        <p:cNvGrpSpPr/>
        <p:nvPr/>
      </p:nvGrpSpPr>
      <p:grpSpPr>
        <a:xfrm>
          <a:off x="0" y="0"/>
          <a:ext cx="0" cy="0"/>
          <a:chOff x="0" y="0"/>
          <a:chExt cx="0" cy="0"/>
        </a:xfrm>
      </p:grpSpPr>
      <p:sp>
        <p:nvSpPr>
          <p:cNvPr id="6" name="Rectangle 9"/>
          <p:cNvSpPr>
            <a:spLocks noGrp="1" noChangeAspect="1"/>
          </p:cNvSpPr>
          <p:nvPr>
            <p:ph type="pic" sz="quarter" idx="14"/>
          </p:nvPr>
        </p:nvSpPr>
        <p:spPr>
          <a:xfrm>
            <a:off x="1524000" y="762000"/>
            <a:ext cx="8398933" cy="4724400"/>
          </a:xfr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0" marR="0" indent="2117" algn="ctr" defTabSz="1219170" rtl="0" eaLnBrk="1" latinLnBrk="0" hangingPunct="1">
              <a:spcBef>
                <a:spcPct val="20000"/>
              </a:spcBef>
              <a:buFontTx/>
              <a:buNone/>
              <a:defRPr kumimoji="0" lang="zh-CN" sz="3200" kern="1200">
                <a:solidFill>
                  <a:schemeClr val="tx1">
                    <a:lumMod val="65000"/>
                    <a:lumOff val="35000"/>
                  </a:schemeClr>
                </a:solidFill>
                <a:latin typeface="+mn-lt"/>
                <a:ea typeface="+mn-ea"/>
                <a:cs typeface="+mn-cs"/>
              </a:defRPr>
            </a:lvl1pPr>
            <a:extLst/>
          </a:lstStyle>
          <a:p>
            <a:pPr marL="0" marR="0" indent="1588" algn="ctr" eaLnBrk="1" latinLnBrk="0" hangingPunct="1"/>
            <a:r>
              <a:rPr lang="zh-CN" altLang="en-US"/>
              <a:t>单击图标添加图片</a:t>
            </a:r>
            <a:endParaRPr/>
          </a:p>
        </p:txBody>
      </p:sp>
      <p:sp>
        <p:nvSpPr>
          <p:cNvPr id="9" name="Date Placeholder 3"/>
          <p:cNvSpPr>
            <a:spLocks noGrp="1"/>
          </p:cNvSpPr>
          <p:nvPr>
            <p:ph type="dt" sz="half" idx="10"/>
          </p:nvPr>
        </p:nvSpPr>
        <p:spPr>
          <a:xfrm>
            <a:off x="609600" y="6553200"/>
            <a:ext cx="2844800" cy="304800"/>
          </a:xfrm>
          <a:prstGeom prst="rect">
            <a:avLst/>
          </a:prstGeom>
        </p:spPr>
        <p:txBody>
          <a:bodyPr/>
          <a:lstStyle/>
          <a:p>
            <a:fld id="{A5F3790F-1BDC-45B7-A06B-907667BADF90}" type="datetimeFigureOut">
              <a:rPr lang="zh-CN" altLang="en-US" smtClean="0"/>
              <a:pPr/>
              <a:t>2024/12/11</a:t>
            </a:fld>
            <a:endParaRPr lang="zh-CN" altLang="en-US"/>
          </a:p>
        </p:txBody>
      </p:sp>
      <p:sp>
        <p:nvSpPr>
          <p:cNvPr id="10" name="Footer Placeholder 4"/>
          <p:cNvSpPr>
            <a:spLocks noGrp="1"/>
          </p:cNvSpPr>
          <p:nvPr>
            <p:ph type="ftr" sz="quarter" idx="11"/>
          </p:nvPr>
        </p:nvSpPr>
        <p:spPr>
          <a:xfrm>
            <a:off x="3962400" y="6553200"/>
            <a:ext cx="3860800" cy="304800"/>
          </a:xfrm>
          <a:prstGeom prst="rect">
            <a:avLst/>
          </a:prstGeom>
        </p:spPr>
        <p:txBody>
          <a:bodyPr/>
          <a:lstStyle/>
          <a:p>
            <a:endParaRPr lang="zh-CN" altLang="en-US"/>
          </a:p>
        </p:txBody>
      </p:sp>
      <p:sp>
        <p:nvSpPr>
          <p:cNvPr id="11" name="Slide Number Placeholder 5"/>
          <p:cNvSpPr>
            <a:spLocks noGrp="1"/>
          </p:cNvSpPr>
          <p:nvPr>
            <p:ph type="sldNum" sz="quarter" idx="12"/>
          </p:nvPr>
        </p:nvSpPr>
        <p:spPr>
          <a:xfrm>
            <a:off x="8331200" y="6553200"/>
            <a:ext cx="2743200" cy="304800"/>
          </a:xfrm>
        </p:spPr>
        <p:txBody>
          <a:bodyPr/>
          <a:lstStyle/>
          <a:p>
            <a:fld id="{DB6769B4-5047-4DE8-962E-21FF2E18E5B7}" type="slidenum">
              <a:rPr lang="zh-CN" altLang="en-US" smtClean="0"/>
              <a:pPr/>
              <a:t>‹#›</a:t>
            </a:fld>
            <a:endParaRPr lang="zh-CN" altLang="en-US"/>
          </a:p>
        </p:txBody>
      </p:sp>
      <p:sp>
        <p:nvSpPr>
          <p:cNvPr id="12" name="Rectangle 11"/>
          <p:cNvSpPr/>
          <p:nvPr/>
        </p:nvSpPr>
        <p:spPr>
          <a:xfrm>
            <a:off x="1560221" y="5669280"/>
            <a:ext cx="8396579" cy="731520"/>
          </a:xfrm>
          <a:prstGeom prst="rect">
            <a:avLst/>
          </a:prstGeom>
          <a:noFill/>
          <a:ln w="38100">
            <a:solidFill>
              <a:schemeClr val="tx1">
                <a:lumMod val="95000"/>
                <a:lumOff val="5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0" lang="zh-CN" altLang="en-US" sz="2400"/>
          </a:p>
        </p:txBody>
      </p:sp>
      <p:sp>
        <p:nvSpPr>
          <p:cNvPr id="15" name="Text Placeholder 14"/>
          <p:cNvSpPr>
            <a:spLocks noGrp="1"/>
          </p:cNvSpPr>
          <p:nvPr>
            <p:ph type="body" sz="quarter" idx="16" hasCustomPrompt="1"/>
          </p:nvPr>
        </p:nvSpPr>
        <p:spPr>
          <a:xfrm>
            <a:off x="1625603" y="5715000"/>
            <a:ext cx="8255591" cy="632637"/>
          </a:xfrm>
          <a:solidFill>
            <a:schemeClr val="tx1">
              <a:alpha val="35000"/>
            </a:schemeClr>
          </a:solidFill>
        </p:spPr>
        <p:txBody>
          <a:bodyPr vert="horz" lIns="91440" tIns="45720" rIns="91440" bIns="45720" rtlCol="0">
            <a:normAutofit/>
          </a:bodyPr>
          <a:lstStyle>
            <a:lvl1pPr marL="457189" indent="-457189" algn="ctr" defTabSz="1219170" rtl="0" eaLnBrk="1" latinLnBrk="0" hangingPunct="1">
              <a:spcBef>
                <a:spcPct val="20000"/>
              </a:spcBef>
              <a:buFont typeface="Arial" pitchFamily="34" charset="0"/>
              <a:buNone/>
              <a:defRPr kumimoji="0" lang="zh-CN" sz="4000" b="1" kern="1200">
                <a:solidFill>
                  <a:schemeClr val="tx1">
                    <a:lumMod val="85000"/>
                    <a:lumOff val="15000"/>
                  </a:schemeClr>
                </a:solidFill>
                <a:latin typeface="Arial" pitchFamily="34" charset="0"/>
                <a:ea typeface="+mn-ea"/>
                <a:cs typeface="Arial" pitchFamily="34" charset="0"/>
              </a:defRPr>
            </a:lvl1pPr>
          </a:lstStyle>
          <a:p>
            <a:pPr lvl="0"/>
            <a:r>
              <a:rPr kumimoji="0" lang="zh-CN"/>
              <a:t>单击此处添加标题</a:t>
            </a:r>
          </a:p>
        </p:txBody>
      </p:sp>
    </p:spTree>
    <p:extLst>
      <p:ext uri="{BB962C8B-B14F-4D97-AF65-F5344CB8AC3E}">
        <p14:creationId xmlns:p14="http://schemas.microsoft.com/office/powerpoint/2010/main" val="110330803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横栏(带标题)">
    <p:spTree>
      <p:nvGrpSpPr>
        <p:cNvPr id="1" name=""/>
        <p:cNvGrpSpPr/>
        <p:nvPr/>
      </p:nvGrpSpPr>
      <p:grpSpPr>
        <a:xfrm>
          <a:off x="0" y="0"/>
          <a:ext cx="0" cy="0"/>
          <a:chOff x="0" y="0"/>
          <a:chExt cx="0" cy="0"/>
        </a:xfrm>
      </p:grpSpPr>
      <p:pic>
        <p:nvPicPr>
          <p:cNvPr id="10" name="Picture 9"/>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 y="0"/>
            <a:ext cx="5072063" cy="6858000"/>
          </a:xfrm>
          <a:prstGeom prst="rect">
            <a:avLst/>
          </a:prstGeom>
        </p:spPr>
      </p:pic>
      <p:sp>
        <p:nvSpPr>
          <p:cNvPr id="5" name="Date Placeholder 3"/>
          <p:cNvSpPr>
            <a:spLocks noGrp="1"/>
          </p:cNvSpPr>
          <p:nvPr>
            <p:ph type="dt" sz="half" idx="10"/>
          </p:nvPr>
        </p:nvSpPr>
        <p:spPr>
          <a:xfrm>
            <a:off x="609600" y="6553200"/>
            <a:ext cx="2844800" cy="304800"/>
          </a:xfrm>
          <a:prstGeom prst="rect">
            <a:avLst/>
          </a:prstGeom>
        </p:spPr>
        <p:txBody>
          <a:bodyPr/>
          <a:lstStyle/>
          <a:p>
            <a:fld id="{A5F3790F-1BDC-45B7-A06B-907667BADF90}" type="datetimeFigureOut">
              <a:rPr lang="zh-CN" altLang="en-US" smtClean="0"/>
              <a:pPr/>
              <a:t>2024/12/11</a:t>
            </a:fld>
            <a:endParaRPr lang="zh-CN" altLang="en-US"/>
          </a:p>
        </p:txBody>
      </p:sp>
      <p:sp>
        <p:nvSpPr>
          <p:cNvPr id="6" name="Footer Placeholder 4"/>
          <p:cNvSpPr>
            <a:spLocks noGrp="1"/>
          </p:cNvSpPr>
          <p:nvPr>
            <p:ph type="ftr" sz="quarter" idx="11"/>
          </p:nvPr>
        </p:nvSpPr>
        <p:spPr>
          <a:xfrm>
            <a:off x="3962400" y="6553200"/>
            <a:ext cx="3860800" cy="304800"/>
          </a:xfrm>
          <a:prstGeom prst="rect">
            <a:avLst/>
          </a:prstGeom>
        </p:spPr>
        <p:txBody>
          <a:bodyPr/>
          <a:lstStyle/>
          <a:p>
            <a:endParaRPr lang="zh-CN" altLang="en-US"/>
          </a:p>
        </p:txBody>
      </p:sp>
      <p:sp>
        <p:nvSpPr>
          <p:cNvPr id="9" name="Slide Number Placeholder 5"/>
          <p:cNvSpPr>
            <a:spLocks noGrp="1"/>
          </p:cNvSpPr>
          <p:nvPr>
            <p:ph type="sldNum" sz="quarter" idx="12"/>
          </p:nvPr>
        </p:nvSpPr>
        <p:spPr>
          <a:xfrm>
            <a:off x="8331200" y="6553200"/>
            <a:ext cx="2743200" cy="304800"/>
          </a:xfrm>
        </p:spPr>
        <p:txBody>
          <a:bodyPr/>
          <a:lstStyle/>
          <a:p>
            <a:fld id="{DB6769B4-5047-4DE8-962E-21FF2E18E5B7}" type="slidenum">
              <a:rPr lang="zh-CN" altLang="en-US" smtClean="0"/>
              <a:pPr/>
              <a:t>‹#›</a:t>
            </a:fld>
            <a:endParaRPr lang="zh-CN" altLang="en-US"/>
          </a:p>
        </p:txBody>
      </p:sp>
      <p:sp>
        <p:nvSpPr>
          <p:cNvPr id="12" name="Rectangle 9"/>
          <p:cNvSpPr>
            <a:spLocks noGrp="1" noChangeAspect="1"/>
          </p:cNvSpPr>
          <p:nvPr>
            <p:ph type="pic" sz="quarter" idx="14"/>
          </p:nvPr>
        </p:nvSpPr>
        <p:spPr>
          <a:xfrm>
            <a:off x="1659467" y="304800"/>
            <a:ext cx="8398933" cy="4724400"/>
          </a:xfrm>
          <a:solidFill>
            <a:schemeClr val="bg1">
              <a:lumMod val="95000"/>
            </a:schemeClr>
          </a:solidFill>
          <a:ln w="38100" cap="sq" cmpd="sng" algn="ctr">
            <a:noFill/>
            <a:prstDash val="solid"/>
            <a:miter lim="800000"/>
          </a:ln>
          <a:effectLst/>
        </p:spPr>
        <p:style>
          <a:lnRef idx="3">
            <a:schemeClr val="lt1"/>
          </a:lnRef>
          <a:fillRef idx="1">
            <a:schemeClr val="accent1"/>
          </a:fillRef>
          <a:effectRef idx="1">
            <a:schemeClr val="accent1"/>
          </a:effectRef>
          <a:fontRef idx="minor">
            <a:schemeClr val="lt1"/>
          </a:fontRef>
        </p:style>
        <p:txBody>
          <a:bodyPr anchor="t"/>
          <a:lstStyle>
            <a:lvl1pPr marL="0" marR="0" indent="2117" algn="ctr" rtl="0" eaLnBrk="1" latinLnBrk="0" hangingPunct="1">
              <a:spcBef>
                <a:spcPct val="20000"/>
              </a:spcBef>
              <a:buFontTx/>
              <a:buNone/>
              <a:defRPr kumimoji="0" lang="zh-CN" sz="3733">
                <a:solidFill>
                  <a:schemeClr val="tx1">
                    <a:lumMod val="50000"/>
                    <a:lumOff val="50000"/>
                  </a:schemeClr>
                </a:solidFill>
                <a:latin typeface="+mn-lt"/>
                <a:ea typeface="+mn-ea"/>
                <a:cs typeface="+mn-cs"/>
              </a:defRPr>
            </a:lvl1pPr>
            <a:extLst/>
          </a:lstStyle>
          <a:p>
            <a:pPr marL="0" marR="0" indent="1588" algn="ctr" eaLnBrk="1" latinLnBrk="0" hangingPunct="1"/>
            <a:r>
              <a:rPr lang="zh-CN" altLang="en-US"/>
              <a:t>单击图标添加图片</a:t>
            </a:r>
            <a:endParaRPr/>
          </a:p>
        </p:txBody>
      </p:sp>
      <p:sp>
        <p:nvSpPr>
          <p:cNvPr id="14" name="Text Placeholder 13"/>
          <p:cNvSpPr>
            <a:spLocks noGrp="1"/>
          </p:cNvSpPr>
          <p:nvPr>
            <p:ph type="body" sz="quarter" idx="15" hasCustomPrompt="1"/>
          </p:nvPr>
        </p:nvSpPr>
        <p:spPr>
          <a:xfrm>
            <a:off x="609600" y="5181600"/>
            <a:ext cx="10464800" cy="457200"/>
          </a:xfrm>
        </p:spPr>
        <p:txBody>
          <a:bodyPr>
            <a:normAutofit/>
          </a:bodyPr>
          <a:lstStyle>
            <a:lvl1pPr eaLnBrk="1" latinLnBrk="0" hangingPunct="1">
              <a:buNone/>
              <a:defRPr kumimoji="0" lang="zh-CN" sz="3200" b="1" baseline="0">
                <a:solidFill>
                  <a:srgbClr val="FC7500"/>
                </a:solidFill>
              </a:defRPr>
            </a:lvl1pPr>
          </a:lstStyle>
          <a:p>
            <a:pPr lvl="0"/>
            <a:r>
              <a:rPr kumimoji="0" lang="zh-CN"/>
              <a:t>单击此处添加标题</a:t>
            </a:r>
          </a:p>
        </p:txBody>
      </p:sp>
      <p:sp>
        <p:nvSpPr>
          <p:cNvPr id="16" name="Text Placeholder 15"/>
          <p:cNvSpPr>
            <a:spLocks noGrp="1"/>
          </p:cNvSpPr>
          <p:nvPr>
            <p:ph type="body" sz="quarter" idx="16" hasCustomPrompt="1"/>
          </p:nvPr>
        </p:nvSpPr>
        <p:spPr>
          <a:xfrm>
            <a:off x="609600" y="5715000"/>
            <a:ext cx="10464800" cy="685800"/>
          </a:xfrm>
        </p:spPr>
        <p:txBody>
          <a:bodyPr>
            <a:noAutofit/>
          </a:bodyPr>
          <a:lstStyle>
            <a:lvl1pPr eaLnBrk="1" latinLnBrk="0" hangingPunct="1">
              <a:buNone/>
              <a:defRPr kumimoji="0" lang="zh-CN" sz="2400" baseline="0">
                <a:solidFill>
                  <a:schemeClr val="tx1">
                    <a:lumMod val="75000"/>
                    <a:lumOff val="25000"/>
                  </a:schemeClr>
                </a:solidFill>
              </a:defRPr>
            </a:lvl1pPr>
          </a:lstStyle>
          <a:p>
            <a:pPr lvl="0"/>
            <a:r>
              <a:rPr kumimoji="0" lang="zh-CN"/>
              <a:t>单击此处添加文本</a:t>
            </a:r>
          </a:p>
        </p:txBody>
      </p:sp>
    </p:spTree>
    <p:extLst>
      <p:ext uri="{BB962C8B-B14F-4D97-AF65-F5344CB8AC3E}">
        <p14:creationId xmlns:p14="http://schemas.microsoft.com/office/powerpoint/2010/main" val="1588786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up)">
                                      <p:cBhvr>
                                        <p:cTn id="7"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横向">
    <p:spTree>
      <p:nvGrpSpPr>
        <p:cNvPr id="1" name=""/>
        <p:cNvGrpSpPr/>
        <p:nvPr/>
      </p:nvGrpSpPr>
      <p:grpSpPr>
        <a:xfrm>
          <a:off x="0" y="0"/>
          <a:ext cx="0" cy="0"/>
          <a:chOff x="0" y="0"/>
          <a:chExt cx="0" cy="0"/>
        </a:xfrm>
      </p:grpSpPr>
      <p:sp>
        <p:nvSpPr>
          <p:cNvPr id="7" name="Rectangle 6"/>
          <p:cNvSpPr/>
          <p:nvPr/>
        </p:nvSpPr>
        <p:spPr>
          <a:xfrm>
            <a:off x="636105" y="228600"/>
            <a:ext cx="10919792" cy="6172200"/>
          </a:xfrm>
          <a:prstGeom prst="rect">
            <a:avLst/>
          </a:prstGeom>
          <a:noFill/>
          <a:ln w="117475" cmpd="thinThick">
            <a:solidFill>
              <a:srgbClr val="FC7500"/>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0" lang="zh-CN" altLang="en-US" sz="2400"/>
          </a:p>
        </p:txBody>
      </p:sp>
      <p:sp>
        <p:nvSpPr>
          <p:cNvPr id="6" name="Rectangle 9"/>
          <p:cNvSpPr>
            <a:spLocks noGrp="1" noChangeAspect="1"/>
          </p:cNvSpPr>
          <p:nvPr>
            <p:ph type="pic" sz="quarter" idx="13"/>
          </p:nvPr>
        </p:nvSpPr>
        <p:spPr>
          <a:xfrm>
            <a:off x="735997" y="299696"/>
            <a:ext cx="10720017" cy="6030011"/>
          </a:xfrm>
          <a:solidFill>
            <a:schemeClr val="bg1"/>
          </a:solidFill>
          <a:ln w="57150">
            <a:noFill/>
          </a:ln>
          <a:effectLst/>
        </p:spPr>
        <p:txBody>
          <a:bodyPr vert="horz" lIns="91440" tIns="45720" rIns="91440" bIns="45720" rtlCol="0">
            <a:normAutofit/>
          </a:bodyPr>
          <a:lstStyle>
            <a:lvl1pPr marL="0" marR="0" indent="2117" algn="ctr" defTabSz="1219170" rtl="0" eaLnBrk="1" latinLnBrk="0" hangingPunct="1">
              <a:spcBef>
                <a:spcPct val="20000"/>
              </a:spcBef>
              <a:buClr>
                <a:srgbClr val="438086"/>
              </a:buClr>
              <a:buSzPct val="60000"/>
              <a:buFontTx/>
              <a:buNone/>
              <a:defRPr kumimoji="0" lang="zh-CN" sz="3200" kern="1200">
                <a:solidFill>
                  <a:srgbClr val="FC7500"/>
                </a:solidFill>
                <a:latin typeface="+mn-lt"/>
                <a:ea typeface="+mn-ea"/>
                <a:cs typeface="+mn-cs"/>
              </a:defRPr>
            </a:lvl1pPr>
            <a:extLst/>
          </a:lstStyle>
          <a:p>
            <a:pPr marL="0" marR="0" indent="1588" algn="ctr" eaLnBrk="1" latinLnBrk="0" hangingPunct="1"/>
            <a:r>
              <a:rPr lang="zh-CN" altLang="en-US"/>
              <a:t>单击图标添加图片</a:t>
            </a:r>
            <a:endParaRPr/>
          </a:p>
        </p:txBody>
      </p:sp>
      <p:sp>
        <p:nvSpPr>
          <p:cNvPr id="8" name="Date Placeholder 3"/>
          <p:cNvSpPr>
            <a:spLocks noGrp="1"/>
          </p:cNvSpPr>
          <p:nvPr>
            <p:ph type="dt" sz="half" idx="10"/>
          </p:nvPr>
        </p:nvSpPr>
        <p:spPr>
          <a:xfrm>
            <a:off x="609600" y="6553200"/>
            <a:ext cx="2844800" cy="304800"/>
          </a:xfrm>
          <a:prstGeom prst="rect">
            <a:avLst/>
          </a:prstGeom>
        </p:spPr>
        <p:txBody>
          <a:bodyPr/>
          <a:lstStyle/>
          <a:p>
            <a:fld id="{A5F3790F-1BDC-45B7-A06B-907667BADF90}" type="datetimeFigureOut">
              <a:rPr lang="zh-CN" altLang="en-US" smtClean="0"/>
              <a:pPr/>
              <a:t>2024/12/11</a:t>
            </a:fld>
            <a:endParaRPr lang="zh-CN" altLang="en-US"/>
          </a:p>
        </p:txBody>
      </p:sp>
      <p:sp>
        <p:nvSpPr>
          <p:cNvPr id="9" name="Footer Placeholder 4"/>
          <p:cNvSpPr>
            <a:spLocks noGrp="1"/>
          </p:cNvSpPr>
          <p:nvPr>
            <p:ph type="ftr" sz="quarter" idx="11"/>
          </p:nvPr>
        </p:nvSpPr>
        <p:spPr>
          <a:xfrm>
            <a:off x="4165600" y="6553200"/>
            <a:ext cx="3860800" cy="304800"/>
          </a:xfrm>
          <a:prstGeom prst="rect">
            <a:avLst/>
          </a:prstGeom>
        </p:spPr>
        <p:txBody>
          <a:bodyPr/>
          <a:lstStyle/>
          <a:p>
            <a:endParaRPr lang="zh-CN" altLang="en-US"/>
          </a:p>
        </p:txBody>
      </p:sp>
      <p:sp>
        <p:nvSpPr>
          <p:cNvPr id="10" name="Slide Number Placeholder 5"/>
          <p:cNvSpPr>
            <a:spLocks noGrp="1"/>
          </p:cNvSpPr>
          <p:nvPr>
            <p:ph type="sldNum" sz="quarter" idx="12"/>
          </p:nvPr>
        </p:nvSpPr>
        <p:spPr>
          <a:xfrm>
            <a:off x="8737600" y="6553200"/>
            <a:ext cx="2844800" cy="304800"/>
          </a:xfrm>
        </p:spPr>
        <p:txBody>
          <a:bodyPr/>
          <a:lstStyle/>
          <a:p>
            <a:fld id="{DB6769B4-5047-4DE8-962E-21FF2E18E5B7}" type="slidenum">
              <a:rPr lang="zh-CN" altLang="en-US" smtClean="0"/>
              <a:pPr/>
              <a:t>‹#›</a:t>
            </a:fld>
            <a:endParaRPr lang="zh-CN" altLang="en-US"/>
          </a:p>
        </p:txBody>
      </p:sp>
    </p:spTree>
    <p:extLst>
      <p:ext uri="{BB962C8B-B14F-4D97-AF65-F5344CB8AC3E}">
        <p14:creationId xmlns:p14="http://schemas.microsoft.com/office/powerpoint/2010/main" val="291114615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2 纵栏(带标题)">
    <p:spTree>
      <p:nvGrpSpPr>
        <p:cNvPr id="1" name=""/>
        <p:cNvGrpSpPr/>
        <p:nvPr/>
      </p:nvGrpSpPr>
      <p:grpSpPr>
        <a:xfrm>
          <a:off x="0" y="0"/>
          <a:ext cx="0" cy="0"/>
          <a:chOff x="0" y="0"/>
          <a:chExt cx="0" cy="0"/>
        </a:xfrm>
      </p:grpSpPr>
      <p:sp>
        <p:nvSpPr>
          <p:cNvPr id="6" name="Rectangle 8"/>
          <p:cNvSpPr>
            <a:spLocks noGrp="1" noChangeAspect="1"/>
          </p:cNvSpPr>
          <p:nvPr>
            <p:ph type="pic" sz="quarter" idx="13"/>
          </p:nvPr>
        </p:nvSpPr>
        <p:spPr>
          <a:xfrm>
            <a:off x="6016668" y="381000"/>
            <a:ext cx="4575137" cy="4575141"/>
          </a:xfr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0" marR="0" indent="2117" algn="ctr" defTabSz="1219170" rtl="0" eaLnBrk="1" latinLnBrk="0" hangingPunct="1">
              <a:spcBef>
                <a:spcPct val="20000"/>
              </a:spcBef>
              <a:buFontTx/>
              <a:buNone/>
              <a:defRPr kumimoji="0" lang="zh-CN" sz="3200" kern="1200">
                <a:solidFill>
                  <a:schemeClr val="tx1">
                    <a:lumMod val="65000"/>
                    <a:lumOff val="35000"/>
                  </a:schemeClr>
                </a:solidFill>
                <a:latin typeface="+mn-lt"/>
                <a:ea typeface="+mn-ea"/>
                <a:cs typeface="+mn-cs"/>
              </a:defRPr>
            </a:lvl1pPr>
            <a:extLst/>
          </a:lstStyle>
          <a:p>
            <a:pPr marL="0" marR="0" indent="1588" algn="ctr" eaLnBrk="1" latinLnBrk="0" hangingPunct="1"/>
            <a:r>
              <a:rPr lang="zh-CN" altLang="en-US"/>
              <a:t>单击图标添加图片</a:t>
            </a:r>
            <a:endParaRPr/>
          </a:p>
        </p:txBody>
      </p:sp>
      <p:sp>
        <p:nvSpPr>
          <p:cNvPr id="7" name="Rectangle 8"/>
          <p:cNvSpPr>
            <a:spLocks noGrp="1" noChangeAspect="1"/>
          </p:cNvSpPr>
          <p:nvPr>
            <p:ph type="pic" sz="quarter" idx="14"/>
          </p:nvPr>
        </p:nvSpPr>
        <p:spPr>
          <a:xfrm>
            <a:off x="1143000" y="381000"/>
            <a:ext cx="4572000" cy="4572000"/>
          </a:xfr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0" marR="0" indent="2117" algn="ctr" defTabSz="1219170" rtl="0" eaLnBrk="1" latinLnBrk="0" hangingPunct="1">
              <a:spcBef>
                <a:spcPct val="20000"/>
              </a:spcBef>
              <a:buFontTx/>
              <a:buNone/>
              <a:defRPr kumimoji="0" lang="zh-CN" sz="3200" kern="1200">
                <a:solidFill>
                  <a:schemeClr val="tx1">
                    <a:lumMod val="65000"/>
                    <a:lumOff val="35000"/>
                  </a:schemeClr>
                </a:solidFill>
                <a:latin typeface="+mn-lt"/>
                <a:ea typeface="+mn-ea"/>
                <a:cs typeface="+mn-cs"/>
              </a:defRPr>
            </a:lvl1pPr>
            <a:extLst/>
          </a:lstStyle>
          <a:p>
            <a:pPr marL="0" marR="0" indent="1588" algn="ctr" eaLnBrk="1" latinLnBrk="0" hangingPunct="1"/>
            <a:r>
              <a:rPr lang="zh-CN" altLang="en-US"/>
              <a:t>单击图标添加图片</a:t>
            </a:r>
            <a:endParaRPr/>
          </a:p>
        </p:txBody>
      </p:sp>
      <p:sp>
        <p:nvSpPr>
          <p:cNvPr id="8" name="Rectangle 7"/>
          <p:cNvSpPr>
            <a:spLocks noGrp="1"/>
          </p:cNvSpPr>
          <p:nvPr>
            <p:ph type="body" sz="quarter" idx="15" hasCustomPrompt="1"/>
          </p:nvPr>
        </p:nvSpPr>
        <p:spPr>
          <a:xfrm>
            <a:off x="1117600" y="5181600"/>
            <a:ext cx="4635501" cy="1066800"/>
          </a:xfrm>
        </p:spPr>
        <p:txBody>
          <a:bodyPr lIns="91440" rIns="9144" anchor="t" anchorCtr="0">
            <a:noAutofit/>
          </a:bodyPr>
          <a:lstStyle>
            <a:lvl1pPr marL="0" marR="0" indent="0" algn="ctr" rtl="0" eaLnBrk="1" latinLnBrk="0" hangingPunct="1">
              <a:spcBef>
                <a:spcPct val="20000"/>
              </a:spcBef>
              <a:buFontTx/>
              <a:buNone/>
              <a:defRPr kumimoji="0" lang="zh-CN" sz="2400" baseline="0">
                <a:solidFill>
                  <a:schemeClr val="tx1">
                    <a:lumMod val="75000"/>
                    <a:lumOff val="25000"/>
                  </a:schemeClr>
                </a:solidFill>
                <a:latin typeface="+mn-lt"/>
                <a:ea typeface="+mn-ea"/>
                <a:cs typeface="+mn-cs"/>
              </a:defRPr>
            </a:lvl1pPr>
            <a:extLst/>
          </a:lstStyle>
          <a:p>
            <a:pPr lvl="0"/>
            <a:r>
              <a:rPr kumimoji="0" lang="zh-CN"/>
              <a:t>单击此处添加标题</a:t>
            </a:r>
          </a:p>
        </p:txBody>
      </p:sp>
      <p:sp>
        <p:nvSpPr>
          <p:cNvPr id="9" name="Rectangle 7"/>
          <p:cNvSpPr>
            <a:spLocks noGrp="1"/>
          </p:cNvSpPr>
          <p:nvPr>
            <p:ph type="body" sz="quarter" idx="16" hasCustomPrompt="1"/>
          </p:nvPr>
        </p:nvSpPr>
        <p:spPr>
          <a:xfrm>
            <a:off x="6007102" y="5181600"/>
            <a:ext cx="4635500" cy="1066800"/>
          </a:xfrm>
        </p:spPr>
        <p:txBody>
          <a:bodyPr lIns="91440" rIns="9144" anchor="t" anchorCtr="0">
            <a:noAutofit/>
          </a:bodyPr>
          <a:lstStyle>
            <a:lvl1pPr marL="0" marR="0" indent="0" algn="ctr" rtl="0" eaLnBrk="1" latinLnBrk="0" hangingPunct="1">
              <a:spcBef>
                <a:spcPct val="20000"/>
              </a:spcBef>
              <a:buFontTx/>
              <a:buNone/>
              <a:defRPr kumimoji="0" lang="zh-CN" sz="2400" baseline="0">
                <a:solidFill>
                  <a:schemeClr val="tx1">
                    <a:lumMod val="75000"/>
                    <a:lumOff val="25000"/>
                  </a:schemeClr>
                </a:solidFill>
                <a:latin typeface="+mn-lt"/>
                <a:ea typeface="+mn-ea"/>
                <a:cs typeface="+mn-cs"/>
              </a:defRPr>
            </a:lvl1pPr>
            <a:extLst/>
          </a:lstStyle>
          <a:p>
            <a:pPr lvl="0"/>
            <a:r>
              <a:rPr kumimoji="0" lang="zh-CN"/>
              <a:t>单击此处添加标题</a:t>
            </a:r>
          </a:p>
        </p:txBody>
      </p:sp>
      <p:sp>
        <p:nvSpPr>
          <p:cNvPr id="12" name="Date Placeholder 3"/>
          <p:cNvSpPr>
            <a:spLocks noGrp="1"/>
          </p:cNvSpPr>
          <p:nvPr>
            <p:ph type="dt" sz="half" idx="10"/>
          </p:nvPr>
        </p:nvSpPr>
        <p:spPr>
          <a:xfrm>
            <a:off x="609600" y="6553200"/>
            <a:ext cx="2844800" cy="304800"/>
          </a:xfrm>
          <a:prstGeom prst="rect">
            <a:avLst/>
          </a:prstGeom>
        </p:spPr>
        <p:txBody>
          <a:bodyPr/>
          <a:lstStyle/>
          <a:p>
            <a:fld id="{A5F3790F-1BDC-45B7-A06B-907667BADF90}" type="datetimeFigureOut">
              <a:rPr lang="zh-CN" altLang="en-US" smtClean="0"/>
              <a:pPr/>
              <a:t>2024/12/11</a:t>
            </a:fld>
            <a:endParaRPr lang="zh-CN" altLang="en-US"/>
          </a:p>
        </p:txBody>
      </p:sp>
      <p:sp>
        <p:nvSpPr>
          <p:cNvPr id="13" name="Footer Placeholder 4"/>
          <p:cNvSpPr>
            <a:spLocks noGrp="1"/>
          </p:cNvSpPr>
          <p:nvPr>
            <p:ph type="ftr" sz="quarter" idx="11"/>
          </p:nvPr>
        </p:nvSpPr>
        <p:spPr>
          <a:xfrm>
            <a:off x="3962400" y="6553200"/>
            <a:ext cx="3860800" cy="304800"/>
          </a:xfrm>
          <a:prstGeom prst="rect">
            <a:avLst/>
          </a:prstGeom>
        </p:spPr>
        <p:txBody>
          <a:bodyPr/>
          <a:lstStyle/>
          <a:p>
            <a:endParaRPr lang="zh-CN" altLang="en-US"/>
          </a:p>
        </p:txBody>
      </p:sp>
      <p:sp>
        <p:nvSpPr>
          <p:cNvPr id="14" name="Slide Number Placeholder 5"/>
          <p:cNvSpPr>
            <a:spLocks noGrp="1"/>
          </p:cNvSpPr>
          <p:nvPr>
            <p:ph type="sldNum" sz="quarter" idx="12"/>
          </p:nvPr>
        </p:nvSpPr>
        <p:spPr>
          <a:xfrm>
            <a:off x="8331200" y="6553200"/>
            <a:ext cx="2743200" cy="304800"/>
          </a:xfrm>
        </p:spPr>
        <p:txBody>
          <a:bodyPr/>
          <a:lstStyle/>
          <a:p>
            <a:fld id="{DB6769B4-5047-4DE8-962E-21FF2E18E5B7}" type="slidenum">
              <a:rPr lang="zh-CN" altLang="en-US" smtClean="0"/>
              <a:pPr/>
              <a:t>‹#›</a:t>
            </a:fld>
            <a:endParaRPr lang="zh-CN" altLang="en-US"/>
          </a:p>
        </p:txBody>
      </p:sp>
    </p:spTree>
    <p:extLst>
      <p:ext uri="{BB962C8B-B14F-4D97-AF65-F5344CB8AC3E}">
        <p14:creationId xmlns:p14="http://schemas.microsoft.com/office/powerpoint/2010/main" val="327304906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2 横栏(带标题)">
    <p:spTree>
      <p:nvGrpSpPr>
        <p:cNvPr id="1" name=""/>
        <p:cNvGrpSpPr/>
        <p:nvPr/>
      </p:nvGrpSpPr>
      <p:grpSpPr>
        <a:xfrm>
          <a:off x="0" y="0"/>
          <a:ext cx="0" cy="0"/>
          <a:chOff x="0" y="0"/>
          <a:chExt cx="0" cy="0"/>
        </a:xfrm>
      </p:grpSpPr>
      <p:sp>
        <p:nvSpPr>
          <p:cNvPr id="6" name="Rectangle 7"/>
          <p:cNvSpPr>
            <a:spLocks noGrp="1" noChangeAspect="1"/>
          </p:cNvSpPr>
          <p:nvPr>
            <p:ph type="pic" sz="quarter" idx="13"/>
          </p:nvPr>
        </p:nvSpPr>
        <p:spPr>
          <a:xfrm>
            <a:off x="6400800" y="914400"/>
            <a:ext cx="5283200" cy="2971800"/>
          </a:xfrm>
          <a:prstGeom prst="rect">
            <a:avLst/>
          </a:prstGeo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0" marR="0" indent="0" algn="ctr" defTabSz="1219170" rtl="0" eaLnBrk="1" latinLnBrk="0" hangingPunct="1">
              <a:spcBef>
                <a:spcPct val="20000"/>
              </a:spcBef>
              <a:buFontTx/>
              <a:buNone/>
              <a:defRPr kumimoji="0" lang="zh-CN" sz="3200" kern="1200">
                <a:solidFill>
                  <a:schemeClr val="tx1">
                    <a:lumMod val="65000"/>
                    <a:lumOff val="35000"/>
                  </a:schemeClr>
                </a:solidFill>
                <a:latin typeface="+mn-lt"/>
                <a:ea typeface="+mn-ea"/>
                <a:cs typeface="+mn-cs"/>
              </a:defRPr>
            </a:lvl1pPr>
            <a:extLst/>
          </a:lstStyle>
          <a:p>
            <a:pPr marL="0" marR="0" indent="0" algn="ctr" eaLnBrk="1" latinLnBrk="0" hangingPunct="1"/>
            <a:r>
              <a:rPr lang="zh-CN" altLang="en-US"/>
              <a:t>单击图标添加图片</a:t>
            </a:r>
            <a:endParaRPr/>
          </a:p>
        </p:txBody>
      </p:sp>
      <p:sp>
        <p:nvSpPr>
          <p:cNvPr id="7" name="Rectangle 7"/>
          <p:cNvSpPr>
            <a:spLocks noGrp="1" noChangeAspect="1"/>
          </p:cNvSpPr>
          <p:nvPr>
            <p:ph type="pic" sz="quarter" idx="14"/>
          </p:nvPr>
        </p:nvSpPr>
        <p:spPr>
          <a:xfrm>
            <a:off x="609600" y="914400"/>
            <a:ext cx="5283200" cy="2971800"/>
          </a:xfrm>
          <a:prstGeom prst="rect">
            <a:avLst/>
          </a:prstGeo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0" marR="0" indent="0" algn="ctr" defTabSz="1219170" rtl="0" eaLnBrk="1" latinLnBrk="0" hangingPunct="1">
              <a:spcBef>
                <a:spcPct val="20000"/>
              </a:spcBef>
              <a:buFontTx/>
              <a:buNone/>
              <a:defRPr kumimoji="0" lang="zh-CN" sz="3200" kern="1200">
                <a:solidFill>
                  <a:schemeClr val="tx1">
                    <a:lumMod val="65000"/>
                    <a:lumOff val="35000"/>
                  </a:schemeClr>
                </a:solidFill>
                <a:latin typeface="+mn-lt"/>
                <a:ea typeface="+mn-ea"/>
                <a:cs typeface="+mn-cs"/>
              </a:defRPr>
            </a:lvl1pPr>
            <a:extLst/>
          </a:lstStyle>
          <a:p>
            <a:pPr marL="0" marR="0" indent="0" algn="ctr" eaLnBrk="1" latinLnBrk="0" hangingPunct="1"/>
            <a:r>
              <a:rPr lang="zh-CN" altLang="en-US"/>
              <a:t>单击图标添加图片</a:t>
            </a:r>
            <a:endParaRPr/>
          </a:p>
        </p:txBody>
      </p:sp>
      <p:sp>
        <p:nvSpPr>
          <p:cNvPr id="8" name="Rectangle 7"/>
          <p:cNvSpPr>
            <a:spLocks noGrp="1"/>
          </p:cNvSpPr>
          <p:nvPr>
            <p:ph type="body" sz="quarter" idx="16" hasCustomPrompt="1"/>
          </p:nvPr>
        </p:nvSpPr>
        <p:spPr>
          <a:xfrm>
            <a:off x="609600" y="4114803"/>
            <a:ext cx="5283200" cy="1214887"/>
          </a:xfrm>
        </p:spPr>
        <p:txBody>
          <a:bodyPr vert="horz" lIns="91440" tIns="45720" rIns="9144" bIns="45720" rtlCol="0" anchor="t" anchorCtr="0">
            <a:noAutofit/>
          </a:bodyPr>
          <a:lstStyle>
            <a:lvl1pPr marL="0" marR="0" indent="0" algn="ctr" rtl="0" eaLnBrk="1" latinLnBrk="0" hangingPunct="1">
              <a:spcBef>
                <a:spcPct val="20000"/>
              </a:spcBef>
              <a:buFontTx/>
              <a:buNone/>
              <a:defRPr kumimoji="0" lang="zh-CN" sz="2400" kern="1200" baseline="0">
                <a:solidFill>
                  <a:schemeClr val="tx1">
                    <a:lumMod val="75000"/>
                    <a:lumOff val="25000"/>
                  </a:schemeClr>
                </a:solidFill>
                <a:latin typeface="+mn-lt"/>
                <a:ea typeface="+mn-ea"/>
                <a:cs typeface="+mn-cs"/>
              </a:defRPr>
            </a:lvl1pPr>
            <a:extLst/>
          </a:lstStyle>
          <a:p>
            <a:pPr marL="0" marR="0" lvl="0" indent="0" algn="l" defTabSz="1219170" eaLnBrk="1" latinLnBrk="0" hangingPunct="1">
              <a:spcBef>
                <a:spcPct val="20000"/>
              </a:spcBef>
              <a:buFontTx/>
              <a:buNone/>
            </a:pPr>
            <a:r>
              <a:rPr kumimoji="0" lang="zh-CN"/>
              <a:t>单击此处添加标题</a:t>
            </a:r>
          </a:p>
        </p:txBody>
      </p:sp>
      <p:sp>
        <p:nvSpPr>
          <p:cNvPr id="9" name="Rectangle 7"/>
          <p:cNvSpPr>
            <a:spLocks noGrp="1"/>
          </p:cNvSpPr>
          <p:nvPr>
            <p:ph type="body" sz="quarter" idx="17" hasCustomPrompt="1"/>
          </p:nvPr>
        </p:nvSpPr>
        <p:spPr>
          <a:xfrm>
            <a:off x="6400803" y="4114803"/>
            <a:ext cx="5321300" cy="1214887"/>
          </a:xfrm>
        </p:spPr>
        <p:txBody>
          <a:bodyPr vert="horz" lIns="91440" tIns="45720" rIns="9144" bIns="45720" rtlCol="0" anchor="t" anchorCtr="0">
            <a:noAutofit/>
          </a:bodyPr>
          <a:lstStyle>
            <a:lvl1pPr marL="0" marR="0" indent="0" algn="ctr" rtl="0" eaLnBrk="1" latinLnBrk="0" hangingPunct="1">
              <a:spcBef>
                <a:spcPct val="20000"/>
              </a:spcBef>
              <a:buFontTx/>
              <a:buNone/>
              <a:defRPr kumimoji="0" lang="zh-CN" sz="2400" kern="1200" baseline="0">
                <a:solidFill>
                  <a:schemeClr val="tx1">
                    <a:lumMod val="75000"/>
                    <a:lumOff val="25000"/>
                  </a:schemeClr>
                </a:solidFill>
                <a:latin typeface="+mn-lt"/>
                <a:ea typeface="+mn-ea"/>
                <a:cs typeface="+mn-cs"/>
              </a:defRPr>
            </a:lvl1pPr>
            <a:extLst/>
          </a:lstStyle>
          <a:p>
            <a:pPr marL="0" marR="0" lvl="0" indent="0" algn="l" defTabSz="1219170" eaLnBrk="1" latinLnBrk="0" hangingPunct="1">
              <a:spcBef>
                <a:spcPct val="20000"/>
              </a:spcBef>
              <a:buFontTx/>
              <a:buNone/>
            </a:pPr>
            <a:r>
              <a:rPr kumimoji="0" lang="zh-CN"/>
              <a:t>单击此处添加标题</a:t>
            </a:r>
          </a:p>
        </p:txBody>
      </p:sp>
      <p:grpSp>
        <p:nvGrpSpPr>
          <p:cNvPr id="10" name="Group 9"/>
          <p:cNvGrpSpPr/>
          <p:nvPr/>
        </p:nvGrpSpPr>
        <p:grpSpPr>
          <a:xfrm rot="5400000">
            <a:off x="5801032" y="467032"/>
            <a:ext cx="589936" cy="12192000"/>
            <a:chOff x="8524568" y="0"/>
            <a:chExt cx="589936" cy="6858000"/>
          </a:xfrm>
        </p:grpSpPr>
        <p:sp>
          <p:nvSpPr>
            <p:cNvPr id="11" name="Rectangle 10"/>
            <p:cNvSpPr/>
            <p:nvPr userDrawn="1"/>
          </p:nvSpPr>
          <p:spPr>
            <a:xfrm>
              <a:off x="8524568" y="0"/>
              <a:ext cx="540774" cy="6858000"/>
            </a:xfrm>
            <a:prstGeom prst="rect">
              <a:avLst/>
            </a:prstGeom>
            <a:solidFill>
              <a:srgbClr val="FC75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0" lang="zh-CN" altLang="en-US" sz="2400">
                <a:solidFill>
                  <a:srgbClr val="FC7500"/>
                </a:solidFill>
              </a:endParaRPr>
            </a:p>
          </p:txBody>
        </p:sp>
        <p:cxnSp>
          <p:nvCxnSpPr>
            <p:cNvPr id="12" name="Straight Connector 11"/>
            <p:cNvCxnSpPr/>
            <p:nvPr userDrawn="1"/>
          </p:nvCxnSpPr>
          <p:spPr>
            <a:xfrm rot="5400000">
              <a:off x="5685504" y="3429000"/>
              <a:ext cx="6858000" cy="0"/>
            </a:xfrm>
            <a:prstGeom prst="line">
              <a:avLst/>
            </a:prstGeom>
            <a:ln w="50800">
              <a:solidFill>
                <a:srgbClr val="FC7500"/>
              </a:solidFill>
            </a:ln>
          </p:spPr>
          <p:style>
            <a:lnRef idx="1">
              <a:schemeClr val="accent1"/>
            </a:lnRef>
            <a:fillRef idx="0">
              <a:schemeClr val="accent1"/>
            </a:fillRef>
            <a:effectRef idx="0">
              <a:schemeClr val="accent1"/>
            </a:effectRef>
            <a:fontRef idx="minor">
              <a:schemeClr val="tx1"/>
            </a:fontRef>
          </p:style>
        </p:cxnSp>
      </p:grpSp>
      <p:sp>
        <p:nvSpPr>
          <p:cNvPr id="13" name="Date Placeholder 2"/>
          <p:cNvSpPr>
            <a:spLocks noGrp="1"/>
          </p:cNvSpPr>
          <p:nvPr>
            <p:ph type="dt" sz="half" idx="10"/>
          </p:nvPr>
        </p:nvSpPr>
        <p:spPr>
          <a:xfrm>
            <a:off x="609600" y="6553200"/>
            <a:ext cx="2844800" cy="304800"/>
          </a:xfrm>
          <a:prstGeom prst="rect">
            <a:avLst/>
          </a:prstGeom>
        </p:spPr>
        <p:txBody>
          <a:bodyPr/>
          <a:lstStyle>
            <a:lvl1pPr eaLnBrk="1" latinLnBrk="0" hangingPunct="1">
              <a:defRPr kumimoji="0" lang="zh-CN">
                <a:solidFill>
                  <a:schemeClr val="bg1"/>
                </a:solidFill>
              </a:defRPr>
            </a:lvl1pPr>
          </a:lstStyle>
          <a:p>
            <a:fld id="{A5F3790F-1BDC-45B7-A06B-907667BADF90}" type="datetimeFigureOut">
              <a:rPr lang="zh-CN" altLang="en-US" smtClean="0"/>
              <a:pPr/>
              <a:t>2024/12/11</a:t>
            </a:fld>
            <a:endParaRPr lang="zh-CN" altLang="en-US"/>
          </a:p>
        </p:txBody>
      </p:sp>
      <p:sp>
        <p:nvSpPr>
          <p:cNvPr id="14" name="Footer Placeholder 3"/>
          <p:cNvSpPr>
            <a:spLocks noGrp="1"/>
          </p:cNvSpPr>
          <p:nvPr>
            <p:ph type="ftr" sz="quarter" idx="11"/>
          </p:nvPr>
        </p:nvSpPr>
        <p:spPr>
          <a:xfrm>
            <a:off x="4165600" y="6553200"/>
            <a:ext cx="3860800" cy="304800"/>
          </a:xfrm>
          <a:prstGeom prst="rect">
            <a:avLst/>
          </a:prstGeom>
        </p:spPr>
        <p:txBody>
          <a:bodyPr/>
          <a:lstStyle>
            <a:lvl1pPr eaLnBrk="1" latinLnBrk="0" hangingPunct="1">
              <a:defRPr kumimoji="0" lang="zh-CN">
                <a:solidFill>
                  <a:schemeClr val="bg1"/>
                </a:solidFill>
              </a:defRPr>
            </a:lvl1pPr>
          </a:lstStyle>
          <a:p>
            <a:endParaRPr lang="zh-CN" altLang="en-US"/>
          </a:p>
        </p:txBody>
      </p:sp>
      <p:sp>
        <p:nvSpPr>
          <p:cNvPr id="15" name="Slide Number Placeholder 4"/>
          <p:cNvSpPr>
            <a:spLocks noGrp="1"/>
          </p:cNvSpPr>
          <p:nvPr>
            <p:ph type="sldNum" sz="quarter" idx="12"/>
          </p:nvPr>
        </p:nvSpPr>
        <p:spPr>
          <a:xfrm>
            <a:off x="8737600" y="6553200"/>
            <a:ext cx="2844800" cy="304800"/>
          </a:xfrm>
        </p:spPr>
        <p:txBody>
          <a:bodyPr/>
          <a:lstStyle>
            <a:lvl1pPr eaLnBrk="1" latinLnBrk="0" hangingPunct="1">
              <a:defRPr kumimoji="0" lang="zh-CN">
                <a:solidFill>
                  <a:schemeClr val="bg1"/>
                </a:solidFill>
              </a:defRPr>
            </a:lvl1pPr>
          </a:lstStyle>
          <a:p>
            <a:fld id="{DB6769B4-5047-4DE8-962E-21FF2E18E5B7}" type="slidenum">
              <a:rPr lang="zh-CN" altLang="en-US" smtClean="0"/>
              <a:pPr/>
              <a:t>‹#›</a:t>
            </a:fld>
            <a:endParaRPr lang="zh-CN" altLang="en-US"/>
          </a:p>
        </p:txBody>
      </p:sp>
    </p:spTree>
    <p:extLst>
      <p:ext uri="{BB962C8B-B14F-4D97-AF65-F5344CB8AC3E}">
        <p14:creationId xmlns:p14="http://schemas.microsoft.com/office/powerpoint/2010/main" val="219675837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3 纵栏(带标题)">
    <p:spTree>
      <p:nvGrpSpPr>
        <p:cNvPr id="1" name=""/>
        <p:cNvGrpSpPr/>
        <p:nvPr/>
      </p:nvGrpSpPr>
      <p:grpSpPr>
        <a:xfrm>
          <a:off x="0" y="0"/>
          <a:ext cx="0" cy="0"/>
          <a:chOff x="0" y="0"/>
          <a:chExt cx="0" cy="0"/>
        </a:xfrm>
      </p:grpSpPr>
      <p:sp>
        <p:nvSpPr>
          <p:cNvPr id="6" name="Rectangle 8"/>
          <p:cNvSpPr>
            <a:spLocks noGrp="1" noChangeAspect="1"/>
          </p:cNvSpPr>
          <p:nvPr>
            <p:ph type="pic" sz="quarter" idx="13"/>
          </p:nvPr>
        </p:nvSpPr>
        <p:spPr>
          <a:xfrm>
            <a:off x="304800" y="533400"/>
            <a:ext cx="3657600" cy="3657600"/>
          </a:xfr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457189" marR="0" indent="-457189" algn="ctr" defTabSz="1219170" rtl="0" eaLnBrk="1" latinLnBrk="0" hangingPunct="1">
              <a:spcBef>
                <a:spcPct val="20000"/>
              </a:spcBef>
              <a:buFontTx/>
              <a:buNone/>
              <a:defRPr kumimoji="0" lang="zh-CN" sz="3200" kern="1200">
                <a:solidFill>
                  <a:schemeClr val="tx1">
                    <a:lumMod val="65000"/>
                    <a:lumOff val="35000"/>
                  </a:schemeClr>
                </a:solidFill>
                <a:latin typeface="+mn-lt"/>
                <a:ea typeface="+mn-ea"/>
                <a:cs typeface="+mn-cs"/>
              </a:defRPr>
            </a:lvl1pPr>
            <a:extLst/>
          </a:lstStyle>
          <a:p>
            <a:pPr marL="342900" indent="-342900" algn="ctr" eaLnBrk="1" latinLnBrk="0" hangingPunct="1"/>
            <a:r>
              <a:rPr lang="zh-CN" altLang="en-US"/>
              <a:t>单击图标添加图片</a:t>
            </a:r>
            <a:endParaRPr/>
          </a:p>
        </p:txBody>
      </p:sp>
      <p:sp>
        <p:nvSpPr>
          <p:cNvPr id="7" name="Rectangle 8"/>
          <p:cNvSpPr>
            <a:spLocks noGrp="1" noChangeAspect="1"/>
          </p:cNvSpPr>
          <p:nvPr>
            <p:ph type="pic" sz="quarter" idx="14"/>
          </p:nvPr>
        </p:nvSpPr>
        <p:spPr>
          <a:xfrm>
            <a:off x="4267200" y="533400"/>
            <a:ext cx="3657600" cy="3657600"/>
          </a:xfr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457189" marR="0" indent="-457189" algn="ctr" defTabSz="1219170" rtl="0" eaLnBrk="1" latinLnBrk="0" hangingPunct="1">
              <a:spcBef>
                <a:spcPct val="20000"/>
              </a:spcBef>
              <a:buClr>
                <a:srgbClr val="438086"/>
              </a:buClr>
              <a:buSzPct val="60000"/>
              <a:buFontTx/>
              <a:buNone/>
              <a:defRPr kumimoji="0" lang="zh-CN" sz="3200" kern="1200">
                <a:solidFill>
                  <a:schemeClr val="tx1">
                    <a:lumMod val="65000"/>
                    <a:lumOff val="35000"/>
                  </a:schemeClr>
                </a:solidFill>
                <a:latin typeface="+mn-lt"/>
                <a:ea typeface="+mn-ea"/>
                <a:cs typeface="+mn-cs"/>
              </a:defRPr>
            </a:lvl1pPr>
            <a:extLst/>
          </a:lstStyle>
          <a:p>
            <a:pPr marL="342900" indent="-342900" algn="ctr" eaLnBrk="1" latinLnBrk="0" hangingPunct="1"/>
            <a:r>
              <a:rPr lang="zh-CN" altLang="en-US"/>
              <a:t>单击图标添加图片</a:t>
            </a:r>
            <a:endParaRPr/>
          </a:p>
        </p:txBody>
      </p:sp>
      <p:sp>
        <p:nvSpPr>
          <p:cNvPr id="8" name="Rectangle 8"/>
          <p:cNvSpPr>
            <a:spLocks noGrp="1" noChangeAspect="1"/>
          </p:cNvSpPr>
          <p:nvPr>
            <p:ph type="pic" sz="quarter" idx="15"/>
          </p:nvPr>
        </p:nvSpPr>
        <p:spPr>
          <a:xfrm>
            <a:off x="8229600" y="533400"/>
            <a:ext cx="3657600" cy="3657600"/>
          </a:xfr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457189" marR="0" indent="-457189" algn="ctr" defTabSz="1219170" rtl="0" eaLnBrk="1" latinLnBrk="0" hangingPunct="1">
              <a:spcBef>
                <a:spcPct val="20000"/>
              </a:spcBef>
              <a:buClr>
                <a:srgbClr val="438086"/>
              </a:buClr>
              <a:buSzPct val="60000"/>
              <a:buFontTx/>
              <a:buNone/>
              <a:defRPr kumimoji="0" lang="zh-CN" sz="3200" kern="1200">
                <a:solidFill>
                  <a:schemeClr val="tx1">
                    <a:lumMod val="65000"/>
                    <a:lumOff val="35000"/>
                  </a:schemeClr>
                </a:solidFill>
                <a:latin typeface="+mn-lt"/>
                <a:ea typeface="+mn-ea"/>
                <a:cs typeface="+mn-cs"/>
              </a:defRPr>
            </a:lvl1pPr>
            <a:extLst/>
          </a:lstStyle>
          <a:p>
            <a:pPr marL="342900" indent="-342900" algn="ctr" eaLnBrk="1" latinLnBrk="0" hangingPunct="1"/>
            <a:r>
              <a:rPr lang="zh-CN" altLang="en-US"/>
              <a:t>单击图标添加图片</a:t>
            </a:r>
            <a:endParaRPr/>
          </a:p>
        </p:txBody>
      </p:sp>
      <p:sp>
        <p:nvSpPr>
          <p:cNvPr id="9" name="Rectangle 6"/>
          <p:cNvSpPr>
            <a:spLocks noGrp="1"/>
          </p:cNvSpPr>
          <p:nvPr>
            <p:ph type="body" sz="quarter" idx="16" hasCustomPrompt="1"/>
          </p:nvPr>
        </p:nvSpPr>
        <p:spPr>
          <a:xfrm>
            <a:off x="304800" y="4419600"/>
            <a:ext cx="3657600" cy="1447800"/>
          </a:xfrm>
        </p:spPr>
        <p:txBody>
          <a:bodyPr anchor="t" anchorCtr="0">
            <a:noAutofit/>
          </a:bodyPr>
          <a:lstStyle>
            <a:lvl1pPr marL="0" marR="0" indent="0" algn="l" rtl="0" eaLnBrk="1" latinLnBrk="0" hangingPunct="1">
              <a:spcBef>
                <a:spcPct val="20000"/>
              </a:spcBef>
              <a:buFontTx/>
              <a:buNone/>
              <a:defRPr kumimoji="0" lang="zh-CN" sz="2400" baseline="0">
                <a:solidFill>
                  <a:schemeClr val="tx1">
                    <a:lumMod val="75000"/>
                    <a:lumOff val="25000"/>
                  </a:schemeClr>
                </a:solidFill>
                <a:latin typeface="+mn-lt"/>
                <a:ea typeface="+mn-ea"/>
                <a:cs typeface="+mn-cs"/>
              </a:defRPr>
            </a:lvl1pPr>
            <a:extLst/>
          </a:lstStyle>
          <a:p>
            <a:pPr lvl="0"/>
            <a:r>
              <a:rPr kumimoji="0" lang="zh-CN"/>
              <a:t>单击此处添加标题</a:t>
            </a:r>
          </a:p>
        </p:txBody>
      </p:sp>
      <p:sp>
        <p:nvSpPr>
          <p:cNvPr id="10" name="Rectangle 6"/>
          <p:cNvSpPr>
            <a:spLocks noGrp="1"/>
          </p:cNvSpPr>
          <p:nvPr>
            <p:ph type="body" sz="quarter" idx="17" hasCustomPrompt="1"/>
          </p:nvPr>
        </p:nvSpPr>
        <p:spPr>
          <a:xfrm>
            <a:off x="4267200" y="4419600"/>
            <a:ext cx="3657600" cy="1447800"/>
          </a:xfrm>
        </p:spPr>
        <p:txBody>
          <a:bodyPr anchor="t" anchorCtr="0">
            <a:noAutofit/>
          </a:bodyPr>
          <a:lstStyle>
            <a:lvl1pPr marL="0" marR="0" indent="0" algn="l" rtl="0" eaLnBrk="1" latinLnBrk="0" hangingPunct="1">
              <a:spcBef>
                <a:spcPct val="20000"/>
              </a:spcBef>
              <a:buFontTx/>
              <a:buNone/>
              <a:defRPr kumimoji="0" lang="zh-CN" sz="2400" baseline="0">
                <a:solidFill>
                  <a:schemeClr val="tx1">
                    <a:lumMod val="75000"/>
                    <a:lumOff val="25000"/>
                  </a:schemeClr>
                </a:solidFill>
                <a:latin typeface="+mn-lt"/>
                <a:ea typeface="+mn-ea"/>
                <a:cs typeface="+mn-cs"/>
              </a:defRPr>
            </a:lvl1pPr>
            <a:extLst/>
          </a:lstStyle>
          <a:p>
            <a:pPr lvl="0"/>
            <a:r>
              <a:rPr kumimoji="0" lang="zh-CN"/>
              <a:t>单击此处添加标题</a:t>
            </a:r>
          </a:p>
        </p:txBody>
      </p:sp>
      <p:sp>
        <p:nvSpPr>
          <p:cNvPr id="11" name="Rectangle 6"/>
          <p:cNvSpPr>
            <a:spLocks noGrp="1"/>
          </p:cNvSpPr>
          <p:nvPr>
            <p:ph type="body" sz="quarter" idx="18" hasCustomPrompt="1"/>
          </p:nvPr>
        </p:nvSpPr>
        <p:spPr>
          <a:xfrm>
            <a:off x="8229600" y="4419600"/>
            <a:ext cx="3657600" cy="1447800"/>
          </a:xfrm>
        </p:spPr>
        <p:txBody>
          <a:bodyPr anchor="t" anchorCtr="0">
            <a:noAutofit/>
          </a:bodyPr>
          <a:lstStyle>
            <a:lvl1pPr marL="0" marR="0" indent="0" algn="l" rtl="0" eaLnBrk="1" latinLnBrk="0" hangingPunct="1">
              <a:spcBef>
                <a:spcPct val="20000"/>
              </a:spcBef>
              <a:buFontTx/>
              <a:buNone/>
              <a:defRPr kumimoji="0" lang="zh-CN" sz="2400" baseline="0">
                <a:solidFill>
                  <a:schemeClr val="tx1">
                    <a:lumMod val="75000"/>
                    <a:lumOff val="25000"/>
                  </a:schemeClr>
                </a:solidFill>
                <a:latin typeface="+mn-lt"/>
                <a:ea typeface="+mn-ea"/>
                <a:cs typeface="+mn-cs"/>
              </a:defRPr>
            </a:lvl1pPr>
            <a:extLst/>
          </a:lstStyle>
          <a:p>
            <a:pPr lvl="0"/>
            <a:r>
              <a:rPr kumimoji="0" lang="zh-CN"/>
              <a:t>单击此处添加标题</a:t>
            </a:r>
          </a:p>
        </p:txBody>
      </p:sp>
      <p:grpSp>
        <p:nvGrpSpPr>
          <p:cNvPr id="12" name="Group 11"/>
          <p:cNvGrpSpPr/>
          <p:nvPr/>
        </p:nvGrpSpPr>
        <p:grpSpPr>
          <a:xfrm rot="5400000">
            <a:off x="5801032" y="467032"/>
            <a:ext cx="589936" cy="12192000"/>
            <a:chOff x="8524568" y="0"/>
            <a:chExt cx="589936" cy="6858000"/>
          </a:xfrm>
        </p:grpSpPr>
        <p:sp>
          <p:nvSpPr>
            <p:cNvPr id="13" name="Rectangle 12"/>
            <p:cNvSpPr/>
            <p:nvPr userDrawn="1"/>
          </p:nvSpPr>
          <p:spPr>
            <a:xfrm>
              <a:off x="8524568" y="0"/>
              <a:ext cx="540774" cy="6858000"/>
            </a:xfrm>
            <a:prstGeom prst="rect">
              <a:avLst/>
            </a:prstGeom>
            <a:solidFill>
              <a:srgbClr val="FC75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0" lang="zh-CN" altLang="en-US" sz="2400">
                <a:solidFill>
                  <a:srgbClr val="FC7500"/>
                </a:solidFill>
              </a:endParaRPr>
            </a:p>
          </p:txBody>
        </p:sp>
        <p:cxnSp>
          <p:nvCxnSpPr>
            <p:cNvPr id="14" name="Straight Connector 13"/>
            <p:cNvCxnSpPr/>
            <p:nvPr userDrawn="1"/>
          </p:nvCxnSpPr>
          <p:spPr>
            <a:xfrm rot="5400000">
              <a:off x="5685504" y="3429000"/>
              <a:ext cx="6858000" cy="0"/>
            </a:xfrm>
            <a:prstGeom prst="line">
              <a:avLst/>
            </a:prstGeom>
            <a:ln w="50800">
              <a:solidFill>
                <a:srgbClr val="FC7500"/>
              </a:solidFill>
            </a:ln>
          </p:spPr>
          <p:style>
            <a:lnRef idx="1">
              <a:schemeClr val="accent1"/>
            </a:lnRef>
            <a:fillRef idx="0">
              <a:schemeClr val="accent1"/>
            </a:fillRef>
            <a:effectRef idx="0">
              <a:schemeClr val="accent1"/>
            </a:effectRef>
            <a:fontRef idx="minor">
              <a:schemeClr val="tx1"/>
            </a:fontRef>
          </p:style>
        </p:cxnSp>
      </p:grpSp>
      <p:sp>
        <p:nvSpPr>
          <p:cNvPr id="15" name="Date Placeholder 2"/>
          <p:cNvSpPr>
            <a:spLocks noGrp="1"/>
          </p:cNvSpPr>
          <p:nvPr>
            <p:ph type="dt" sz="half" idx="10"/>
          </p:nvPr>
        </p:nvSpPr>
        <p:spPr>
          <a:xfrm>
            <a:off x="609600" y="6553200"/>
            <a:ext cx="2844800" cy="304800"/>
          </a:xfrm>
          <a:prstGeom prst="rect">
            <a:avLst/>
          </a:prstGeom>
        </p:spPr>
        <p:txBody>
          <a:bodyPr/>
          <a:lstStyle>
            <a:lvl1pPr eaLnBrk="1" latinLnBrk="0" hangingPunct="1">
              <a:defRPr kumimoji="0" lang="zh-CN">
                <a:solidFill>
                  <a:schemeClr val="bg1"/>
                </a:solidFill>
              </a:defRPr>
            </a:lvl1pPr>
          </a:lstStyle>
          <a:p>
            <a:fld id="{A5F3790F-1BDC-45B7-A06B-907667BADF90}" type="datetimeFigureOut">
              <a:rPr lang="zh-CN" altLang="en-US" smtClean="0"/>
              <a:pPr/>
              <a:t>2024/12/11</a:t>
            </a:fld>
            <a:endParaRPr lang="zh-CN" altLang="en-US"/>
          </a:p>
        </p:txBody>
      </p:sp>
      <p:sp>
        <p:nvSpPr>
          <p:cNvPr id="16" name="Footer Placeholder 3"/>
          <p:cNvSpPr>
            <a:spLocks noGrp="1"/>
          </p:cNvSpPr>
          <p:nvPr>
            <p:ph type="ftr" sz="quarter" idx="11"/>
          </p:nvPr>
        </p:nvSpPr>
        <p:spPr>
          <a:xfrm>
            <a:off x="4165600" y="6553200"/>
            <a:ext cx="3860800" cy="304800"/>
          </a:xfrm>
          <a:prstGeom prst="rect">
            <a:avLst/>
          </a:prstGeom>
        </p:spPr>
        <p:txBody>
          <a:bodyPr/>
          <a:lstStyle>
            <a:lvl1pPr eaLnBrk="1" latinLnBrk="0" hangingPunct="1">
              <a:defRPr kumimoji="0" lang="zh-CN">
                <a:solidFill>
                  <a:schemeClr val="bg1"/>
                </a:solidFill>
              </a:defRPr>
            </a:lvl1pPr>
          </a:lstStyle>
          <a:p>
            <a:endParaRPr lang="zh-CN" altLang="en-US"/>
          </a:p>
        </p:txBody>
      </p:sp>
      <p:sp>
        <p:nvSpPr>
          <p:cNvPr id="17" name="Slide Number Placeholder 4"/>
          <p:cNvSpPr>
            <a:spLocks noGrp="1"/>
          </p:cNvSpPr>
          <p:nvPr>
            <p:ph type="sldNum" sz="quarter" idx="12"/>
          </p:nvPr>
        </p:nvSpPr>
        <p:spPr>
          <a:xfrm>
            <a:off x="8737600" y="6553200"/>
            <a:ext cx="2844800" cy="304800"/>
          </a:xfrm>
        </p:spPr>
        <p:txBody>
          <a:bodyPr/>
          <a:lstStyle>
            <a:lvl1pPr eaLnBrk="1" latinLnBrk="0" hangingPunct="1">
              <a:defRPr kumimoji="0" lang="zh-CN">
                <a:solidFill>
                  <a:schemeClr val="bg1"/>
                </a:solidFill>
              </a:defRPr>
            </a:lvl1pPr>
          </a:lstStyle>
          <a:p>
            <a:fld id="{DB6769B4-5047-4DE8-962E-21FF2E18E5B7}" type="slidenum">
              <a:rPr lang="zh-CN" altLang="en-US" smtClean="0"/>
              <a:pPr/>
              <a:t>‹#›</a:t>
            </a:fld>
            <a:endParaRPr lang="zh-CN" altLang="en-US"/>
          </a:p>
        </p:txBody>
      </p:sp>
    </p:spTree>
    <p:extLst>
      <p:ext uri="{BB962C8B-B14F-4D97-AF65-F5344CB8AC3E}">
        <p14:creationId xmlns:p14="http://schemas.microsoft.com/office/powerpoint/2010/main" val="365223546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3 横栏(带标题)">
    <p:spTree>
      <p:nvGrpSpPr>
        <p:cNvPr id="1" name=""/>
        <p:cNvGrpSpPr/>
        <p:nvPr/>
      </p:nvGrpSpPr>
      <p:grpSpPr>
        <a:xfrm>
          <a:off x="0" y="0"/>
          <a:ext cx="0" cy="0"/>
          <a:chOff x="0" y="0"/>
          <a:chExt cx="0" cy="0"/>
        </a:xfrm>
      </p:grpSpPr>
      <p:pic>
        <p:nvPicPr>
          <p:cNvPr id="10" name="Picture 9"/>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 y="0"/>
            <a:ext cx="5072063" cy="6858000"/>
          </a:xfrm>
          <a:prstGeom prst="rect">
            <a:avLst/>
          </a:prstGeom>
        </p:spPr>
      </p:pic>
      <p:sp>
        <p:nvSpPr>
          <p:cNvPr id="3" name="Date Placeholder 2"/>
          <p:cNvSpPr>
            <a:spLocks noGrp="1"/>
          </p:cNvSpPr>
          <p:nvPr>
            <p:ph type="dt" sz="half" idx="10"/>
          </p:nvPr>
        </p:nvSpPr>
        <p:spPr>
          <a:xfrm>
            <a:off x="609600" y="6356352"/>
            <a:ext cx="2844800" cy="365125"/>
          </a:xfrm>
          <a:prstGeom prst="rect">
            <a:avLst/>
          </a:prstGeom>
        </p:spPr>
        <p:txBody>
          <a:bodyPr/>
          <a:lstStyle/>
          <a:p>
            <a:fld id="{A5F3790F-1BDC-45B7-A06B-907667BADF90}" type="datetimeFigureOut">
              <a:rPr lang="zh-CN" altLang="en-US" smtClean="0"/>
              <a:pPr/>
              <a:t>2024/12/11</a:t>
            </a:fld>
            <a:endParaRPr lang="zh-CN" altLang="en-US"/>
          </a:p>
        </p:txBody>
      </p:sp>
      <p:sp>
        <p:nvSpPr>
          <p:cNvPr id="4" name="Footer Placeholder 3"/>
          <p:cNvSpPr>
            <a:spLocks noGrp="1"/>
          </p:cNvSpPr>
          <p:nvPr>
            <p:ph type="ftr" sz="quarter" idx="11"/>
          </p:nvPr>
        </p:nvSpPr>
        <p:spPr>
          <a:xfrm>
            <a:off x="4165600" y="6356352"/>
            <a:ext cx="3860800" cy="365125"/>
          </a:xfrm>
          <a:prstGeom prst="rect">
            <a:avLst/>
          </a:prstGeom>
        </p:spPr>
        <p:txBody>
          <a:bodyPr/>
          <a:lstStyle/>
          <a:p>
            <a:endParaRPr lang="zh-CN" altLang="en-US"/>
          </a:p>
        </p:txBody>
      </p:sp>
      <p:sp>
        <p:nvSpPr>
          <p:cNvPr id="5" name="Slide Number Placeholder 4"/>
          <p:cNvSpPr>
            <a:spLocks noGrp="1"/>
          </p:cNvSpPr>
          <p:nvPr>
            <p:ph type="sldNum" sz="quarter" idx="12"/>
          </p:nvPr>
        </p:nvSpPr>
        <p:spPr/>
        <p:txBody>
          <a:bodyPr/>
          <a:lstStyle/>
          <a:p>
            <a:fld id="{DB6769B4-5047-4DE8-962E-21FF2E18E5B7}" type="slidenum">
              <a:rPr lang="zh-CN" altLang="en-US" smtClean="0"/>
              <a:pPr/>
              <a:t>‹#›</a:t>
            </a:fld>
            <a:endParaRPr lang="zh-CN" altLang="en-US"/>
          </a:p>
        </p:txBody>
      </p:sp>
      <p:sp>
        <p:nvSpPr>
          <p:cNvPr id="6" name="Rectangle 7"/>
          <p:cNvSpPr>
            <a:spLocks noGrp="1" noChangeAspect="1"/>
          </p:cNvSpPr>
          <p:nvPr>
            <p:ph type="pic" sz="quarter" idx="13"/>
          </p:nvPr>
        </p:nvSpPr>
        <p:spPr>
          <a:xfrm>
            <a:off x="6322180" y="3480026"/>
            <a:ext cx="5057025" cy="2844577"/>
          </a:xfrm>
          <a:prstGeom prst="rect">
            <a:avLst/>
          </a:prstGeo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457189" marR="0" indent="-457189" algn="ctr" defTabSz="1219170" rtl="0" eaLnBrk="1" latinLnBrk="0" hangingPunct="1">
              <a:spcBef>
                <a:spcPct val="20000"/>
              </a:spcBef>
              <a:buClr>
                <a:srgbClr val="438086"/>
              </a:buClr>
              <a:buSzPct val="60000"/>
              <a:buFontTx/>
              <a:buNone/>
              <a:defRPr kumimoji="0" lang="zh-CN" sz="3200" kern="1200">
                <a:solidFill>
                  <a:schemeClr val="tx1">
                    <a:lumMod val="65000"/>
                    <a:lumOff val="35000"/>
                  </a:schemeClr>
                </a:solidFill>
                <a:latin typeface="+mn-lt"/>
                <a:ea typeface="+mn-ea"/>
                <a:cs typeface="+mn-cs"/>
              </a:defRPr>
            </a:lvl1pPr>
            <a:extLst/>
          </a:lstStyle>
          <a:p>
            <a:pPr marL="342900" indent="-342900" algn="ctr" eaLnBrk="1" latinLnBrk="0" hangingPunct="1"/>
            <a:r>
              <a:rPr lang="zh-CN" altLang="en-US"/>
              <a:t>单击图标添加图片</a:t>
            </a:r>
            <a:endParaRPr/>
          </a:p>
        </p:txBody>
      </p:sp>
      <p:sp>
        <p:nvSpPr>
          <p:cNvPr id="7" name="Rectangle 7"/>
          <p:cNvSpPr>
            <a:spLocks noGrp="1" noChangeAspect="1"/>
          </p:cNvSpPr>
          <p:nvPr>
            <p:ph type="pic" sz="quarter" idx="14"/>
          </p:nvPr>
        </p:nvSpPr>
        <p:spPr>
          <a:xfrm>
            <a:off x="745071" y="3480026"/>
            <a:ext cx="5057025" cy="2844577"/>
          </a:xfrm>
          <a:prstGeom prst="rect">
            <a:avLst/>
          </a:prstGeo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457189" marR="0" indent="-457189" algn="ctr" defTabSz="1219170" rtl="0" eaLnBrk="1" latinLnBrk="0" hangingPunct="1">
              <a:spcBef>
                <a:spcPct val="20000"/>
              </a:spcBef>
              <a:buClr>
                <a:srgbClr val="438086"/>
              </a:buClr>
              <a:buSzPct val="60000"/>
              <a:buFontTx/>
              <a:buNone/>
              <a:defRPr kumimoji="0" lang="zh-CN" sz="3200" kern="1200">
                <a:solidFill>
                  <a:schemeClr val="tx1">
                    <a:lumMod val="65000"/>
                    <a:lumOff val="35000"/>
                  </a:schemeClr>
                </a:solidFill>
                <a:latin typeface="+mn-lt"/>
                <a:ea typeface="+mn-ea"/>
                <a:cs typeface="+mn-cs"/>
              </a:defRPr>
            </a:lvl1pPr>
            <a:extLst/>
          </a:lstStyle>
          <a:p>
            <a:pPr marL="342900" indent="-342900" algn="ctr" eaLnBrk="1" latinLnBrk="0" hangingPunct="1"/>
            <a:r>
              <a:rPr lang="zh-CN" altLang="en-US"/>
              <a:t>单击图标添加图片</a:t>
            </a:r>
            <a:endParaRPr/>
          </a:p>
        </p:txBody>
      </p:sp>
      <p:sp>
        <p:nvSpPr>
          <p:cNvPr id="8" name="Picture Placeholder 7"/>
          <p:cNvSpPr>
            <a:spLocks noGrp="1" noChangeAspect="1"/>
          </p:cNvSpPr>
          <p:nvPr>
            <p:ph type="pic" sz="quarter" idx="15"/>
          </p:nvPr>
        </p:nvSpPr>
        <p:spPr>
          <a:xfrm>
            <a:off x="6322180" y="355826"/>
            <a:ext cx="5057025" cy="2844577"/>
          </a:xfrm>
          <a:prstGeom prst="rect">
            <a:avLst/>
          </a:prstGeo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457189" marR="0" indent="-457189" algn="ctr" defTabSz="1219170" rtl="0" eaLnBrk="1" latinLnBrk="0" hangingPunct="1">
              <a:spcBef>
                <a:spcPct val="20000"/>
              </a:spcBef>
              <a:buClr>
                <a:srgbClr val="438086"/>
              </a:buClr>
              <a:buSzPct val="60000"/>
              <a:buFontTx/>
              <a:buNone/>
              <a:defRPr kumimoji="0" lang="zh-CN" sz="3200" kern="1200">
                <a:solidFill>
                  <a:schemeClr val="tx1">
                    <a:lumMod val="65000"/>
                    <a:lumOff val="35000"/>
                  </a:schemeClr>
                </a:solidFill>
                <a:latin typeface="+mn-lt"/>
                <a:ea typeface="+mn-ea"/>
                <a:cs typeface="+mn-cs"/>
              </a:defRPr>
            </a:lvl1pPr>
            <a:extLst/>
          </a:lstStyle>
          <a:p>
            <a:pPr marL="342900" indent="-342900" algn="ctr" eaLnBrk="1" latinLnBrk="0" hangingPunct="1"/>
            <a:r>
              <a:rPr lang="zh-CN" altLang="en-US"/>
              <a:t>单击图标添加图片</a:t>
            </a:r>
            <a:endParaRPr/>
          </a:p>
        </p:txBody>
      </p:sp>
      <p:sp>
        <p:nvSpPr>
          <p:cNvPr id="9" name="Rectangle 11"/>
          <p:cNvSpPr>
            <a:spLocks noGrp="1"/>
          </p:cNvSpPr>
          <p:nvPr>
            <p:ph type="body" sz="quarter" idx="16" hasCustomPrompt="1"/>
          </p:nvPr>
        </p:nvSpPr>
        <p:spPr>
          <a:xfrm>
            <a:off x="745071" y="355826"/>
            <a:ext cx="5057025" cy="2844577"/>
          </a:xfrm>
        </p:spPr>
        <p:txBody>
          <a:bodyPr anchor="b" anchorCtr="0">
            <a:noAutofit/>
          </a:bodyPr>
          <a:lstStyle>
            <a:lvl1pPr marL="0" marR="0" indent="0" algn="ctr" rtl="0" eaLnBrk="1" latinLnBrk="0" hangingPunct="1">
              <a:spcBef>
                <a:spcPct val="20000"/>
              </a:spcBef>
              <a:buFontTx/>
              <a:buNone/>
              <a:defRPr kumimoji="0" lang="zh-CN" sz="2400" b="1" baseline="0">
                <a:solidFill>
                  <a:schemeClr val="tx1">
                    <a:lumMod val="75000"/>
                    <a:lumOff val="25000"/>
                  </a:schemeClr>
                </a:solidFill>
                <a:latin typeface="+mn-lt"/>
                <a:ea typeface="+mn-ea"/>
                <a:cs typeface="+mn-cs"/>
              </a:defRPr>
            </a:lvl1pPr>
            <a:extLst/>
          </a:lstStyle>
          <a:p>
            <a:pPr lvl="0"/>
            <a:r>
              <a:rPr kumimoji="0" lang="zh-CN"/>
              <a:t>单击此处添加标题</a:t>
            </a:r>
          </a:p>
        </p:txBody>
      </p:sp>
    </p:spTree>
    <p:extLst>
      <p:ext uri="{BB962C8B-B14F-4D97-AF65-F5344CB8AC3E}">
        <p14:creationId xmlns:p14="http://schemas.microsoft.com/office/powerpoint/2010/main" val="2298882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up)">
                                      <p:cBhvr>
                                        <p:cTn id="7"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混合全景">
    <p:spTree>
      <p:nvGrpSpPr>
        <p:cNvPr id="1" name=""/>
        <p:cNvGrpSpPr/>
        <p:nvPr/>
      </p:nvGrpSpPr>
      <p:grpSpPr>
        <a:xfrm>
          <a:off x="0" y="0"/>
          <a:ext cx="0" cy="0"/>
          <a:chOff x="0" y="0"/>
          <a:chExt cx="0" cy="0"/>
        </a:xfrm>
      </p:grpSpPr>
      <p:pic>
        <p:nvPicPr>
          <p:cNvPr id="19" name="Picture 18"/>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 y="0"/>
            <a:ext cx="5072063" cy="6858000"/>
          </a:xfrm>
          <a:prstGeom prst="rect">
            <a:avLst/>
          </a:prstGeom>
        </p:spPr>
      </p:pic>
      <p:sp>
        <p:nvSpPr>
          <p:cNvPr id="4" name="Date Placeholder 3"/>
          <p:cNvSpPr>
            <a:spLocks noGrp="1"/>
          </p:cNvSpPr>
          <p:nvPr>
            <p:ph type="dt" sz="half" idx="10"/>
          </p:nvPr>
        </p:nvSpPr>
        <p:spPr>
          <a:xfrm>
            <a:off x="812800" y="6553200"/>
            <a:ext cx="2844800" cy="304800"/>
          </a:xfrm>
          <a:prstGeom prst="rect">
            <a:avLst/>
          </a:prstGeom>
        </p:spPr>
        <p:txBody>
          <a:bodyPr/>
          <a:lstStyle/>
          <a:p>
            <a:fld id="{A5F3790F-1BDC-45B7-A06B-907667BADF90}" type="datetimeFigureOut">
              <a:rPr lang="zh-CN" altLang="en-US" smtClean="0"/>
              <a:pPr/>
              <a:t>2024/12/11</a:t>
            </a:fld>
            <a:endParaRPr lang="zh-CN" altLang="en-US"/>
          </a:p>
        </p:txBody>
      </p:sp>
      <p:sp>
        <p:nvSpPr>
          <p:cNvPr id="5" name="Footer Placeholder 4"/>
          <p:cNvSpPr>
            <a:spLocks noGrp="1"/>
          </p:cNvSpPr>
          <p:nvPr>
            <p:ph type="ftr" sz="quarter" idx="11"/>
          </p:nvPr>
        </p:nvSpPr>
        <p:spPr>
          <a:xfrm>
            <a:off x="4165600" y="6356352"/>
            <a:ext cx="3860800" cy="365125"/>
          </a:xfrm>
          <a:prstGeom prst="rect">
            <a:avLst/>
          </a:prstGeom>
        </p:spPr>
        <p:txBody>
          <a:bodyPr/>
          <a:lstStyle/>
          <a:p>
            <a:endParaRPr lang="zh-CN" altLang="en-US"/>
          </a:p>
        </p:txBody>
      </p:sp>
      <p:sp>
        <p:nvSpPr>
          <p:cNvPr id="6" name="Slide Number Placeholder 5"/>
          <p:cNvSpPr>
            <a:spLocks noGrp="1"/>
          </p:cNvSpPr>
          <p:nvPr>
            <p:ph type="sldNum" sz="quarter" idx="12"/>
          </p:nvPr>
        </p:nvSpPr>
        <p:spPr>
          <a:xfrm>
            <a:off x="8534400" y="6553200"/>
            <a:ext cx="2743200" cy="304800"/>
          </a:xfrm>
        </p:spPr>
        <p:txBody>
          <a:bodyPr/>
          <a:lstStyle/>
          <a:p>
            <a:fld id="{DB6769B4-5047-4DE8-962E-21FF2E18E5B7}" type="slidenum">
              <a:rPr lang="zh-CN" altLang="en-US" smtClean="0"/>
              <a:pPr/>
              <a:t>‹#›</a:t>
            </a:fld>
            <a:endParaRPr lang="zh-CN" altLang="en-US"/>
          </a:p>
        </p:txBody>
      </p:sp>
      <p:sp>
        <p:nvSpPr>
          <p:cNvPr id="11" name="Picture Placeholder 10"/>
          <p:cNvSpPr>
            <a:spLocks noGrp="1"/>
          </p:cNvSpPr>
          <p:nvPr>
            <p:ph type="pic" sz="quarter" idx="13"/>
          </p:nvPr>
        </p:nvSpPr>
        <p:spPr>
          <a:xfrm>
            <a:off x="789856" y="592392"/>
            <a:ext cx="9855200" cy="2286000"/>
          </a:xfrm>
          <a:solidFill>
            <a:srgbClr val="F0F0F0"/>
          </a:solidFill>
          <a:ln w="57150">
            <a:solidFill>
              <a:schemeClr val="bg1"/>
            </a:solidFill>
          </a:ln>
          <a:effectLst>
            <a:outerShdw dist="38100" dir="2700000" algn="tl" rotWithShape="0">
              <a:prstClr val="black">
                <a:alpha val="17000"/>
              </a:prstClr>
            </a:outerShdw>
          </a:effectLst>
        </p:spPr>
        <p:txBody>
          <a:bodyPr>
            <a:normAutofit/>
          </a:bodyPr>
          <a:lstStyle>
            <a:lvl1pPr algn="ctr" eaLnBrk="1" latinLnBrk="0" hangingPunct="1">
              <a:buNone/>
              <a:defRPr kumimoji="0" lang="zh-CN" sz="3200">
                <a:solidFill>
                  <a:schemeClr val="tx1">
                    <a:lumMod val="65000"/>
                    <a:lumOff val="35000"/>
                  </a:schemeClr>
                </a:solidFill>
              </a:defRPr>
            </a:lvl1pPr>
          </a:lstStyle>
          <a:p>
            <a:pPr eaLnBrk="1" latinLnBrk="0" hangingPunct="1"/>
            <a:r>
              <a:rPr lang="zh-CN" altLang="en-US"/>
              <a:t>单击图标添加图片</a:t>
            </a:r>
            <a:endParaRPr/>
          </a:p>
        </p:txBody>
      </p:sp>
      <p:sp>
        <p:nvSpPr>
          <p:cNvPr id="13" name="Picture Placeholder 12"/>
          <p:cNvSpPr>
            <a:spLocks noGrp="1"/>
          </p:cNvSpPr>
          <p:nvPr>
            <p:ph type="pic" sz="quarter" idx="14"/>
          </p:nvPr>
        </p:nvSpPr>
        <p:spPr>
          <a:xfrm>
            <a:off x="812800" y="3352800"/>
            <a:ext cx="3048000" cy="2286000"/>
          </a:xfr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457189" indent="-457189" algn="ctr" defTabSz="1219170" rtl="0" eaLnBrk="1" latinLnBrk="0" hangingPunct="1">
              <a:spcBef>
                <a:spcPct val="20000"/>
              </a:spcBef>
              <a:buFont typeface="Arial" pitchFamily="34" charset="0"/>
              <a:buNone/>
              <a:defRPr kumimoji="0" lang="zh-CN" sz="2133" b="0" kern="1200">
                <a:solidFill>
                  <a:schemeClr val="tx1">
                    <a:lumMod val="65000"/>
                    <a:lumOff val="35000"/>
                  </a:schemeClr>
                </a:solidFill>
                <a:latin typeface="+mn-lt"/>
                <a:ea typeface="+mn-ea"/>
                <a:cs typeface="+mn-cs"/>
              </a:defRPr>
            </a:lvl1pPr>
          </a:lstStyle>
          <a:p>
            <a:pPr eaLnBrk="1" latinLnBrk="0" hangingPunct="1"/>
            <a:r>
              <a:rPr lang="zh-CN" altLang="en-US"/>
              <a:t>单击图标添加图片</a:t>
            </a:r>
            <a:endParaRPr/>
          </a:p>
        </p:txBody>
      </p:sp>
      <p:sp>
        <p:nvSpPr>
          <p:cNvPr id="14" name="Picture Placeholder 12"/>
          <p:cNvSpPr>
            <a:spLocks noGrp="1"/>
          </p:cNvSpPr>
          <p:nvPr>
            <p:ph type="pic" sz="quarter" idx="15"/>
          </p:nvPr>
        </p:nvSpPr>
        <p:spPr>
          <a:xfrm>
            <a:off x="4368800" y="3352800"/>
            <a:ext cx="3048000" cy="2286000"/>
          </a:xfr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457189" indent="-457189" algn="ctr" defTabSz="1219170" rtl="0" eaLnBrk="1" latinLnBrk="0" hangingPunct="1">
              <a:spcBef>
                <a:spcPct val="20000"/>
              </a:spcBef>
              <a:buFont typeface="Arial" pitchFamily="34" charset="0"/>
              <a:buNone/>
              <a:defRPr kumimoji="0" lang="zh-CN" sz="2133" b="0" kern="1200">
                <a:solidFill>
                  <a:schemeClr val="tx1">
                    <a:lumMod val="65000"/>
                    <a:lumOff val="35000"/>
                  </a:schemeClr>
                </a:solidFill>
                <a:latin typeface="+mn-lt"/>
                <a:ea typeface="+mn-ea"/>
                <a:cs typeface="+mn-cs"/>
              </a:defRPr>
            </a:lvl1pPr>
          </a:lstStyle>
          <a:p>
            <a:pPr eaLnBrk="1" latinLnBrk="0" hangingPunct="1"/>
            <a:r>
              <a:rPr lang="zh-CN" altLang="en-US"/>
              <a:t>单击图标添加图片</a:t>
            </a:r>
            <a:endParaRPr/>
          </a:p>
        </p:txBody>
      </p:sp>
      <p:sp>
        <p:nvSpPr>
          <p:cNvPr id="16" name="Text Placeholder 15"/>
          <p:cNvSpPr>
            <a:spLocks noGrp="1"/>
          </p:cNvSpPr>
          <p:nvPr>
            <p:ph type="body" sz="quarter" idx="16" hasCustomPrompt="1"/>
          </p:nvPr>
        </p:nvSpPr>
        <p:spPr>
          <a:xfrm>
            <a:off x="7721600" y="3352800"/>
            <a:ext cx="3048000" cy="381000"/>
          </a:xfrm>
        </p:spPr>
        <p:txBody>
          <a:bodyPr>
            <a:normAutofit/>
          </a:bodyPr>
          <a:lstStyle>
            <a:lvl1pPr eaLnBrk="1" latinLnBrk="0" hangingPunct="1">
              <a:buNone/>
              <a:defRPr kumimoji="0" lang="zh-CN" sz="2400" b="1" baseline="0">
                <a:solidFill>
                  <a:srgbClr val="FC7500"/>
                </a:solidFill>
              </a:defRPr>
            </a:lvl1pPr>
          </a:lstStyle>
          <a:p>
            <a:pPr lvl="0"/>
            <a:r>
              <a:rPr kumimoji="0" lang="zh-CN"/>
              <a:t>单击此处添加标题</a:t>
            </a:r>
          </a:p>
        </p:txBody>
      </p:sp>
      <p:sp>
        <p:nvSpPr>
          <p:cNvPr id="18" name="Text Placeholder 17"/>
          <p:cNvSpPr>
            <a:spLocks noGrp="1"/>
          </p:cNvSpPr>
          <p:nvPr>
            <p:ph type="body" sz="quarter" idx="17" hasCustomPrompt="1"/>
          </p:nvPr>
        </p:nvSpPr>
        <p:spPr>
          <a:xfrm>
            <a:off x="7721600" y="3886200"/>
            <a:ext cx="3048000" cy="1752600"/>
          </a:xfrm>
        </p:spPr>
        <p:txBody>
          <a:bodyPr>
            <a:normAutofit/>
          </a:bodyPr>
          <a:lstStyle>
            <a:lvl1pPr eaLnBrk="1" latinLnBrk="0" hangingPunct="1">
              <a:buNone/>
              <a:defRPr kumimoji="0" lang="zh-CN" sz="2400">
                <a:solidFill>
                  <a:schemeClr val="tx1">
                    <a:lumMod val="75000"/>
                    <a:lumOff val="25000"/>
                  </a:schemeClr>
                </a:solidFill>
              </a:defRPr>
            </a:lvl1pPr>
          </a:lstStyle>
          <a:p>
            <a:pPr lvl="0"/>
            <a:r>
              <a:rPr kumimoji="0" lang="zh-CN"/>
              <a:t>单击此处添加从属文本</a:t>
            </a:r>
          </a:p>
        </p:txBody>
      </p:sp>
      <p:sp>
        <p:nvSpPr>
          <p:cNvPr id="12" name="Rectangle 11"/>
          <p:cNvSpPr/>
          <p:nvPr/>
        </p:nvSpPr>
        <p:spPr>
          <a:xfrm>
            <a:off x="11366091" y="0"/>
            <a:ext cx="721032" cy="6858000"/>
          </a:xfrm>
          <a:prstGeom prst="rect">
            <a:avLst/>
          </a:prstGeom>
          <a:solidFill>
            <a:srgbClr val="91BE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0" lang="zh-CN" altLang="en-US" sz="2400">
              <a:solidFill>
                <a:srgbClr val="FC7500"/>
              </a:solidFill>
            </a:endParaRPr>
          </a:p>
        </p:txBody>
      </p:sp>
      <p:cxnSp>
        <p:nvCxnSpPr>
          <p:cNvPr id="15" name="Straight Connector 14"/>
          <p:cNvCxnSpPr/>
          <p:nvPr/>
        </p:nvCxnSpPr>
        <p:spPr>
          <a:xfrm rot="5400000">
            <a:off x="8734645" y="3429000"/>
            <a:ext cx="6858000" cy="0"/>
          </a:xfrm>
          <a:prstGeom prst="line">
            <a:avLst/>
          </a:prstGeom>
          <a:ln w="50800">
            <a:solidFill>
              <a:srgbClr val="91BED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79854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up)">
                                      <p:cBhvr>
                                        <p:cTn id="7" dur="1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4 纵栏(带彩色标题)">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609600" y="6356352"/>
            <a:ext cx="2844800" cy="365125"/>
          </a:xfrm>
          <a:prstGeom prst="rect">
            <a:avLst/>
          </a:prstGeom>
        </p:spPr>
        <p:txBody>
          <a:bodyPr/>
          <a:lstStyle/>
          <a:p>
            <a:fld id="{A5F3790F-1BDC-45B7-A06B-907667BADF90}" type="datetimeFigureOut">
              <a:rPr lang="zh-CN" altLang="en-US" smtClean="0"/>
              <a:pPr/>
              <a:t>2024/12/11</a:t>
            </a:fld>
            <a:endParaRPr lang="zh-CN" altLang="en-US"/>
          </a:p>
        </p:txBody>
      </p:sp>
      <p:sp>
        <p:nvSpPr>
          <p:cNvPr id="4" name="Footer Placeholder 3"/>
          <p:cNvSpPr>
            <a:spLocks noGrp="1"/>
          </p:cNvSpPr>
          <p:nvPr>
            <p:ph type="ftr" sz="quarter" idx="11"/>
          </p:nvPr>
        </p:nvSpPr>
        <p:spPr>
          <a:xfrm>
            <a:off x="4165600" y="6356352"/>
            <a:ext cx="3860800" cy="365125"/>
          </a:xfrm>
          <a:prstGeom prst="rect">
            <a:avLst/>
          </a:prstGeom>
        </p:spPr>
        <p:txBody>
          <a:bodyPr/>
          <a:lstStyle/>
          <a:p>
            <a:endParaRPr lang="zh-CN" altLang="en-US"/>
          </a:p>
        </p:txBody>
      </p:sp>
      <p:sp>
        <p:nvSpPr>
          <p:cNvPr id="5" name="Slide Number Placeholder 4"/>
          <p:cNvSpPr>
            <a:spLocks noGrp="1"/>
          </p:cNvSpPr>
          <p:nvPr>
            <p:ph type="sldNum" sz="quarter" idx="12"/>
          </p:nvPr>
        </p:nvSpPr>
        <p:spPr/>
        <p:txBody>
          <a:bodyPr/>
          <a:lstStyle/>
          <a:p>
            <a:fld id="{DB6769B4-5047-4DE8-962E-21FF2E18E5B7}" type="slidenum">
              <a:rPr lang="zh-CN" altLang="en-US" smtClean="0"/>
              <a:pPr/>
              <a:t>‹#›</a:t>
            </a:fld>
            <a:endParaRPr lang="zh-CN" altLang="en-US"/>
          </a:p>
        </p:txBody>
      </p:sp>
      <p:sp>
        <p:nvSpPr>
          <p:cNvPr id="6" name="Rectangle 7"/>
          <p:cNvSpPr>
            <a:spLocks noGrp="1"/>
          </p:cNvSpPr>
          <p:nvPr>
            <p:ph type="pic" sz="quarter" idx="14"/>
          </p:nvPr>
        </p:nvSpPr>
        <p:spPr>
          <a:xfrm>
            <a:off x="2946400" y="241192"/>
            <a:ext cx="2955915" cy="2883008"/>
          </a:xfrm>
          <a:prstGeom prst="rect">
            <a:avLst/>
          </a:prstGeo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0" marR="0" indent="0" algn="ctr" defTabSz="1219170" rtl="0" eaLnBrk="1" latinLnBrk="0" hangingPunct="1">
              <a:spcBef>
                <a:spcPct val="20000"/>
              </a:spcBef>
              <a:buFontTx/>
              <a:buNone/>
              <a:defRPr kumimoji="0" lang="zh-CN" sz="2667" kern="1200">
                <a:solidFill>
                  <a:schemeClr val="tx1">
                    <a:lumMod val="65000"/>
                    <a:lumOff val="35000"/>
                  </a:schemeClr>
                </a:solidFill>
                <a:latin typeface="+mn-lt"/>
                <a:ea typeface="+mn-ea"/>
                <a:cs typeface="+mn-cs"/>
              </a:defRPr>
            </a:lvl1pPr>
            <a:extLst/>
          </a:lstStyle>
          <a:p>
            <a:pPr marL="0" marR="0" indent="0" algn="ctr" eaLnBrk="1" latinLnBrk="0" hangingPunct="1"/>
            <a:r>
              <a:rPr lang="zh-CN" altLang="en-US"/>
              <a:t>单击图标添加图片</a:t>
            </a:r>
            <a:endParaRPr/>
          </a:p>
        </p:txBody>
      </p:sp>
      <p:sp>
        <p:nvSpPr>
          <p:cNvPr id="7" name="Rectangle 7"/>
          <p:cNvSpPr>
            <a:spLocks noGrp="1"/>
          </p:cNvSpPr>
          <p:nvPr>
            <p:ph type="pic" sz="quarter" idx="26"/>
          </p:nvPr>
        </p:nvSpPr>
        <p:spPr>
          <a:xfrm>
            <a:off x="2946400" y="3365392"/>
            <a:ext cx="2955915" cy="2883008"/>
          </a:xfrm>
          <a:prstGeom prst="rect">
            <a:avLst/>
          </a:prstGeo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0" marR="0" indent="0" algn="ctr" defTabSz="1219170" rtl="0" eaLnBrk="1" latinLnBrk="0" hangingPunct="1">
              <a:spcBef>
                <a:spcPct val="20000"/>
              </a:spcBef>
              <a:buFontTx/>
              <a:buNone/>
              <a:defRPr kumimoji="0" lang="zh-CN" sz="2667" kern="1200">
                <a:solidFill>
                  <a:schemeClr val="tx1">
                    <a:lumMod val="65000"/>
                    <a:lumOff val="35000"/>
                  </a:schemeClr>
                </a:solidFill>
                <a:latin typeface="+mn-lt"/>
                <a:ea typeface="+mn-ea"/>
                <a:cs typeface="+mn-cs"/>
              </a:defRPr>
            </a:lvl1pPr>
            <a:extLst/>
          </a:lstStyle>
          <a:p>
            <a:pPr marL="0" marR="0" indent="0" algn="ctr" eaLnBrk="1" latinLnBrk="0" hangingPunct="1"/>
            <a:r>
              <a:rPr lang="zh-CN" altLang="en-US"/>
              <a:t>单击图标添加图片</a:t>
            </a:r>
            <a:endParaRPr/>
          </a:p>
        </p:txBody>
      </p:sp>
      <p:sp>
        <p:nvSpPr>
          <p:cNvPr id="8" name="Picture Placeholder 7"/>
          <p:cNvSpPr>
            <a:spLocks noGrp="1" noChangeAspect="1"/>
          </p:cNvSpPr>
          <p:nvPr>
            <p:ph type="pic" sz="quarter" idx="25"/>
          </p:nvPr>
        </p:nvSpPr>
        <p:spPr>
          <a:xfrm>
            <a:off x="6203627" y="241192"/>
            <a:ext cx="2956931" cy="2883008"/>
          </a:xfrm>
          <a:prstGeom prst="rect">
            <a:avLst/>
          </a:prstGeo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0" marR="0" indent="0" algn="ctr" defTabSz="1219170" rtl="0" eaLnBrk="1" latinLnBrk="0" hangingPunct="1">
              <a:spcBef>
                <a:spcPct val="20000"/>
              </a:spcBef>
              <a:buFontTx/>
              <a:buNone/>
              <a:defRPr kumimoji="0" lang="zh-CN" sz="2667" kern="1200">
                <a:solidFill>
                  <a:schemeClr val="tx1">
                    <a:lumMod val="65000"/>
                    <a:lumOff val="35000"/>
                  </a:schemeClr>
                </a:solidFill>
                <a:latin typeface="+mn-lt"/>
                <a:ea typeface="+mn-ea"/>
                <a:cs typeface="+mn-cs"/>
              </a:defRPr>
            </a:lvl1pPr>
            <a:extLst/>
          </a:lstStyle>
          <a:p>
            <a:pPr marL="0" marR="0" indent="0" algn="ctr" eaLnBrk="1" latinLnBrk="0" hangingPunct="1"/>
            <a:r>
              <a:rPr lang="zh-CN" altLang="en-US"/>
              <a:t>单击图标添加图片</a:t>
            </a:r>
            <a:endParaRPr/>
          </a:p>
        </p:txBody>
      </p:sp>
      <p:sp>
        <p:nvSpPr>
          <p:cNvPr id="9" name="Rectangle 7"/>
          <p:cNvSpPr>
            <a:spLocks noGrp="1"/>
          </p:cNvSpPr>
          <p:nvPr>
            <p:ph type="pic" sz="quarter" idx="27"/>
          </p:nvPr>
        </p:nvSpPr>
        <p:spPr>
          <a:xfrm>
            <a:off x="6197600" y="3365392"/>
            <a:ext cx="2955915" cy="2883008"/>
          </a:xfrm>
          <a:prstGeom prst="rect">
            <a:avLst/>
          </a:prstGeo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0" marR="0" indent="0" algn="ctr" defTabSz="1219170" rtl="0" eaLnBrk="1" latinLnBrk="0" hangingPunct="1">
              <a:spcBef>
                <a:spcPct val="20000"/>
              </a:spcBef>
              <a:buFontTx/>
              <a:buNone/>
              <a:defRPr kumimoji="0" lang="zh-CN" sz="2667" kern="1200">
                <a:solidFill>
                  <a:schemeClr val="tx1">
                    <a:lumMod val="65000"/>
                    <a:lumOff val="35000"/>
                  </a:schemeClr>
                </a:solidFill>
                <a:latin typeface="+mn-lt"/>
                <a:ea typeface="+mn-ea"/>
                <a:cs typeface="+mn-cs"/>
              </a:defRPr>
            </a:lvl1pPr>
            <a:extLst/>
          </a:lstStyle>
          <a:p>
            <a:pPr marL="0" marR="0" indent="0" algn="ctr" eaLnBrk="1" latinLnBrk="0" hangingPunct="1"/>
            <a:r>
              <a:rPr lang="zh-CN" altLang="en-US"/>
              <a:t>单击图标添加图片</a:t>
            </a:r>
            <a:endParaRPr/>
          </a:p>
        </p:txBody>
      </p:sp>
      <p:sp>
        <p:nvSpPr>
          <p:cNvPr id="10" name="Rectangle 7"/>
          <p:cNvSpPr>
            <a:spLocks noGrp="1"/>
          </p:cNvSpPr>
          <p:nvPr>
            <p:ph type="body" sz="quarter" idx="16" hasCustomPrompt="1"/>
          </p:nvPr>
        </p:nvSpPr>
        <p:spPr>
          <a:xfrm>
            <a:off x="533996" y="1295400"/>
            <a:ext cx="2235200" cy="1905000"/>
          </a:xfrm>
          <a:solidFill>
            <a:srgbClr val="91BED4"/>
          </a:solidFill>
        </p:spPr>
        <p:txBody>
          <a:bodyPr anchor="b" anchorCtr="0">
            <a:noAutofit/>
          </a:bodyPr>
          <a:lstStyle>
            <a:lvl1pPr marL="0" marR="0" indent="0" algn="r" rtl="0" eaLnBrk="1" latinLnBrk="0" hangingPunct="1">
              <a:spcBef>
                <a:spcPct val="20000"/>
              </a:spcBef>
              <a:buFontTx/>
              <a:buNone/>
              <a:defRPr kumimoji="0" lang="zh-CN" sz="2133" baseline="0">
                <a:solidFill>
                  <a:schemeClr val="bg1"/>
                </a:solidFill>
                <a:latin typeface="+mn-lt"/>
                <a:ea typeface="+mn-ea"/>
                <a:cs typeface="+mn-cs"/>
              </a:defRPr>
            </a:lvl1pPr>
            <a:extLst/>
          </a:lstStyle>
          <a:p>
            <a:pPr lvl="0"/>
            <a:r>
              <a:rPr kumimoji="0" lang="zh-CN"/>
              <a:t>单击此处添加标题</a:t>
            </a:r>
          </a:p>
        </p:txBody>
      </p:sp>
      <p:sp>
        <p:nvSpPr>
          <p:cNvPr id="11" name="Rectangle 7"/>
          <p:cNvSpPr>
            <a:spLocks noGrp="1"/>
          </p:cNvSpPr>
          <p:nvPr>
            <p:ph type="body" sz="quarter" idx="29" hasCustomPrompt="1"/>
          </p:nvPr>
        </p:nvSpPr>
        <p:spPr>
          <a:xfrm>
            <a:off x="9448800" y="1295400"/>
            <a:ext cx="2235200" cy="1905000"/>
          </a:xfrm>
          <a:solidFill>
            <a:srgbClr val="FC7500"/>
          </a:solidFill>
        </p:spPr>
        <p:txBody>
          <a:bodyPr anchor="b" anchorCtr="0"/>
          <a:lstStyle>
            <a:lvl1pPr marL="0" marR="0" indent="0" algn="l" eaLnBrk="1" latinLnBrk="0" hangingPunct="1">
              <a:buFontTx/>
              <a:buNone/>
              <a:defRPr kumimoji="0" lang="zh-CN" sz="2133" baseline="0">
                <a:solidFill>
                  <a:schemeClr val="bg1"/>
                </a:solidFill>
              </a:defRPr>
            </a:lvl1pPr>
            <a:extLst/>
          </a:lstStyle>
          <a:p>
            <a:pPr lvl="0"/>
            <a:r>
              <a:rPr kumimoji="0" lang="zh-CN"/>
              <a:t>单击此处添加标题</a:t>
            </a:r>
          </a:p>
        </p:txBody>
      </p:sp>
      <p:sp>
        <p:nvSpPr>
          <p:cNvPr id="12" name="Rectangle 7"/>
          <p:cNvSpPr>
            <a:spLocks noGrp="1"/>
          </p:cNvSpPr>
          <p:nvPr>
            <p:ph type="body" sz="quarter" idx="28" hasCustomPrompt="1"/>
          </p:nvPr>
        </p:nvSpPr>
        <p:spPr>
          <a:xfrm>
            <a:off x="533996" y="3352800"/>
            <a:ext cx="2235200" cy="1905000"/>
          </a:xfrm>
          <a:solidFill>
            <a:srgbClr val="FC7500"/>
          </a:solidFill>
        </p:spPr>
        <p:txBody>
          <a:bodyPr anchor="t" anchorCtr="0"/>
          <a:lstStyle>
            <a:lvl1pPr marL="0" marR="0" indent="0" algn="r" eaLnBrk="1" latinLnBrk="0" hangingPunct="1">
              <a:buFontTx/>
              <a:buNone/>
              <a:defRPr kumimoji="0" lang="zh-CN" sz="2133" baseline="0">
                <a:solidFill>
                  <a:schemeClr val="bg1"/>
                </a:solidFill>
              </a:defRPr>
            </a:lvl1pPr>
            <a:extLst/>
          </a:lstStyle>
          <a:p>
            <a:pPr lvl="0"/>
            <a:r>
              <a:rPr kumimoji="0" lang="zh-CN"/>
              <a:t>单击此处添加标题</a:t>
            </a:r>
          </a:p>
        </p:txBody>
      </p:sp>
      <p:sp>
        <p:nvSpPr>
          <p:cNvPr id="13" name="Rectangle 7"/>
          <p:cNvSpPr>
            <a:spLocks noGrp="1"/>
          </p:cNvSpPr>
          <p:nvPr>
            <p:ph type="body" sz="quarter" idx="30" hasCustomPrompt="1"/>
          </p:nvPr>
        </p:nvSpPr>
        <p:spPr>
          <a:xfrm>
            <a:off x="9448800" y="3352800"/>
            <a:ext cx="2235200" cy="1905000"/>
          </a:xfrm>
          <a:solidFill>
            <a:srgbClr val="91BED4"/>
          </a:solidFill>
        </p:spPr>
        <p:txBody>
          <a:bodyPr anchor="t" anchorCtr="0"/>
          <a:lstStyle>
            <a:lvl1pPr marL="0" marR="0" indent="0" algn="l" eaLnBrk="1" latinLnBrk="0" hangingPunct="1">
              <a:buFontTx/>
              <a:buNone/>
              <a:defRPr kumimoji="0" lang="zh-CN" sz="2133" baseline="0">
                <a:solidFill>
                  <a:schemeClr val="bg1"/>
                </a:solidFill>
              </a:defRPr>
            </a:lvl1pPr>
            <a:extLst/>
          </a:lstStyle>
          <a:p>
            <a:pPr lvl="0"/>
            <a:r>
              <a:rPr kumimoji="0" lang="zh-CN"/>
              <a:t>单击此处添加标题</a:t>
            </a:r>
          </a:p>
        </p:txBody>
      </p:sp>
    </p:spTree>
    <p:extLst>
      <p:ext uri="{BB962C8B-B14F-4D97-AF65-F5344CB8AC3E}">
        <p14:creationId xmlns:p14="http://schemas.microsoft.com/office/powerpoint/2010/main" val="273928331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4 纵栏(带标题)">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609600" y="6356352"/>
            <a:ext cx="2844800" cy="365125"/>
          </a:xfrm>
          <a:prstGeom prst="rect">
            <a:avLst/>
          </a:prstGeom>
        </p:spPr>
        <p:txBody>
          <a:bodyPr/>
          <a:lstStyle/>
          <a:p>
            <a:fld id="{A5F3790F-1BDC-45B7-A06B-907667BADF90}" type="datetimeFigureOut">
              <a:rPr lang="zh-CN" altLang="en-US" smtClean="0"/>
              <a:pPr/>
              <a:t>2024/12/11</a:t>
            </a:fld>
            <a:endParaRPr lang="zh-CN" altLang="en-US"/>
          </a:p>
        </p:txBody>
      </p:sp>
      <p:sp>
        <p:nvSpPr>
          <p:cNvPr id="4" name="Footer Placeholder 3"/>
          <p:cNvSpPr>
            <a:spLocks noGrp="1"/>
          </p:cNvSpPr>
          <p:nvPr>
            <p:ph type="ftr" sz="quarter" idx="11"/>
          </p:nvPr>
        </p:nvSpPr>
        <p:spPr>
          <a:xfrm>
            <a:off x="4165600" y="6356352"/>
            <a:ext cx="3860800" cy="365125"/>
          </a:xfrm>
          <a:prstGeom prst="rect">
            <a:avLst/>
          </a:prstGeom>
        </p:spPr>
        <p:txBody>
          <a:bodyPr/>
          <a:lstStyle/>
          <a:p>
            <a:endParaRPr lang="zh-CN" altLang="en-US"/>
          </a:p>
        </p:txBody>
      </p:sp>
      <p:sp>
        <p:nvSpPr>
          <p:cNvPr id="5" name="Slide Number Placeholder 4"/>
          <p:cNvSpPr>
            <a:spLocks noGrp="1"/>
          </p:cNvSpPr>
          <p:nvPr>
            <p:ph type="sldNum" sz="quarter" idx="12"/>
          </p:nvPr>
        </p:nvSpPr>
        <p:spPr/>
        <p:txBody>
          <a:bodyPr/>
          <a:lstStyle/>
          <a:p>
            <a:fld id="{DB6769B4-5047-4DE8-962E-21FF2E18E5B7}" type="slidenum">
              <a:rPr lang="zh-CN" altLang="en-US" smtClean="0"/>
              <a:pPr/>
              <a:t>‹#›</a:t>
            </a:fld>
            <a:endParaRPr lang="zh-CN" altLang="en-US"/>
          </a:p>
        </p:txBody>
      </p:sp>
      <p:sp>
        <p:nvSpPr>
          <p:cNvPr id="6" name="Rectangle 7"/>
          <p:cNvSpPr>
            <a:spLocks noGrp="1"/>
          </p:cNvSpPr>
          <p:nvPr>
            <p:ph type="pic" sz="quarter" idx="14"/>
          </p:nvPr>
        </p:nvSpPr>
        <p:spPr>
          <a:xfrm>
            <a:off x="2997200" y="241192"/>
            <a:ext cx="2955915" cy="2883008"/>
          </a:xfrm>
          <a:prstGeom prst="rect">
            <a:avLst/>
          </a:prstGeo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0" marR="0" indent="0" algn="ctr" defTabSz="1219170" rtl="0" eaLnBrk="1" latinLnBrk="0" hangingPunct="1">
              <a:spcBef>
                <a:spcPct val="20000"/>
              </a:spcBef>
              <a:buFontTx/>
              <a:buNone/>
              <a:defRPr kumimoji="0" lang="zh-CN" sz="2667" kern="1200">
                <a:solidFill>
                  <a:schemeClr val="tx1">
                    <a:lumMod val="65000"/>
                    <a:lumOff val="35000"/>
                  </a:schemeClr>
                </a:solidFill>
                <a:latin typeface="+mn-lt"/>
                <a:ea typeface="+mn-ea"/>
                <a:cs typeface="+mn-cs"/>
              </a:defRPr>
            </a:lvl1pPr>
            <a:extLst/>
          </a:lstStyle>
          <a:p>
            <a:pPr marL="0" marR="0" indent="0" algn="ctr" eaLnBrk="1" latinLnBrk="0" hangingPunct="1"/>
            <a:r>
              <a:rPr lang="zh-CN" altLang="en-US"/>
              <a:t>单击图标添加图片</a:t>
            </a:r>
            <a:endParaRPr/>
          </a:p>
        </p:txBody>
      </p:sp>
      <p:sp>
        <p:nvSpPr>
          <p:cNvPr id="7" name="Rectangle 7"/>
          <p:cNvSpPr>
            <a:spLocks noGrp="1"/>
          </p:cNvSpPr>
          <p:nvPr>
            <p:ph type="pic" sz="quarter" idx="26"/>
          </p:nvPr>
        </p:nvSpPr>
        <p:spPr>
          <a:xfrm>
            <a:off x="2997200" y="3365392"/>
            <a:ext cx="2955915" cy="2883008"/>
          </a:xfrm>
          <a:prstGeom prst="rect">
            <a:avLst/>
          </a:prstGeo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0" marR="0" indent="0" algn="ctr" defTabSz="1219170" rtl="0" eaLnBrk="1" latinLnBrk="0" hangingPunct="1">
              <a:spcBef>
                <a:spcPct val="20000"/>
              </a:spcBef>
              <a:buFontTx/>
              <a:buNone/>
              <a:defRPr kumimoji="0" lang="zh-CN" sz="2667" kern="1200">
                <a:solidFill>
                  <a:schemeClr val="tx1">
                    <a:lumMod val="65000"/>
                    <a:lumOff val="35000"/>
                  </a:schemeClr>
                </a:solidFill>
                <a:latin typeface="+mn-lt"/>
                <a:ea typeface="+mn-ea"/>
                <a:cs typeface="+mn-cs"/>
              </a:defRPr>
            </a:lvl1pPr>
            <a:extLst/>
          </a:lstStyle>
          <a:p>
            <a:pPr marL="0" marR="0" indent="0" algn="ctr" eaLnBrk="1" latinLnBrk="0" hangingPunct="1"/>
            <a:r>
              <a:rPr lang="zh-CN" altLang="en-US"/>
              <a:t>单击图标添加图片</a:t>
            </a:r>
            <a:endParaRPr/>
          </a:p>
        </p:txBody>
      </p:sp>
      <p:sp>
        <p:nvSpPr>
          <p:cNvPr id="8" name="Picture Placeholder 7"/>
          <p:cNvSpPr>
            <a:spLocks noGrp="1" noChangeAspect="1"/>
          </p:cNvSpPr>
          <p:nvPr>
            <p:ph type="pic" sz="quarter" idx="25"/>
          </p:nvPr>
        </p:nvSpPr>
        <p:spPr>
          <a:xfrm>
            <a:off x="6254427" y="241192"/>
            <a:ext cx="2956931" cy="2883008"/>
          </a:xfrm>
          <a:prstGeom prst="rect">
            <a:avLst/>
          </a:prstGeo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0" marR="0" indent="0" algn="ctr" defTabSz="1219170" rtl="0" eaLnBrk="1" latinLnBrk="0" hangingPunct="1">
              <a:spcBef>
                <a:spcPct val="20000"/>
              </a:spcBef>
              <a:buFontTx/>
              <a:buNone/>
              <a:defRPr kumimoji="0" lang="zh-CN" sz="2667" kern="1200">
                <a:solidFill>
                  <a:schemeClr val="tx1">
                    <a:lumMod val="65000"/>
                    <a:lumOff val="35000"/>
                  </a:schemeClr>
                </a:solidFill>
                <a:latin typeface="+mn-lt"/>
                <a:ea typeface="+mn-ea"/>
                <a:cs typeface="+mn-cs"/>
              </a:defRPr>
            </a:lvl1pPr>
            <a:extLst/>
          </a:lstStyle>
          <a:p>
            <a:pPr marL="0" marR="0" indent="0" algn="ctr" eaLnBrk="1" latinLnBrk="0" hangingPunct="1"/>
            <a:r>
              <a:rPr lang="zh-CN" altLang="en-US"/>
              <a:t>单击图标添加图片</a:t>
            </a:r>
            <a:endParaRPr/>
          </a:p>
        </p:txBody>
      </p:sp>
      <p:sp>
        <p:nvSpPr>
          <p:cNvPr id="9" name="Rectangle 7"/>
          <p:cNvSpPr>
            <a:spLocks noGrp="1"/>
          </p:cNvSpPr>
          <p:nvPr>
            <p:ph type="pic" sz="quarter" idx="27"/>
          </p:nvPr>
        </p:nvSpPr>
        <p:spPr>
          <a:xfrm>
            <a:off x="6248400" y="3365392"/>
            <a:ext cx="2955915" cy="2883008"/>
          </a:xfrm>
          <a:prstGeom prst="rect">
            <a:avLst/>
          </a:prstGeo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0" marR="0" indent="0" algn="ctr" defTabSz="1219170" rtl="0" eaLnBrk="1" latinLnBrk="0" hangingPunct="1">
              <a:spcBef>
                <a:spcPct val="20000"/>
              </a:spcBef>
              <a:buFontTx/>
              <a:buNone/>
              <a:defRPr kumimoji="0" lang="zh-CN" sz="2667" kern="1200">
                <a:solidFill>
                  <a:schemeClr val="tx1">
                    <a:lumMod val="65000"/>
                    <a:lumOff val="35000"/>
                  </a:schemeClr>
                </a:solidFill>
                <a:latin typeface="+mn-lt"/>
                <a:ea typeface="+mn-ea"/>
                <a:cs typeface="+mn-cs"/>
              </a:defRPr>
            </a:lvl1pPr>
            <a:extLst/>
          </a:lstStyle>
          <a:p>
            <a:pPr marL="0" marR="0" indent="0" algn="ctr" eaLnBrk="1" latinLnBrk="0" hangingPunct="1"/>
            <a:r>
              <a:rPr lang="zh-CN" altLang="en-US"/>
              <a:t>单击图标添加图片</a:t>
            </a:r>
            <a:endParaRPr/>
          </a:p>
        </p:txBody>
      </p:sp>
      <p:sp>
        <p:nvSpPr>
          <p:cNvPr id="10" name="Rectangle 7"/>
          <p:cNvSpPr>
            <a:spLocks noGrp="1"/>
          </p:cNvSpPr>
          <p:nvPr>
            <p:ph type="body" sz="quarter" idx="16" hasCustomPrompt="1"/>
          </p:nvPr>
        </p:nvSpPr>
        <p:spPr>
          <a:xfrm>
            <a:off x="457200" y="1257300"/>
            <a:ext cx="2235200" cy="1905000"/>
          </a:xfrm>
          <a:noFill/>
        </p:spPr>
        <p:txBody>
          <a:bodyPr anchor="b" anchorCtr="0">
            <a:noAutofit/>
          </a:bodyPr>
          <a:lstStyle>
            <a:lvl1pPr marL="0" marR="0" indent="0" algn="r" rtl="0" eaLnBrk="1" latinLnBrk="0" hangingPunct="1">
              <a:spcBef>
                <a:spcPct val="20000"/>
              </a:spcBef>
              <a:buFontTx/>
              <a:buNone/>
              <a:defRPr kumimoji="0" lang="zh-CN" sz="2133" baseline="0">
                <a:solidFill>
                  <a:schemeClr val="tx1">
                    <a:lumMod val="50000"/>
                    <a:lumOff val="50000"/>
                  </a:schemeClr>
                </a:solidFill>
                <a:latin typeface="+mn-lt"/>
                <a:ea typeface="+mn-ea"/>
                <a:cs typeface="+mn-cs"/>
              </a:defRPr>
            </a:lvl1pPr>
            <a:extLst/>
          </a:lstStyle>
          <a:p>
            <a:pPr lvl="0"/>
            <a:r>
              <a:rPr kumimoji="0" lang="zh-CN"/>
              <a:t>单击此处添加标题</a:t>
            </a:r>
          </a:p>
        </p:txBody>
      </p:sp>
      <p:sp>
        <p:nvSpPr>
          <p:cNvPr id="12" name="Rectangle 7"/>
          <p:cNvSpPr>
            <a:spLocks noGrp="1"/>
          </p:cNvSpPr>
          <p:nvPr>
            <p:ph type="body" sz="quarter" idx="28" hasCustomPrompt="1"/>
          </p:nvPr>
        </p:nvSpPr>
        <p:spPr>
          <a:xfrm>
            <a:off x="457200" y="3352800"/>
            <a:ext cx="2235200" cy="1905000"/>
          </a:xfrm>
          <a:noFill/>
        </p:spPr>
        <p:txBody>
          <a:bodyPr anchor="t" anchorCtr="0"/>
          <a:lstStyle>
            <a:lvl1pPr marL="0" marR="0" indent="0" algn="r" eaLnBrk="1" latinLnBrk="0" hangingPunct="1">
              <a:buFontTx/>
              <a:buNone/>
              <a:defRPr kumimoji="0" lang="zh-CN" sz="2133" baseline="0">
                <a:solidFill>
                  <a:schemeClr val="tx1">
                    <a:lumMod val="50000"/>
                    <a:lumOff val="50000"/>
                  </a:schemeClr>
                </a:solidFill>
              </a:defRPr>
            </a:lvl1pPr>
            <a:extLst/>
          </a:lstStyle>
          <a:p>
            <a:pPr lvl="0"/>
            <a:r>
              <a:rPr kumimoji="0" lang="zh-CN"/>
              <a:t>单击此处添加标题</a:t>
            </a:r>
          </a:p>
        </p:txBody>
      </p:sp>
      <p:sp>
        <p:nvSpPr>
          <p:cNvPr id="13" name="Rectangle 7"/>
          <p:cNvSpPr>
            <a:spLocks noGrp="1"/>
          </p:cNvSpPr>
          <p:nvPr>
            <p:ph type="body" sz="quarter" idx="30" hasCustomPrompt="1"/>
          </p:nvPr>
        </p:nvSpPr>
        <p:spPr>
          <a:xfrm>
            <a:off x="9499600" y="3352800"/>
            <a:ext cx="2235200" cy="1905000"/>
          </a:xfrm>
          <a:noFill/>
        </p:spPr>
        <p:txBody>
          <a:bodyPr anchor="t" anchorCtr="0"/>
          <a:lstStyle>
            <a:lvl1pPr marL="0" marR="0" indent="0" algn="l" eaLnBrk="1" latinLnBrk="0" hangingPunct="1">
              <a:buFontTx/>
              <a:buNone/>
              <a:defRPr kumimoji="0" lang="zh-CN" sz="2133" baseline="0">
                <a:solidFill>
                  <a:schemeClr val="tx1">
                    <a:lumMod val="50000"/>
                    <a:lumOff val="50000"/>
                  </a:schemeClr>
                </a:solidFill>
              </a:defRPr>
            </a:lvl1pPr>
            <a:extLst/>
          </a:lstStyle>
          <a:p>
            <a:pPr lvl="0"/>
            <a:r>
              <a:rPr kumimoji="0" lang="zh-CN"/>
              <a:t>单击此处添加标题</a:t>
            </a:r>
          </a:p>
        </p:txBody>
      </p:sp>
      <p:sp>
        <p:nvSpPr>
          <p:cNvPr id="14" name="Rectangle 7"/>
          <p:cNvSpPr>
            <a:spLocks noGrp="1"/>
          </p:cNvSpPr>
          <p:nvPr>
            <p:ph type="body" sz="quarter" idx="31" hasCustomPrompt="1"/>
          </p:nvPr>
        </p:nvSpPr>
        <p:spPr>
          <a:xfrm>
            <a:off x="9499600" y="1257300"/>
            <a:ext cx="2235200" cy="1905000"/>
          </a:xfrm>
        </p:spPr>
        <p:txBody>
          <a:bodyPr anchor="b" anchorCtr="0"/>
          <a:lstStyle>
            <a:lvl1pPr marL="0" marR="0" indent="0" algn="l" eaLnBrk="1" latinLnBrk="0" hangingPunct="1">
              <a:buFontTx/>
              <a:buNone/>
              <a:defRPr kumimoji="0" lang="zh-CN" sz="2133" baseline="0">
                <a:solidFill>
                  <a:schemeClr val="tx1">
                    <a:lumMod val="50000"/>
                    <a:lumOff val="50000"/>
                  </a:schemeClr>
                </a:solidFill>
              </a:defRPr>
            </a:lvl1pPr>
            <a:extLst/>
          </a:lstStyle>
          <a:p>
            <a:pPr lvl="0"/>
            <a:r>
              <a:rPr kumimoji="0" lang="zh-CN"/>
              <a:t>单击此处添加标题</a:t>
            </a:r>
          </a:p>
        </p:txBody>
      </p:sp>
    </p:spTree>
    <p:extLst>
      <p:ext uri="{BB962C8B-B14F-4D97-AF65-F5344CB8AC3E}">
        <p14:creationId xmlns:p14="http://schemas.microsoft.com/office/powerpoint/2010/main" val="81202811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4 纵栏(带标题和大标题)">
    <p:spTree>
      <p:nvGrpSpPr>
        <p:cNvPr id="1" name=""/>
        <p:cNvGrpSpPr/>
        <p:nvPr/>
      </p:nvGrpSpPr>
      <p:grpSpPr>
        <a:xfrm>
          <a:off x="0" y="0"/>
          <a:ext cx="0" cy="0"/>
          <a:chOff x="0" y="0"/>
          <a:chExt cx="0" cy="0"/>
        </a:xfrm>
      </p:grpSpPr>
      <p:sp>
        <p:nvSpPr>
          <p:cNvPr id="6" name="Rectangle 7"/>
          <p:cNvSpPr>
            <a:spLocks noGrp="1"/>
          </p:cNvSpPr>
          <p:nvPr>
            <p:ph type="pic" sz="quarter" idx="14"/>
          </p:nvPr>
        </p:nvSpPr>
        <p:spPr>
          <a:xfrm>
            <a:off x="304800" y="838200"/>
            <a:ext cx="2667003" cy="2667000"/>
          </a:xfrm>
          <a:prstGeom prst="rect">
            <a:avLst/>
          </a:prstGeo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0" marR="0" indent="0" algn="ctr" defTabSz="1219170" rtl="0" eaLnBrk="1" latinLnBrk="0" hangingPunct="1">
              <a:spcBef>
                <a:spcPct val="20000"/>
              </a:spcBef>
              <a:buFontTx/>
              <a:buNone/>
              <a:defRPr kumimoji="0" lang="zh-CN" sz="2667" kern="1200">
                <a:solidFill>
                  <a:schemeClr val="tx1">
                    <a:lumMod val="65000"/>
                    <a:lumOff val="35000"/>
                  </a:schemeClr>
                </a:solidFill>
                <a:latin typeface="+mn-lt"/>
                <a:ea typeface="+mn-ea"/>
                <a:cs typeface="+mn-cs"/>
              </a:defRPr>
            </a:lvl1pPr>
            <a:extLst/>
          </a:lstStyle>
          <a:p>
            <a:pPr marL="0" marR="0" indent="0" algn="ctr" eaLnBrk="1" latinLnBrk="0" hangingPunct="1"/>
            <a:r>
              <a:rPr lang="zh-CN" altLang="en-US"/>
              <a:t>单击图标添加图片</a:t>
            </a:r>
            <a:endParaRPr/>
          </a:p>
        </p:txBody>
      </p:sp>
      <p:sp>
        <p:nvSpPr>
          <p:cNvPr id="7" name="Rectangle 7"/>
          <p:cNvSpPr>
            <a:spLocks noGrp="1"/>
          </p:cNvSpPr>
          <p:nvPr>
            <p:ph type="pic" sz="quarter" idx="31"/>
          </p:nvPr>
        </p:nvSpPr>
        <p:spPr>
          <a:xfrm>
            <a:off x="6163733" y="838200"/>
            <a:ext cx="2667003" cy="2667000"/>
          </a:xfrm>
          <a:prstGeom prst="rect">
            <a:avLst/>
          </a:prstGeo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0" marR="0" indent="0" algn="ctr" defTabSz="1219170" rtl="0" eaLnBrk="1" latinLnBrk="0" hangingPunct="1">
              <a:spcBef>
                <a:spcPct val="20000"/>
              </a:spcBef>
              <a:buFontTx/>
              <a:buNone/>
              <a:defRPr kumimoji="0" lang="zh-CN" sz="2667" kern="1200">
                <a:solidFill>
                  <a:schemeClr val="tx1">
                    <a:lumMod val="65000"/>
                    <a:lumOff val="35000"/>
                  </a:schemeClr>
                </a:solidFill>
                <a:latin typeface="+mn-lt"/>
                <a:ea typeface="+mn-ea"/>
                <a:cs typeface="+mn-cs"/>
              </a:defRPr>
            </a:lvl1pPr>
            <a:extLst/>
          </a:lstStyle>
          <a:p>
            <a:pPr marL="0" marR="0" indent="0" algn="ctr" eaLnBrk="1" latinLnBrk="0" hangingPunct="1"/>
            <a:r>
              <a:rPr lang="zh-CN" altLang="en-US"/>
              <a:t>单击图标添加图片</a:t>
            </a:r>
            <a:endParaRPr/>
          </a:p>
        </p:txBody>
      </p:sp>
      <p:sp>
        <p:nvSpPr>
          <p:cNvPr id="8" name="Picture Placeholder 7"/>
          <p:cNvSpPr>
            <a:spLocks noGrp="1"/>
          </p:cNvSpPr>
          <p:nvPr>
            <p:ph type="pic" sz="quarter" idx="30"/>
          </p:nvPr>
        </p:nvSpPr>
        <p:spPr>
          <a:xfrm>
            <a:off x="3233680" y="838200"/>
            <a:ext cx="2667003" cy="2667000"/>
          </a:xfrm>
          <a:prstGeom prst="rect">
            <a:avLst/>
          </a:prstGeo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0" marR="0" indent="0" algn="ctr" defTabSz="1219170" rtl="0" eaLnBrk="1" latinLnBrk="0" hangingPunct="1">
              <a:spcBef>
                <a:spcPct val="20000"/>
              </a:spcBef>
              <a:buFontTx/>
              <a:buNone/>
              <a:defRPr kumimoji="0" lang="zh-CN" sz="2667" kern="1200">
                <a:solidFill>
                  <a:schemeClr val="tx1">
                    <a:lumMod val="65000"/>
                    <a:lumOff val="35000"/>
                  </a:schemeClr>
                </a:solidFill>
                <a:latin typeface="+mn-lt"/>
                <a:ea typeface="+mn-ea"/>
                <a:cs typeface="+mn-cs"/>
              </a:defRPr>
            </a:lvl1pPr>
            <a:extLst/>
          </a:lstStyle>
          <a:p>
            <a:pPr marL="0" marR="0" indent="0" algn="ctr" eaLnBrk="1" latinLnBrk="0" hangingPunct="1"/>
            <a:r>
              <a:rPr lang="zh-CN" altLang="en-US"/>
              <a:t>单击图标添加图片</a:t>
            </a:r>
            <a:endParaRPr/>
          </a:p>
        </p:txBody>
      </p:sp>
      <p:sp>
        <p:nvSpPr>
          <p:cNvPr id="9" name="Rectangle 7"/>
          <p:cNvSpPr>
            <a:spLocks noGrp="1"/>
          </p:cNvSpPr>
          <p:nvPr>
            <p:ph type="pic" sz="quarter" idx="32"/>
          </p:nvPr>
        </p:nvSpPr>
        <p:spPr>
          <a:xfrm>
            <a:off x="9088488" y="838200"/>
            <a:ext cx="2667003" cy="2667000"/>
          </a:xfrm>
          <a:prstGeom prst="rect">
            <a:avLst/>
          </a:prstGeo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0" marR="0" indent="0" algn="ctr" defTabSz="1219170" rtl="0" eaLnBrk="1" latinLnBrk="0" hangingPunct="1">
              <a:spcBef>
                <a:spcPct val="20000"/>
              </a:spcBef>
              <a:buFontTx/>
              <a:buNone/>
              <a:defRPr kumimoji="0" lang="zh-CN" sz="2667" kern="1200">
                <a:solidFill>
                  <a:schemeClr val="tx1">
                    <a:lumMod val="65000"/>
                    <a:lumOff val="35000"/>
                  </a:schemeClr>
                </a:solidFill>
                <a:latin typeface="+mn-lt"/>
                <a:ea typeface="+mn-ea"/>
                <a:cs typeface="+mn-cs"/>
              </a:defRPr>
            </a:lvl1pPr>
            <a:extLst/>
          </a:lstStyle>
          <a:p>
            <a:pPr marL="0" marR="0" indent="0" algn="ctr" eaLnBrk="1" latinLnBrk="0" hangingPunct="1"/>
            <a:r>
              <a:rPr lang="zh-CN" altLang="en-US"/>
              <a:t>单击图标添加图片</a:t>
            </a:r>
            <a:endParaRPr/>
          </a:p>
        </p:txBody>
      </p:sp>
      <p:sp>
        <p:nvSpPr>
          <p:cNvPr id="10" name="Rectangle 7"/>
          <p:cNvSpPr>
            <a:spLocks noGrp="1"/>
          </p:cNvSpPr>
          <p:nvPr>
            <p:ph type="body" sz="quarter" idx="29" hasCustomPrompt="1"/>
          </p:nvPr>
        </p:nvSpPr>
        <p:spPr>
          <a:xfrm>
            <a:off x="304800" y="3733799"/>
            <a:ext cx="11480800" cy="457200"/>
          </a:xfrm>
        </p:spPr>
        <p:txBody>
          <a:bodyPr anchor="t" anchorCtr="0">
            <a:noAutofit/>
          </a:bodyPr>
          <a:lstStyle>
            <a:lvl1pPr marL="0" marR="0" indent="0" algn="l" eaLnBrk="1" latinLnBrk="0" hangingPunct="1">
              <a:buFontTx/>
              <a:buNone/>
              <a:defRPr kumimoji="0" lang="zh-CN" sz="3467" b="1" baseline="0">
                <a:solidFill>
                  <a:srgbClr val="FC7500"/>
                </a:solidFill>
              </a:defRPr>
            </a:lvl1pPr>
            <a:extLst/>
          </a:lstStyle>
          <a:p>
            <a:pPr lvl="0"/>
            <a:r>
              <a:rPr kumimoji="0" lang="zh-CN"/>
              <a:t>单击此处添加标题样式</a:t>
            </a:r>
          </a:p>
        </p:txBody>
      </p:sp>
      <p:sp>
        <p:nvSpPr>
          <p:cNvPr id="12" name="Text Placeholder 11"/>
          <p:cNvSpPr>
            <a:spLocks noGrp="1"/>
          </p:cNvSpPr>
          <p:nvPr>
            <p:ph type="body" sz="quarter" idx="33" hasCustomPrompt="1"/>
          </p:nvPr>
        </p:nvSpPr>
        <p:spPr>
          <a:xfrm>
            <a:off x="304800" y="4343399"/>
            <a:ext cx="11480800" cy="1600200"/>
          </a:xfrm>
        </p:spPr>
        <p:txBody>
          <a:bodyPr>
            <a:normAutofit/>
          </a:bodyPr>
          <a:lstStyle>
            <a:lvl1pPr eaLnBrk="1" latinLnBrk="0" hangingPunct="1">
              <a:buNone/>
              <a:defRPr kumimoji="0" lang="zh-CN" sz="2667">
                <a:solidFill>
                  <a:schemeClr val="tx1">
                    <a:lumMod val="75000"/>
                    <a:lumOff val="25000"/>
                  </a:schemeClr>
                </a:solidFill>
              </a:defRPr>
            </a:lvl1pPr>
          </a:lstStyle>
          <a:p>
            <a:pPr lvl="0"/>
            <a:r>
              <a:rPr kumimoji="0" lang="zh-CN"/>
              <a:t>单击此处添加标题文本</a:t>
            </a:r>
          </a:p>
        </p:txBody>
      </p:sp>
      <p:grpSp>
        <p:nvGrpSpPr>
          <p:cNvPr id="11" name="Group 10"/>
          <p:cNvGrpSpPr/>
          <p:nvPr/>
        </p:nvGrpSpPr>
        <p:grpSpPr>
          <a:xfrm rot="5400000">
            <a:off x="5801032" y="467032"/>
            <a:ext cx="589936" cy="12192000"/>
            <a:chOff x="8524568" y="0"/>
            <a:chExt cx="589936" cy="6858000"/>
          </a:xfrm>
        </p:grpSpPr>
        <p:sp>
          <p:nvSpPr>
            <p:cNvPr id="13" name="Rectangle 12"/>
            <p:cNvSpPr/>
            <p:nvPr userDrawn="1"/>
          </p:nvSpPr>
          <p:spPr>
            <a:xfrm>
              <a:off x="8524568" y="0"/>
              <a:ext cx="540774" cy="6858000"/>
            </a:xfrm>
            <a:prstGeom prst="rect">
              <a:avLst/>
            </a:prstGeom>
            <a:solidFill>
              <a:srgbClr val="FC75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0" lang="zh-CN" altLang="en-US" sz="2400">
                <a:solidFill>
                  <a:srgbClr val="FC7500"/>
                </a:solidFill>
              </a:endParaRPr>
            </a:p>
          </p:txBody>
        </p:sp>
        <p:cxnSp>
          <p:nvCxnSpPr>
            <p:cNvPr id="14" name="Straight Connector 13"/>
            <p:cNvCxnSpPr/>
            <p:nvPr userDrawn="1"/>
          </p:nvCxnSpPr>
          <p:spPr>
            <a:xfrm rot="5400000">
              <a:off x="5685504" y="3429000"/>
              <a:ext cx="6858000" cy="0"/>
            </a:xfrm>
            <a:prstGeom prst="line">
              <a:avLst/>
            </a:prstGeom>
            <a:ln w="50800">
              <a:solidFill>
                <a:srgbClr val="FC7500"/>
              </a:solidFill>
            </a:ln>
          </p:spPr>
          <p:style>
            <a:lnRef idx="1">
              <a:schemeClr val="accent1"/>
            </a:lnRef>
            <a:fillRef idx="0">
              <a:schemeClr val="accent1"/>
            </a:fillRef>
            <a:effectRef idx="0">
              <a:schemeClr val="accent1"/>
            </a:effectRef>
            <a:fontRef idx="minor">
              <a:schemeClr val="tx1"/>
            </a:fontRef>
          </p:style>
        </p:cxnSp>
      </p:grpSp>
      <p:sp>
        <p:nvSpPr>
          <p:cNvPr id="15" name="Date Placeholder 2"/>
          <p:cNvSpPr>
            <a:spLocks noGrp="1"/>
          </p:cNvSpPr>
          <p:nvPr>
            <p:ph type="dt" sz="half" idx="10"/>
          </p:nvPr>
        </p:nvSpPr>
        <p:spPr>
          <a:xfrm>
            <a:off x="609600" y="6553200"/>
            <a:ext cx="2844800" cy="304800"/>
          </a:xfrm>
          <a:prstGeom prst="rect">
            <a:avLst/>
          </a:prstGeom>
        </p:spPr>
        <p:txBody>
          <a:bodyPr/>
          <a:lstStyle>
            <a:lvl1pPr eaLnBrk="1" latinLnBrk="0" hangingPunct="1">
              <a:defRPr kumimoji="0" lang="zh-CN">
                <a:solidFill>
                  <a:schemeClr val="bg1"/>
                </a:solidFill>
              </a:defRPr>
            </a:lvl1pPr>
          </a:lstStyle>
          <a:p>
            <a:fld id="{A5F3790F-1BDC-45B7-A06B-907667BADF90}" type="datetimeFigureOut">
              <a:rPr lang="zh-CN" altLang="en-US" smtClean="0"/>
              <a:pPr/>
              <a:t>2024/12/11</a:t>
            </a:fld>
            <a:endParaRPr lang="zh-CN" altLang="en-US"/>
          </a:p>
        </p:txBody>
      </p:sp>
      <p:sp>
        <p:nvSpPr>
          <p:cNvPr id="16" name="Footer Placeholder 3"/>
          <p:cNvSpPr>
            <a:spLocks noGrp="1"/>
          </p:cNvSpPr>
          <p:nvPr>
            <p:ph type="ftr" sz="quarter" idx="11"/>
          </p:nvPr>
        </p:nvSpPr>
        <p:spPr>
          <a:xfrm>
            <a:off x="4165600" y="6553200"/>
            <a:ext cx="3860800" cy="304800"/>
          </a:xfrm>
          <a:prstGeom prst="rect">
            <a:avLst/>
          </a:prstGeom>
        </p:spPr>
        <p:txBody>
          <a:bodyPr/>
          <a:lstStyle>
            <a:lvl1pPr eaLnBrk="1" latinLnBrk="0" hangingPunct="1">
              <a:defRPr kumimoji="0" lang="zh-CN">
                <a:solidFill>
                  <a:schemeClr val="bg1"/>
                </a:solidFill>
              </a:defRPr>
            </a:lvl1pPr>
          </a:lstStyle>
          <a:p>
            <a:endParaRPr lang="zh-CN" altLang="en-US"/>
          </a:p>
        </p:txBody>
      </p:sp>
      <p:sp>
        <p:nvSpPr>
          <p:cNvPr id="17" name="Slide Number Placeholder 4"/>
          <p:cNvSpPr>
            <a:spLocks noGrp="1"/>
          </p:cNvSpPr>
          <p:nvPr>
            <p:ph type="sldNum" sz="quarter" idx="12"/>
          </p:nvPr>
        </p:nvSpPr>
        <p:spPr>
          <a:xfrm>
            <a:off x="8737600" y="6553200"/>
            <a:ext cx="2844800" cy="304800"/>
          </a:xfrm>
        </p:spPr>
        <p:txBody>
          <a:bodyPr/>
          <a:lstStyle>
            <a:lvl1pPr eaLnBrk="1" latinLnBrk="0" hangingPunct="1">
              <a:defRPr kumimoji="0" lang="zh-CN">
                <a:solidFill>
                  <a:schemeClr val="bg1"/>
                </a:solidFill>
              </a:defRPr>
            </a:lvl1pPr>
          </a:lstStyle>
          <a:p>
            <a:fld id="{DB6769B4-5047-4DE8-962E-21FF2E18E5B7}" type="slidenum">
              <a:rPr lang="zh-CN" altLang="en-US" smtClean="0"/>
              <a:pPr/>
              <a:t>‹#›</a:t>
            </a:fld>
            <a:endParaRPr lang="zh-CN" altLang="en-US"/>
          </a:p>
        </p:txBody>
      </p:sp>
    </p:spTree>
    <p:extLst>
      <p:ext uri="{BB962C8B-B14F-4D97-AF65-F5344CB8AC3E}">
        <p14:creationId xmlns:p14="http://schemas.microsoft.com/office/powerpoint/2010/main" val="325136797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5 栏: 3 横栏和 2 纵栏">
    <p:spTree>
      <p:nvGrpSpPr>
        <p:cNvPr id="1" name=""/>
        <p:cNvGrpSpPr/>
        <p:nvPr/>
      </p:nvGrpSpPr>
      <p:grpSpPr>
        <a:xfrm>
          <a:off x="0" y="0"/>
          <a:ext cx="0" cy="0"/>
          <a:chOff x="0" y="0"/>
          <a:chExt cx="0" cy="0"/>
        </a:xfrm>
      </p:grpSpPr>
      <p:sp>
        <p:nvSpPr>
          <p:cNvPr id="6" name="Rectangle 7"/>
          <p:cNvSpPr>
            <a:spLocks noGrp="1"/>
          </p:cNvSpPr>
          <p:nvPr>
            <p:ph type="pic" sz="quarter" idx="14"/>
          </p:nvPr>
        </p:nvSpPr>
        <p:spPr>
          <a:xfrm>
            <a:off x="812800" y="3480499"/>
            <a:ext cx="2561275" cy="2757620"/>
          </a:xfrm>
          <a:prstGeom prst="rect">
            <a:avLst/>
          </a:prstGeo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0" marR="0" indent="0" algn="ctr" defTabSz="1219170" rtl="0" eaLnBrk="1" latinLnBrk="0" hangingPunct="1">
              <a:spcBef>
                <a:spcPct val="20000"/>
              </a:spcBef>
              <a:buFontTx/>
              <a:buNone/>
              <a:defRPr kumimoji="0" lang="zh-CN" sz="2667" kern="1200">
                <a:solidFill>
                  <a:schemeClr val="tx1">
                    <a:lumMod val="65000"/>
                    <a:lumOff val="35000"/>
                  </a:schemeClr>
                </a:solidFill>
                <a:latin typeface="+mn-lt"/>
                <a:ea typeface="+mn-ea"/>
                <a:cs typeface="+mn-cs"/>
              </a:defRPr>
            </a:lvl1pPr>
            <a:extLst/>
          </a:lstStyle>
          <a:p>
            <a:pPr marL="0" marR="0" indent="0" algn="ctr" eaLnBrk="1" latinLnBrk="0" hangingPunct="1"/>
            <a:r>
              <a:rPr lang="zh-CN" altLang="en-US"/>
              <a:t>单击图标添加图片</a:t>
            </a:r>
            <a:endParaRPr/>
          </a:p>
        </p:txBody>
      </p:sp>
      <p:sp>
        <p:nvSpPr>
          <p:cNvPr id="7" name="Rectangle 7"/>
          <p:cNvSpPr>
            <a:spLocks noGrp="1"/>
          </p:cNvSpPr>
          <p:nvPr>
            <p:ph type="pic" sz="quarter" idx="17"/>
          </p:nvPr>
        </p:nvSpPr>
        <p:spPr>
          <a:xfrm>
            <a:off x="3841930" y="228602"/>
            <a:ext cx="7012547" cy="3944559"/>
          </a:xfrm>
          <a:prstGeom prst="rect">
            <a:avLst/>
          </a:prstGeo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0" marR="0" indent="0" algn="ctr" defTabSz="1219170" rtl="0" eaLnBrk="1" latinLnBrk="0" hangingPunct="1">
              <a:spcBef>
                <a:spcPct val="20000"/>
              </a:spcBef>
              <a:buFontTx/>
              <a:buNone/>
              <a:defRPr kumimoji="0" lang="zh-CN" sz="3200" kern="1200">
                <a:solidFill>
                  <a:schemeClr val="tx1">
                    <a:lumMod val="65000"/>
                    <a:lumOff val="35000"/>
                  </a:schemeClr>
                </a:solidFill>
                <a:latin typeface="+mn-lt"/>
                <a:ea typeface="+mn-ea"/>
                <a:cs typeface="+mn-cs"/>
              </a:defRPr>
            </a:lvl1pPr>
            <a:extLst/>
          </a:lstStyle>
          <a:p>
            <a:pPr marL="0" marR="0" indent="0" algn="ctr" eaLnBrk="1" latinLnBrk="0" hangingPunct="1"/>
            <a:r>
              <a:rPr lang="zh-CN" altLang="en-US"/>
              <a:t>单击图标添加图片</a:t>
            </a:r>
            <a:endParaRPr/>
          </a:p>
        </p:txBody>
      </p:sp>
      <p:sp>
        <p:nvSpPr>
          <p:cNvPr id="8" name="Picture Placeholder 7"/>
          <p:cNvSpPr>
            <a:spLocks noGrp="1"/>
          </p:cNvSpPr>
          <p:nvPr>
            <p:ph type="pic" sz="quarter" idx="26"/>
          </p:nvPr>
        </p:nvSpPr>
        <p:spPr>
          <a:xfrm>
            <a:off x="812800" y="228603"/>
            <a:ext cx="2561275" cy="2757620"/>
          </a:xfrm>
          <a:prstGeom prst="rect">
            <a:avLst/>
          </a:prstGeo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0" marR="0" indent="0" algn="ctr" defTabSz="1219170" rtl="0" eaLnBrk="1" latinLnBrk="0" hangingPunct="1">
              <a:spcBef>
                <a:spcPct val="20000"/>
              </a:spcBef>
              <a:buFontTx/>
              <a:buNone/>
              <a:defRPr kumimoji="0" lang="zh-CN" sz="2667" kern="1200">
                <a:solidFill>
                  <a:schemeClr val="tx1">
                    <a:lumMod val="65000"/>
                    <a:lumOff val="35000"/>
                  </a:schemeClr>
                </a:solidFill>
                <a:latin typeface="+mn-lt"/>
                <a:ea typeface="+mn-ea"/>
                <a:cs typeface="+mn-cs"/>
              </a:defRPr>
            </a:lvl1pPr>
            <a:extLst/>
          </a:lstStyle>
          <a:p>
            <a:pPr marL="0" marR="0" indent="0" algn="ctr" eaLnBrk="1" latinLnBrk="0" hangingPunct="1"/>
            <a:r>
              <a:rPr lang="zh-CN" altLang="en-US"/>
              <a:t>单击图标添加图片</a:t>
            </a:r>
            <a:endParaRPr/>
          </a:p>
        </p:txBody>
      </p:sp>
      <p:sp>
        <p:nvSpPr>
          <p:cNvPr id="9" name="Rectangle 7"/>
          <p:cNvSpPr>
            <a:spLocks noGrp="1" noChangeAspect="1"/>
          </p:cNvSpPr>
          <p:nvPr>
            <p:ph type="pic" sz="quarter" idx="27"/>
          </p:nvPr>
        </p:nvSpPr>
        <p:spPr>
          <a:xfrm>
            <a:off x="7733193" y="4563309"/>
            <a:ext cx="3239608" cy="1707737"/>
          </a:xfrm>
          <a:prstGeom prst="rect">
            <a:avLst/>
          </a:prstGeo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0" marR="0" indent="0" algn="ctr" defTabSz="1219170" rtl="0" eaLnBrk="1" latinLnBrk="0" hangingPunct="1">
              <a:spcBef>
                <a:spcPct val="20000"/>
              </a:spcBef>
              <a:buFontTx/>
              <a:buNone/>
              <a:defRPr kumimoji="0" lang="zh-CN" sz="2667" kern="1200">
                <a:solidFill>
                  <a:schemeClr val="tx1">
                    <a:lumMod val="65000"/>
                    <a:lumOff val="35000"/>
                  </a:schemeClr>
                </a:solidFill>
                <a:latin typeface="+mn-lt"/>
                <a:ea typeface="+mn-ea"/>
                <a:cs typeface="+mn-cs"/>
              </a:defRPr>
            </a:lvl1pPr>
            <a:extLst/>
          </a:lstStyle>
          <a:p>
            <a:pPr marL="0" marR="0" indent="0" algn="ctr" eaLnBrk="1" latinLnBrk="0" hangingPunct="1"/>
            <a:r>
              <a:rPr lang="zh-CN" altLang="en-US"/>
              <a:t>单击图标添加图片</a:t>
            </a:r>
            <a:endParaRPr/>
          </a:p>
        </p:txBody>
      </p:sp>
      <p:sp>
        <p:nvSpPr>
          <p:cNvPr id="10" name="Rectangle 7"/>
          <p:cNvSpPr>
            <a:spLocks noGrp="1" noChangeAspect="1"/>
          </p:cNvSpPr>
          <p:nvPr>
            <p:ph type="pic" sz="quarter" idx="28"/>
          </p:nvPr>
        </p:nvSpPr>
        <p:spPr>
          <a:xfrm>
            <a:off x="3860800" y="4563309"/>
            <a:ext cx="3349360" cy="1707737"/>
          </a:xfrm>
          <a:prstGeom prst="rect">
            <a:avLst/>
          </a:prstGeo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0" marR="0" indent="0" algn="ctr" defTabSz="1219170" rtl="0" eaLnBrk="1" latinLnBrk="0" hangingPunct="1">
              <a:spcBef>
                <a:spcPct val="20000"/>
              </a:spcBef>
              <a:buFontTx/>
              <a:buNone/>
              <a:defRPr kumimoji="0" lang="zh-CN" sz="2667" kern="1200">
                <a:solidFill>
                  <a:schemeClr val="tx1">
                    <a:lumMod val="65000"/>
                    <a:lumOff val="35000"/>
                  </a:schemeClr>
                </a:solidFill>
                <a:latin typeface="+mn-lt"/>
                <a:ea typeface="+mn-ea"/>
                <a:cs typeface="+mn-cs"/>
              </a:defRPr>
            </a:lvl1pPr>
            <a:extLst/>
          </a:lstStyle>
          <a:p>
            <a:pPr marL="0" marR="0" indent="0" algn="ctr" eaLnBrk="1" latinLnBrk="0" hangingPunct="1"/>
            <a:r>
              <a:rPr lang="zh-CN" altLang="en-US"/>
              <a:t>单击图标添加图片</a:t>
            </a:r>
            <a:endParaRPr/>
          </a:p>
        </p:txBody>
      </p:sp>
      <p:sp>
        <p:nvSpPr>
          <p:cNvPr id="13" name="Date Placeholder 3"/>
          <p:cNvSpPr>
            <a:spLocks noGrp="1"/>
          </p:cNvSpPr>
          <p:nvPr>
            <p:ph type="dt" sz="half" idx="10"/>
          </p:nvPr>
        </p:nvSpPr>
        <p:spPr>
          <a:xfrm>
            <a:off x="609600" y="6553200"/>
            <a:ext cx="2844800" cy="304800"/>
          </a:xfrm>
          <a:prstGeom prst="rect">
            <a:avLst/>
          </a:prstGeom>
        </p:spPr>
        <p:txBody>
          <a:bodyPr/>
          <a:lstStyle/>
          <a:p>
            <a:fld id="{A5F3790F-1BDC-45B7-A06B-907667BADF90}" type="datetimeFigureOut">
              <a:rPr lang="zh-CN" altLang="en-US" smtClean="0"/>
              <a:pPr/>
              <a:t>2024/12/11</a:t>
            </a:fld>
            <a:endParaRPr lang="zh-CN" altLang="en-US"/>
          </a:p>
        </p:txBody>
      </p:sp>
      <p:sp>
        <p:nvSpPr>
          <p:cNvPr id="14" name="Footer Placeholder 4"/>
          <p:cNvSpPr>
            <a:spLocks noGrp="1"/>
          </p:cNvSpPr>
          <p:nvPr>
            <p:ph type="ftr" sz="quarter" idx="11"/>
          </p:nvPr>
        </p:nvSpPr>
        <p:spPr>
          <a:xfrm>
            <a:off x="3962400" y="6553200"/>
            <a:ext cx="3860800" cy="304800"/>
          </a:xfrm>
          <a:prstGeom prst="rect">
            <a:avLst/>
          </a:prstGeom>
        </p:spPr>
        <p:txBody>
          <a:bodyPr/>
          <a:lstStyle/>
          <a:p>
            <a:endParaRPr lang="zh-CN" altLang="en-US"/>
          </a:p>
        </p:txBody>
      </p:sp>
      <p:sp>
        <p:nvSpPr>
          <p:cNvPr id="15" name="Slide Number Placeholder 5"/>
          <p:cNvSpPr>
            <a:spLocks noGrp="1"/>
          </p:cNvSpPr>
          <p:nvPr>
            <p:ph type="sldNum" sz="quarter" idx="12"/>
          </p:nvPr>
        </p:nvSpPr>
        <p:spPr>
          <a:xfrm>
            <a:off x="8331200" y="6553200"/>
            <a:ext cx="2743200" cy="304800"/>
          </a:xfrm>
        </p:spPr>
        <p:txBody>
          <a:bodyPr/>
          <a:lstStyle/>
          <a:p>
            <a:fld id="{DB6769B4-5047-4DE8-962E-21FF2E18E5B7}" type="slidenum">
              <a:rPr lang="zh-CN" altLang="en-US" smtClean="0"/>
              <a:pPr/>
              <a:t>‹#›</a:t>
            </a:fld>
            <a:endParaRPr lang="zh-CN" altLang="en-US"/>
          </a:p>
        </p:txBody>
      </p:sp>
    </p:spTree>
    <p:extLst>
      <p:ext uri="{BB962C8B-B14F-4D97-AF65-F5344CB8AC3E}">
        <p14:creationId xmlns:p14="http://schemas.microsoft.com/office/powerpoint/2010/main" val="151691375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5 栏: 2 横栏和 3 纵栏">
    <p:spTree>
      <p:nvGrpSpPr>
        <p:cNvPr id="1" name=""/>
        <p:cNvGrpSpPr/>
        <p:nvPr/>
      </p:nvGrpSpPr>
      <p:grpSpPr>
        <a:xfrm>
          <a:off x="0" y="0"/>
          <a:ext cx="0" cy="0"/>
          <a:chOff x="0" y="0"/>
          <a:chExt cx="0" cy="0"/>
        </a:xfrm>
      </p:grpSpPr>
      <p:sp>
        <p:nvSpPr>
          <p:cNvPr id="7" name="Date Placeholder 6"/>
          <p:cNvSpPr>
            <a:spLocks noGrp="1"/>
          </p:cNvSpPr>
          <p:nvPr>
            <p:ph type="dt" sz="half" idx="10"/>
          </p:nvPr>
        </p:nvSpPr>
        <p:spPr>
          <a:xfrm>
            <a:off x="609600" y="6356352"/>
            <a:ext cx="2844800" cy="365125"/>
          </a:xfrm>
          <a:prstGeom prst="rect">
            <a:avLst/>
          </a:prstGeom>
        </p:spPr>
        <p:txBody>
          <a:bodyPr/>
          <a:lstStyle/>
          <a:p>
            <a:fld id="{A5F3790F-1BDC-45B7-A06B-907667BADF90}" type="datetimeFigureOut">
              <a:rPr lang="zh-CN" altLang="en-US" smtClean="0"/>
              <a:pPr/>
              <a:t>2024/12/11</a:t>
            </a:fld>
            <a:endParaRPr lang="zh-CN" altLang="en-US"/>
          </a:p>
        </p:txBody>
      </p:sp>
      <p:sp>
        <p:nvSpPr>
          <p:cNvPr id="8" name="Footer Placeholder 7"/>
          <p:cNvSpPr>
            <a:spLocks noGrp="1"/>
          </p:cNvSpPr>
          <p:nvPr>
            <p:ph type="ftr" sz="quarter" idx="11"/>
          </p:nvPr>
        </p:nvSpPr>
        <p:spPr>
          <a:xfrm>
            <a:off x="4165600" y="6356352"/>
            <a:ext cx="3860800" cy="365125"/>
          </a:xfrm>
          <a:prstGeom prst="rect">
            <a:avLst/>
          </a:prstGeom>
        </p:spPr>
        <p:txBody>
          <a:bodyPr/>
          <a:lstStyle/>
          <a:p>
            <a:endParaRPr lang="zh-CN" altLang="en-US"/>
          </a:p>
        </p:txBody>
      </p:sp>
      <p:sp>
        <p:nvSpPr>
          <p:cNvPr id="9" name="Slide Number Placeholder 8"/>
          <p:cNvSpPr>
            <a:spLocks noGrp="1"/>
          </p:cNvSpPr>
          <p:nvPr>
            <p:ph type="sldNum" sz="quarter" idx="12"/>
          </p:nvPr>
        </p:nvSpPr>
        <p:spPr/>
        <p:txBody>
          <a:bodyPr/>
          <a:lstStyle/>
          <a:p>
            <a:fld id="{DB6769B4-5047-4DE8-962E-21FF2E18E5B7}" type="slidenum">
              <a:rPr lang="zh-CN" altLang="en-US" smtClean="0"/>
              <a:pPr/>
              <a:t>‹#›</a:t>
            </a:fld>
            <a:endParaRPr lang="zh-CN" altLang="en-US"/>
          </a:p>
        </p:txBody>
      </p:sp>
      <p:sp>
        <p:nvSpPr>
          <p:cNvPr id="10" name="Rectangle 7"/>
          <p:cNvSpPr>
            <a:spLocks noGrp="1"/>
          </p:cNvSpPr>
          <p:nvPr>
            <p:ph type="pic" sz="quarter" idx="26"/>
          </p:nvPr>
        </p:nvSpPr>
        <p:spPr>
          <a:xfrm>
            <a:off x="705478" y="3124202"/>
            <a:ext cx="3358527" cy="3167033"/>
          </a:xfrm>
          <a:prstGeom prst="rect">
            <a:avLst/>
          </a:prstGeo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0" marR="0" indent="0" algn="ctr" defTabSz="1219170" rtl="0" eaLnBrk="1" latinLnBrk="0" hangingPunct="1">
              <a:spcBef>
                <a:spcPct val="20000"/>
              </a:spcBef>
              <a:buFontTx/>
              <a:buNone/>
              <a:defRPr kumimoji="0" lang="zh-CN" sz="3200" kern="1200">
                <a:solidFill>
                  <a:schemeClr val="tx1">
                    <a:lumMod val="65000"/>
                    <a:lumOff val="35000"/>
                  </a:schemeClr>
                </a:solidFill>
                <a:latin typeface="+mn-lt"/>
                <a:ea typeface="+mn-ea"/>
                <a:cs typeface="+mn-cs"/>
              </a:defRPr>
            </a:lvl1pPr>
            <a:extLst/>
          </a:lstStyle>
          <a:p>
            <a:pPr marL="0" marR="0" indent="0" algn="ctr" eaLnBrk="1" latinLnBrk="0" hangingPunct="1"/>
            <a:r>
              <a:rPr lang="zh-CN" altLang="en-US"/>
              <a:t>单击图标添加图片</a:t>
            </a:r>
            <a:endParaRPr/>
          </a:p>
        </p:txBody>
      </p:sp>
      <p:sp>
        <p:nvSpPr>
          <p:cNvPr id="11" name="Rectangle 7"/>
          <p:cNvSpPr>
            <a:spLocks noGrp="1"/>
          </p:cNvSpPr>
          <p:nvPr>
            <p:ph type="pic" sz="quarter" idx="29"/>
          </p:nvPr>
        </p:nvSpPr>
        <p:spPr>
          <a:xfrm>
            <a:off x="681832" y="228603"/>
            <a:ext cx="5106533" cy="2651469"/>
          </a:xfrm>
          <a:prstGeom prst="rect">
            <a:avLst/>
          </a:prstGeo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0" marR="0" indent="0" algn="ctr" defTabSz="1219170" rtl="0" eaLnBrk="1" latinLnBrk="0" hangingPunct="1">
              <a:spcBef>
                <a:spcPct val="20000"/>
              </a:spcBef>
              <a:buFont typeface="Arial" pitchFamily="34" charset="0"/>
              <a:buNone/>
              <a:defRPr kumimoji="0" lang="zh-CN" sz="3200" kern="1200">
                <a:solidFill>
                  <a:schemeClr val="tx1">
                    <a:lumMod val="65000"/>
                    <a:lumOff val="35000"/>
                  </a:schemeClr>
                </a:solidFill>
                <a:latin typeface="+mn-lt"/>
                <a:ea typeface="+mn-ea"/>
                <a:cs typeface="+mn-cs"/>
              </a:defRPr>
            </a:lvl1pPr>
            <a:extLst/>
          </a:lstStyle>
          <a:p>
            <a:pPr marL="0" marR="0" indent="0" algn="ctr" eaLnBrk="1" latinLnBrk="0" hangingPunct="1"/>
            <a:r>
              <a:rPr lang="zh-CN" altLang="en-US"/>
              <a:t>单击图标添加图片</a:t>
            </a:r>
            <a:endParaRPr/>
          </a:p>
        </p:txBody>
      </p:sp>
      <p:sp>
        <p:nvSpPr>
          <p:cNvPr id="12" name="Rectangle 7"/>
          <p:cNvSpPr>
            <a:spLocks noGrp="1"/>
          </p:cNvSpPr>
          <p:nvPr>
            <p:ph type="pic" sz="quarter" idx="30"/>
          </p:nvPr>
        </p:nvSpPr>
        <p:spPr>
          <a:xfrm>
            <a:off x="6374267" y="228603"/>
            <a:ext cx="5106533" cy="2651469"/>
          </a:xfrm>
          <a:prstGeom prst="rect">
            <a:avLst/>
          </a:prstGeo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0" marR="0" indent="0" algn="ctr" defTabSz="1219170" rtl="0" eaLnBrk="1" latinLnBrk="0" hangingPunct="1">
              <a:spcBef>
                <a:spcPct val="20000"/>
              </a:spcBef>
              <a:buFontTx/>
              <a:buNone/>
              <a:defRPr kumimoji="0" lang="zh-CN" sz="3200" kern="1200">
                <a:solidFill>
                  <a:schemeClr val="tx1">
                    <a:lumMod val="65000"/>
                    <a:lumOff val="35000"/>
                  </a:schemeClr>
                </a:solidFill>
                <a:latin typeface="+mn-lt"/>
                <a:ea typeface="+mn-ea"/>
                <a:cs typeface="+mn-cs"/>
              </a:defRPr>
            </a:lvl1pPr>
            <a:extLst/>
          </a:lstStyle>
          <a:p>
            <a:pPr marL="0" marR="0" indent="0" algn="ctr" eaLnBrk="1" latinLnBrk="0" hangingPunct="1"/>
            <a:r>
              <a:rPr lang="zh-CN" altLang="en-US"/>
              <a:t>单击图标添加图片</a:t>
            </a:r>
            <a:endParaRPr/>
          </a:p>
        </p:txBody>
      </p:sp>
      <p:sp>
        <p:nvSpPr>
          <p:cNvPr id="13" name="Rectangle 7"/>
          <p:cNvSpPr>
            <a:spLocks noGrp="1"/>
          </p:cNvSpPr>
          <p:nvPr>
            <p:ph type="pic" sz="quarter" idx="27"/>
          </p:nvPr>
        </p:nvSpPr>
        <p:spPr>
          <a:xfrm>
            <a:off x="4413878" y="3124202"/>
            <a:ext cx="3358527" cy="3167033"/>
          </a:xfrm>
          <a:prstGeom prst="rect">
            <a:avLst/>
          </a:prstGeo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0" marR="0" indent="0" algn="ctr" defTabSz="1219170" rtl="0" eaLnBrk="1" latinLnBrk="0" hangingPunct="1">
              <a:spcBef>
                <a:spcPct val="20000"/>
              </a:spcBef>
              <a:buFontTx/>
              <a:buNone/>
              <a:defRPr kumimoji="0" lang="zh-CN" sz="3200" kern="1200">
                <a:solidFill>
                  <a:schemeClr val="tx1">
                    <a:lumMod val="65000"/>
                    <a:lumOff val="35000"/>
                  </a:schemeClr>
                </a:solidFill>
                <a:latin typeface="+mn-lt"/>
                <a:ea typeface="+mn-ea"/>
                <a:cs typeface="+mn-cs"/>
              </a:defRPr>
            </a:lvl1pPr>
            <a:extLst/>
          </a:lstStyle>
          <a:p>
            <a:pPr marL="0" marR="0" indent="0" algn="ctr" eaLnBrk="1" latinLnBrk="0" hangingPunct="1"/>
            <a:r>
              <a:rPr lang="zh-CN" altLang="en-US"/>
              <a:t>单击图标添加图片</a:t>
            </a:r>
            <a:endParaRPr/>
          </a:p>
        </p:txBody>
      </p:sp>
      <p:sp>
        <p:nvSpPr>
          <p:cNvPr id="14" name="Rectangle 7"/>
          <p:cNvSpPr>
            <a:spLocks noGrp="1"/>
          </p:cNvSpPr>
          <p:nvPr>
            <p:ph type="pic" sz="quarter" idx="28"/>
          </p:nvPr>
        </p:nvSpPr>
        <p:spPr>
          <a:xfrm>
            <a:off x="8122278" y="3124202"/>
            <a:ext cx="3358527" cy="3167033"/>
          </a:xfrm>
          <a:prstGeom prst="rect">
            <a:avLst/>
          </a:prstGeo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0" marR="0" indent="0" algn="ctr" defTabSz="1219170" rtl="0" eaLnBrk="1" latinLnBrk="0" hangingPunct="1">
              <a:spcBef>
                <a:spcPct val="20000"/>
              </a:spcBef>
              <a:buFontTx/>
              <a:buNone/>
              <a:defRPr kumimoji="0" lang="zh-CN" sz="3200" kern="1200">
                <a:solidFill>
                  <a:schemeClr val="tx1">
                    <a:lumMod val="65000"/>
                    <a:lumOff val="35000"/>
                  </a:schemeClr>
                </a:solidFill>
                <a:latin typeface="+mn-lt"/>
                <a:ea typeface="+mn-ea"/>
                <a:cs typeface="+mn-cs"/>
              </a:defRPr>
            </a:lvl1pPr>
            <a:extLst/>
          </a:lstStyle>
          <a:p>
            <a:pPr marL="0" marR="0" indent="0" algn="ctr" eaLnBrk="1" latinLnBrk="0" hangingPunct="1"/>
            <a:r>
              <a:rPr lang="zh-CN" altLang="en-US"/>
              <a:t>单击图标添加图片</a:t>
            </a:r>
            <a:endParaRPr/>
          </a:p>
        </p:txBody>
      </p:sp>
    </p:spTree>
    <p:extLst>
      <p:ext uri="{BB962C8B-B14F-4D97-AF65-F5344CB8AC3E}">
        <p14:creationId xmlns:p14="http://schemas.microsoft.com/office/powerpoint/2010/main" val="110444501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照片网格(带彩色标题)">
    <p:spTree>
      <p:nvGrpSpPr>
        <p:cNvPr id="1" name=""/>
        <p:cNvGrpSpPr/>
        <p:nvPr/>
      </p:nvGrpSpPr>
      <p:grpSpPr>
        <a:xfrm>
          <a:off x="0" y="0"/>
          <a:ext cx="0" cy="0"/>
          <a:chOff x="0" y="0"/>
          <a:chExt cx="0" cy="0"/>
        </a:xfrm>
      </p:grpSpPr>
      <p:sp>
        <p:nvSpPr>
          <p:cNvPr id="51" name="Rectangle 50"/>
          <p:cNvSpPr/>
          <p:nvPr/>
        </p:nvSpPr>
        <p:spPr>
          <a:xfrm>
            <a:off x="6197600" y="4558211"/>
            <a:ext cx="2743200" cy="1994991"/>
          </a:xfrm>
          <a:prstGeom prst="rect">
            <a:avLst/>
          </a:prstGeom>
          <a:solidFill>
            <a:srgbClr val="FC75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0" lang="zh-CN" altLang="en-US" sz="2400"/>
          </a:p>
        </p:txBody>
      </p:sp>
      <p:sp>
        <p:nvSpPr>
          <p:cNvPr id="52" name="Text Placeholder 25"/>
          <p:cNvSpPr>
            <a:spLocks noGrp="1"/>
          </p:cNvSpPr>
          <p:nvPr>
            <p:ph type="body" sz="quarter" idx="31" hasCustomPrompt="1"/>
          </p:nvPr>
        </p:nvSpPr>
        <p:spPr>
          <a:xfrm>
            <a:off x="6299200" y="4710613"/>
            <a:ext cx="2540000" cy="366889"/>
          </a:xfrm>
        </p:spPr>
        <p:txBody>
          <a:bodyPr>
            <a:normAutofit/>
          </a:bodyPr>
          <a:lstStyle>
            <a:lvl1pPr algn="l" eaLnBrk="1" latinLnBrk="0" hangingPunct="1">
              <a:buNone/>
              <a:defRPr kumimoji="0" lang="zh-CN" sz="2133" b="1" baseline="0">
                <a:solidFill>
                  <a:schemeClr val="bg1"/>
                </a:solidFill>
              </a:defRPr>
            </a:lvl1pPr>
          </a:lstStyle>
          <a:p>
            <a:pPr lvl="0"/>
            <a:r>
              <a:rPr kumimoji="0" lang="zh-CN"/>
              <a:t>单击此处添加标题</a:t>
            </a:r>
          </a:p>
        </p:txBody>
      </p:sp>
      <p:sp>
        <p:nvSpPr>
          <p:cNvPr id="53" name="Text Placeholder 28"/>
          <p:cNvSpPr>
            <a:spLocks noGrp="1"/>
          </p:cNvSpPr>
          <p:nvPr>
            <p:ph type="body" sz="quarter" idx="32" hasCustomPrompt="1"/>
          </p:nvPr>
        </p:nvSpPr>
        <p:spPr>
          <a:xfrm>
            <a:off x="6299200" y="5167811"/>
            <a:ext cx="2540000" cy="1247423"/>
          </a:xfrm>
        </p:spPr>
        <p:txBody>
          <a:bodyPr>
            <a:normAutofit/>
          </a:bodyPr>
          <a:lstStyle>
            <a:lvl1pPr marL="0" indent="0" algn="l" eaLnBrk="1" latinLnBrk="0" hangingPunct="1">
              <a:buNone/>
              <a:defRPr kumimoji="0" lang="zh-CN" sz="2400" baseline="0">
                <a:solidFill>
                  <a:schemeClr val="bg1"/>
                </a:solidFill>
              </a:defRPr>
            </a:lvl1pPr>
          </a:lstStyle>
          <a:p>
            <a:pPr lvl="0"/>
            <a:r>
              <a:rPr kumimoji="0" lang="zh-CN"/>
              <a:t>单击此处以将图片的文本添加到右侧</a:t>
            </a:r>
          </a:p>
        </p:txBody>
      </p:sp>
      <p:sp>
        <p:nvSpPr>
          <p:cNvPr id="35" name="Rectangle 34"/>
          <p:cNvSpPr/>
          <p:nvPr/>
        </p:nvSpPr>
        <p:spPr>
          <a:xfrm>
            <a:off x="6197600" y="291011"/>
            <a:ext cx="2743200" cy="1994991"/>
          </a:xfrm>
          <a:prstGeom prst="rect">
            <a:avLst/>
          </a:prstGeom>
          <a:solidFill>
            <a:srgbClr val="D9E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0" lang="zh-CN" altLang="en-US" sz="2400"/>
          </a:p>
        </p:txBody>
      </p:sp>
      <p:sp>
        <p:nvSpPr>
          <p:cNvPr id="36" name="Text Placeholder 25"/>
          <p:cNvSpPr>
            <a:spLocks noGrp="1"/>
          </p:cNvSpPr>
          <p:nvPr>
            <p:ph type="body" sz="quarter" idx="19" hasCustomPrompt="1"/>
          </p:nvPr>
        </p:nvSpPr>
        <p:spPr>
          <a:xfrm>
            <a:off x="6299200" y="443413"/>
            <a:ext cx="2540000" cy="366889"/>
          </a:xfrm>
        </p:spPr>
        <p:txBody>
          <a:bodyPr>
            <a:normAutofit/>
          </a:bodyPr>
          <a:lstStyle>
            <a:lvl1pPr algn="l" eaLnBrk="1" latinLnBrk="0" hangingPunct="1">
              <a:buNone/>
              <a:defRPr kumimoji="0" lang="zh-CN" sz="2133" b="1" baseline="0">
                <a:solidFill>
                  <a:schemeClr val="accent1">
                    <a:lumMod val="75000"/>
                  </a:schemeClr>
                </a:solidFill>
              </a:defRPr>
            </a:lvl1pPr>
          </a:lstStyle>
          <a:p>
            <a:pPr lvl="0"/>
            <a:r>
              <a:rPr kumimoji="0" lang="zh-CN"/>
              <a:t>单击此处添加标题</a:t>
            </a:r>
          </a:p>
        </p:txBody>
      </p:sp>
      <p:sp>
        <p:nvSpPr>
          <p:cNvPr id="37" name="Text Placeholder 28"/>
          <p:cNvSpPr>
            <a:spLocks noGrp="1"/>
          </p:cNvSpPr>
          <p:nvPr>
            <p:ph type="body" sz="quarter" idx="20" hasCustomPrompt="1"/>
          </p:nvPr>
        </p:nvSpPr>
        <p:spPr>
          <a:xfrm>
            <a:off x="6299200" y="900611"/>
            <a:ext cx="2540000" cy="1247423"/>
          </a:xfrm>
        </p:spPr>
        <p:txBody>
          <a:bodyPr>
            <a:normAutofit/>
          </a:bodyPr>
          <a:lstStyle>
            <a:lvl1pPr marL="0" indent="0" algn="l" eaLnBrk="1" latinLnBrk="0" hangingPunct="1">
              <a:buNone/>
              <a:defRPr kumimoji="0" lang="zh-CN" sz="2400" baseline="0">
                <a:solidFill>
                  <a:schemeClr val="tx1">
                    <a:lumMod val="65000"/>
                    <a:lumOff val="35000"/>
                  </a:schemeClr>
                </a:solidFill>
              </a:defRPr>
            </a:lvl1pPr>
          </a:lstStyle>
          <a:p>
            <a:pPr lvl="0"/>
            <a:r>
              <a:rPr kumimoji="0" lang="zh-CN"/>
              <a:t>单击此处以将图片的文本添加到右侧</a:t>
            </a:r>
          </a:p>
        </p:txBody>
      </p:sp>
      <p:sp>
        <p:nvSpPr>
          <p:cNvPr id="30" name="Rectangle 29"/>
          <p:cNvSpPr/>
          <p:nvPr/>
        </p:nvSpPr>
        <p:spPr>
          <a:xfrm>
            <a:off x="304800" y="291011"/>
            <a:ext cx="2743200" cy="1994991"/>
          </a:xfrm>
          <a:prstGeom prst="rect">
            <a:avLst/>
          </a:prstGeom>
          <a:solidFill>
            <a:srgbClr val="FC75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0" lang="zh-CN" altLang="en-US" sz="2400">
              <a:solidFill>
                <a:srgbClr val="FC7500"/>
              </a:solidFill>
            </a:endParaRPr>
          </a:p>
        </p:txBody>
      </p:sp>
      <p:sp>
        <p:nvSpPr>
          <p:cNvPr id="31" name="Picture Placeholder 11"/>
          <p:cNvSpPr>
            <a:spLocks noGrp="1"/>
          </p:cNvSpPr>
          <p:nvPr>
            <p:ph type="pic" sz="quarter" idx="13"/>
          </p:nvPr>
        </p:nvSpPr>
        <p:spPr>
          <a:xfrm>
            <a:off x="3247923" y="295275"/>
            <a:ext cx="2746477" cy="1981200"/>
          </a:xfrm>
          <a:solidFill>
            <a:srgbClr val="F0F0F0"/>
          </a:solidFill>
        </p:spPr>
        <p:txBody>
          <a:bodyPr>
            <a:normAutofit/>
          </a:bodyPr>
          <a:lstStyle>
            <a:lvl1pPr algn="ctr" eaLnBrk="1" latinLnBrk="0" hangingPunct="1">
              <a:buNone/>
              <a:defRPr kumimoji="0" lang="zh-CN" sz="2400">
                <a:solidFill>
                  <a:schemeClr val="tx1">
                    <a:lumMod val="75000"/>
                    <a:lumOff val="25000"/>
                  </a:schemeClr>
                </a:solidFill>
              </a:defRPr>
            </a:lvl1pPr>
          </a:lstStyle>
          <a:p>
            <a:pPr eaLnBrk="1" latinLnBrk="0" hangingPunct="1"/>
            <a:r>
              <a:rPr lang="zh-CN" altLang="en-US"/>
              <a:t>单击图标添加图片</a:t>
            </a:r>
            <a:endParaRPr/>
          </a:p>
        </p:txBody>
      </p:sp>
      <p:sp>
        <p:nvSpPr>
          <p:cNvPr id="32" name="Picture Placeholder 11"/>
          <p:cNvSpPr>
            <a:spLocks noGrp="1"/>
          </p:cNvSpPr>
          <p:nvPr>
            <p:ph type="pic" sz="quarter" idx="16"/>
          </p:nvPr>
        </p:nvSpPr>
        <p:spPr>
          <a:xfrm>
            <a:off x="9140723" y="291011"/>
            <a:ext cx="2746477" cy="1981200"/>
          </a:xfrm>
          <a:solidFill>
            <a:srgbClr val="F0F0F0"/>
          </a:solidFill>
        </p:spPr>
        <p:txBody>
          <a:bodyPr>
            <a:normAutofit/>
          </a:bodyPr>
          <a:lstStyle>
            <a:lvl1pPr algn="ctr" eaLnBrk="1" latinLnBrk="0" hangingPunct="1">
              <a:buNone/>
              <a:defRPr kumimoji="0" lang="zh-CN" sz="2400">
                <a:solidFill>
                  <a:schemeClr val="tx1">
                    <a:lumMod val="75000"/>
                    <a:lumOff val="25000"/>
                  </a:schemeClr>
                </a:solidFill>
              </a:defRPr>
            </a:lvl1pPr>
          </a:lstStyle>
          <a:p>
            <a:pPr eaLnBrk="1" latinLnBrk="0" hangingPunct="1"/>
            <a:r>
              <a:rPr lang="zh-CN" altLang="en-US"/>
              <a:t>单击图标添加图片</a:t>
            </a:r>
            <a:endParaRPr/>
          </a:p>
        </p:txBody>
      </p:sp>
      <p:sp>
        <p:nvSpPr>
          <p:cNvPr id="33" name="Text Placeholder 25"/>
          <p:cNvSpPr>
            <a:spLocks noGrp="1"/>
          </p:cNvSpPr>
          <p:nvPr>
            <p:ph type="body" sz="quarter" idx="17" hasCustomPrompt="1"/>
          </p:nvPr>
        </p:nvSpPr>
        <p:spPr>
          <a:xfrm>
            <a:off x="406400" y="443413"/>
            <a:ext cx="2540000" cy="366889"/>
          </a:xfrm>
        </p:spPr>
        <p:txBody>
          <a:bodyPr>
            <a:normAutofit/>
          </a:bodyPr>
          <a:lstStyle>
            <a:lvl1pPr algn="l" eaLnBrk="1" latinLnBrk="0" hangingPunct="1">
              <a:buNone/>
              <a:defRPr kumimoji="0" lang="zh-CN" sz="2133" b="1" baseline="0">
                <a:solidFill>
                  <a:schemeClr val="bg1"/>
                </a:solidFill>
              </a:defRPr>
            </a:lvl1pPr>
          </a:lstStyle>
          <a:p>
            <a:pPr lvl="0"/>
            <a:r>
              <a:rPr kumimoji="0" lang="zh-CN"/>
              <a:t>单击此处添加标题</a:t>
            </a:r>
          </a:p>
        </p:txBody>
      </p:sp>
      <p:sp>
        <p:nvSpPr>
          <p:cNvPr id="34" name="Text Placeholder 28"/>
          <p:cNvSpPr>
            <a:spLocks noGrp="1"/>
          </p:cNvSpPr>
          <p:nvPr>
            <p:ph type="body" sz="quarter" idx="18" hasCustomPrompt="1"/>
          </p:nvPr>
        </p:nvSpPr>
        <p:spPr>
          <a:xfrm>
            <a:off x="406400" y="900611"/>
            <a:ext cx="2540000" cy="1247423"/>
          </a:xfrm>
        </p:spPr>
        <p:txBody>
          <a:bodyPr>
            <a:normAutofit/>
          </a:bodyPr>
          <a:lstStyle>
            <a:lvl1pPr marL="0" indent="0" algn="l" eaLnBrk="1" latinLnBrk="0" hangingPunct="1">
              <a:buNone/>
              <a:defRPr kumimoji="0" lang="zh-CN" sz="2400" baseline="0">
                <a:solidFill>
                  <a:schemeClr val="bg1"/>
                </a:solidFill>
              </a:defRPr>
            </a:lvl1pPr>
          </a:lstStyle>
          <a:p>
            <a:pPr lvl="0"/>
            <a:r>
              <a:rPr kumimoji="0" lang="zh-CN"/>
              <a:t>单击此处以将图片的文本添加到右侧</a:t>
            </a:r>
          </a:p>
        </p:txBody>
      </p:sp>
      <p:sp>
        <p:nvSpPr>
          <p:cNvPr id="38" name="Rectangle 37"/>
          <p:cNvSpPr/>
          <p:nvPr/>
        </p:nvSpPr>
        <p:spPr>
          <a:xfrm>
            <a:off x="3254476" y="2424611"/>
            <a:ext cx="2743200" cy="1994991"/>
          </a:xfrm>
          <a:prstGeom prst="rect">
            <a:avLst/>
          </a:prstGeom>
          <a:solidFill>
            <a:srgbClr val="91BE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0" lang="zh-CN" altLang="en-US" sz="2400"/>
          </a:p>
        </p:txBody>
      </p:sp>
      <p:sp>
        <p:nvSpPr>
          <p:cNvPr id="39" name="Picture Placeholder 11"/>
          <p:cNvSpPr>
            <a:spLocks noGrp="1"/>
          </p:cNvSpPr>
          <p:nvPr>
            <p:ph type="pic" sz="quarter" idx="21"/>
          </p:nvPr>
        </p:nvSpPr>
        <p:spPr>
          <a:xfrm>
            <a:off x="304800" y="2424611"/>
            <a:ext cx="2746477" cy="1981200"/>
          </a:xfrm>
          <a:solidFill>
            <a:srgbClr val="F0F0F0"/>
          </a:solidFill>
        </p:spPr>
        <p:txBody>
          <a:bodyPr>
            <a:normAutofit/>
          </a:bodyPr>
          <a:lstStyle>
            <a:lvl1pPr algn="ctr" eaLnBrk="1" latinLnBrk="0" hangingPunct="1">
              <a:buNone/>
              <a:defRPr kumimoji="0" lang="zh-CN" sz="2400">
                <a:solidFill>
                  <a:schemeClr val="tx1">
                    <a:lumMod val="75000"/>
                    <a:lumOff val="25000"/>
                  </a:schemeClr>
                </a:solidFill>
              </a:defRPr>
            </a:lvl1pPr>
          </a:lstStyle>
          <a:p>
            <a:pPr eaLnBrk="1" latinLnBrk="0" hangingPunct="1"/>
            <a:r>
              <a:rPr lang="zh-CN" altLang="en-US"/>
              <a:t>单击图标添加图片</a:t>
            </a:r>
            <a:endParaRPr/>
          </a:p>
        </p:txBody>
      </p:sp>
      <p:sp>
        <p:nvSpPr>
          <p:cNvPr id="40" name="Picture Placeholder 11"/>
          <p:cNvSpPr>
            <a:spLocks noGrp="1"/>
          </p:cNvSpPr>
          <p:nvPr>
            <p:ph type="pic" sz="quarter" idx="22"/>
          </p:nvPr>
        </p:nvSpPr>
        <p:spPr>
          <a:xfrm>
            <a:off x="6200876" y="2424611"/>
            <a:ext cx="2746477" cy="1981200"/>
          </a:xfrm>
          <a:solidFill>
            <a:srgbClr val="F0F0F0"/>
          </a:solidFill>
        </p:spPr>
        <p:txBody>
          <a:bodyPr>
            <a:normAutofit/>
          </a:bodyPr>
          <a:lstStyle>
            <a:lvl1pPr algn="ctr" eaLnBrk="1" latinLnBrk="0" hangingPunct="1">
              <a:buNone/>
              <a:defRPr kumimoji="0" lang="zh-CN" sz="2400">
                <a:solidFill>
                  <a:schemeClr val="tx1">
                    <a:lumMod val="75000"/>
                    <a:lumOff val="25000"/>
                  </a:schemeClr>
                </a:solidFill>
              </a:defRPr>
            </a:lvl1pPr>
          </a:lstStyle>
          <a:p>
            <a:pPr eaLnBrk="1" latinLnBrk="0" hangingPunct="1"/>
            <a:r>
              <a:rPr lang="zh-CN" altLang="en-US"/>
              <a:t>单击图标添加图片</a:t>
            </a:r>
            <a:endParaRPr/>
          </a:p>
        </p:txBody>
      </p:sp>
      <p:sp>
        <p:nvSpPr>
          <p:cNvPr id="41" name="Text Placeholder 25"/>
          <p:cNvSpPr>
            <a:spLocks noGrp="1"/>
          </p:cNvSpPr>
          <p:nvPr>
            <p:ph type="body" sz="quarter" idx="23" hasCustomPrompt="1"/>
          </p:nvPr>
        </p:nvSpPr>
        <p:spPr>
          <a:xfrm>
            <a:off x="3356076" y="2577013"/>
            <a:ext cx="2540000" cy="366889"/>
          </a:xfrm>
        </p:spPr>
        <p:txBody>
          <a:bodyPr>
            <a:normAutofit/>
          </a:bodyPr>
          <a:lstStyle>
            <a:lvl1pPr algn="l" eaLnBrk="1" latinLnBrk="0" hangingPunct="1">
              <a:buNone/>
              <a:defRPr kumimoji="0" lang="zh-CN" sz="2133" b="1" baseline="0">
                <a:solidFill>
                  <a:schemeClr val="bg1"/>
                </a:solidFill>
              </a:defRPr>
            </a:lvl1pPr>
          </a:lstStyle>
          <a:p>
            <a:pPr lvl="0"/>
            <a:r>
              <a:rPr kumimoji="0" lang="zh-CN"/>
              <a:t>单击此处添加标题</a:t>
            </a:r>
          </a:p>
        </p:txBody>
      </p:sp>
      <p:sp>
        <p:nvSpPr>
          <p:cNvPr id="42" name="Text Placeholder 28"/>
          <p:cNvSpPr>
            <a:spLocks noGrp="1"/>
          </p:cNvSpPr>
          <p:nvPr>
            <p:ph type="body" sz="quarter" idx="24" hasCustomPrompt="1"/>
          </p:nvPr>
        </p:nvSpPr>
        <p:spPr>
          <a:xfrm>
            <a:off x="3356076" y="3034211"/>
            <a:ext cx="2540000" cy="1247423"/>
          </a:xfrm>
        </p:spPr>
        <p:txBody>
          <a:bodyPr>
            <a:normAutofit/>
          </a:bodyPr>
          <a:lstStyle>
            <a:lvl1pPr marL="0" indent="0" algn="l" eaLnBrk="1" latinLnBrk="0" hangingPunct="1">
              <a:buNone/>
              <a:defRPr kumimoji="0" lang="zh-CN" sz="2400" baseline="0">
                <a:solidFill>
                  <a:schemeClr val="bg1"/>
                </a:solidFill>
              </a:defRPr>
            </a:lvl1pPr>
          </a:lstStyle>
          <a:p>
            <a:pPr lvl="0"/>
            <a:r>
              <a:rPr kumimoji="0" lang="zh-CN"/>
              <a:t>单击此处以将图片的文本添加到左侧</a:t>
            </a:r>
          </a:p>
        </p:txBody>
      </p:sp>
      <p:sp>
        <p:nvSpPr>
          <p:cNvPr id="43" name="Rectangle 42"/>
          <p:cNvSpPr/>
          <p:nvPr/>
        </p:nvSpPr>
        <p:spPr>
          <a:xfrm>
            <a:off x="9147276" y="2424611"/>
            <a:ext cx="2743200" cy="199499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0" lang="zh-CN" altLang="en-US" sz="2400"/>
          </a:p>
        </p:txBody>
      </p:sp>
      <p:sp>
        <p:nvSpPr>
          <p:cNvPr id="44" name="Text Placeholder 25"/>
          <p:cNvSpPr>
            <a:spLocks noGrp="1"/>
          </p:cNvSpPr>
          <p:nvPr>
            <p:ph type="body" sz="quarter" idx="25" hasCustomPrompt="1"/>
          </p:nvPr>
        </p:nvSpPr>
        <p:spPr>
          <a:xfrm>
            <a:off x="9248876" y="2577013"/>
            <a:ext cx="2540000" cy="366889"/>
          </a:xfrm>
        </p:spPr>
        <p:txBody>
          <a:bodyPr>
            <a:normAutofit/>
          </a:bodyPr>
          <a:lstStyle>
            <a:lvl1pPr algn="l" eaLnBrk="1" latinLnBrk="0" hangingPunct="1">
              <a:buNone/>
              <a:defRPr kumimoji="0" lang="zh-CN" sz="2133" b="1" baseline="0">
                <a:solidFill>
                  <a:schemeClr val="bg1"/>
                </a:solidFill>
              </a:defRPr>
            </a:lvl1pPr>
          </a:lstStyle>
          <a:p>
            <a:pPr lvl="0"/>
            <a:r>
              <a:rPr kumimoji="0" lang="zh-CN"/>
              <a:t>单击此处添加标题</a:t>
            </a:r>
          </a:p>
        </p:txBody>
      </p:sp>
      <p:sp>
        <p:nvSpPr>
          <p:cNvPr id="45" name="Text Placeholder 28"/>
          <p:cNvSpPr>
            <a:spLocks noGrp="1"/>
          </p:cNvSpPr>
          <p:nvPr>
            <p:ph type="body" sz="quarter" idx="26" hasCustomPrompt="1"/>
          </p:nvPr>
        </p:nvSpPr>
        <p:spPr>
          <a:xfrm>
            <a:off x="9248876" y="3034211"/>
            <a:ext cx="2540000" cy="1247423"/>
          </a:xfrm>
        </p:spPr>
        <p:txBody>
          <a:bodyPr>
            <a:normAutofit/>
          </a:bodyPr>
          <a:lstStyle>
            <a:lvl1pPr marL="0" indent="0" algn="l" eaLnBrk="1" latinLnBrk="0" hangingPunct="1">
              <a:buNone/>
              <a:defRPr kumimoji="0" lang="zh-CN" sz="2400" baseline="0">
                <a:solidFill>
                  <a:schemeClr val="bg1"/>
                </a:solidFill>
              </a:defRPr>
            </a:lvl1pPr>
          </a:lstStyle>
          <a:p>
            <a:pPr lvl="0"/>
            <a:r>
              <a:rPr kumimoji="0" lang="zh-CN"/>
              <a:t>单击此处以将图片的文本添加到左侧</a:t>
            </a:r>
          </a:p>
        </p:txBody>
      </p:sp>
      <p:sp>
        <p:nvSpPr>
          <p:cNvPr id="46" name="Rectangle 45"/>
          <p:cNvSpPr/>
          <p:nvPr/>
        </p:nvSpPr>
        <p:spPr>
          <a:xfrm>
            <a:off x="304800" y="4558211"/>
            <a:ext cx="2743200" cy="1994991"/>
          </a:xfrm>
          <a:prstGeom prst="rect">
            <a:avLst/>
          </a:prstGeom>
          <a:solidFill>
            <a:srgbClr val="D9E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0" lang="zh-CN" altLang="en-US" sz="2400"/>
          </a:p>
        </p:txBody>
      </p:sp>
      <p:sp>
        <p:nvSpPr>
          <p:cNvPr id="47" name="Picture Placeholder 11"/>
          <p:cNvSpPr>
            <a:spLocks noGrp="1"/>
          </p:cNvSpPr>
          <p:nvPr>
            <p:ph type="pic" sz="quarter" idx="27"/>
          </p:nvPr>
        </p:nvSpPr>
        <p:spPr>
          <a:xfrm>
            <a:off x="3251200" y="4558209"/>
            <a:ext cx="2746477" cy="1981200"/>
          </a:xfrm>
          <a:solidFill>
            <a:srgbClr val="F0F0F0"/>
          </a:solidFill>
        </p:spPr>
        <p:txBody>
          <a:bodyPr>
            <a:normAutofit/>
          </a:bodyPr>
          <a:lstStyle>
            <a:lvl1pPr algn="ctr" eaLnBrk="1" latinLnBrk="0" hangingPunct="1">
              <a:buNone/>
              <a:defRPr kumimoji="0" lang="zh-CN" sz="2400">
                <a:solidFill>
                  <a:schemeClr val="tx1">
                    <a:lumMod val="75000"/>
                    <a:lumOff val="25000"/>
                  </a:schemeClr>
                </a:solidFill>
              </a:defRPr>
            </a:lvl1pPr>
          </a:lstStyle>
          <a:p>
            <a:pPr eaLnBrk="1" latinLnBrk="0" hangingPunct="1"/>
            <a:r>
              <a:rPr lang="zh-CN" altLang="en-US"/>
              <a:t>单击图标添加图片</a:t>
            </a:r>
            <a:endParaRPr/>
          </a:p>
        </p:txBody>
      </p:sp>
      <p:sp>
        <p:nvSpPr>
          <p:cNvPr id="48" name="Picture Placeholder 11"/>
          <p:cNvSpPr>
            <a:spLocks noGrp="1"/>
          </p:cNvSpPr>
          <p:nvPr>
            <p:ph type="pic" sz="quarter" idx="28"/>
          </p:nvPr>
        </p:nvSpPr>
        <p:spPr>
          <a:xfrm>
            <a:off x="9144000" y="4558209"/>
            <a:ext cx="2746477" cy="1981200"/>
          </a:xfrm>
          <a:solidFill>
            <a:srgbClr val="F0F0F0"/>
          </a:solidFill>
        </p:spPr>
        <p:txBody>
          <a:bodyPr>
            <a:normAutofit/>
          </a:bodyPr>
          <a:lstStyle>
            <a:lvl1pPr algn="ctr" eaLnBrk="1" latinLnBrk="0" hangingPunct="1">
              <a:buNone/>
              <a:defRPr kumimoji="0" lang="zh-CN" sz="2400">
                <a:solidFill>
                  <a:schemeClr val="tx1">
                    <a:lumMod val="75000"/>
                    <a:lumOff val="25000"/>
                  </a:schemeClr>
                </a:solidFill>
              </a:defRPr>
            </a:lvl1pPr>
          </a:lstStyle>
          <a:p>
            <a:pPr eaLnBrk="1" latinLnBrk="0" hangingPunct="1"/>
            <a:r>
              <a:rPr lang="zh-CN" altLang="en-US"/>
              <a:t>单击图标添加图片</a:t>
            </a:r>
            <a:endParaRPr/>
          </a:p>
        </p:txBody>
      </p:sp>
      <p:sp>
        <p:nvSpPr>
          <p:cNvPr id="49" name="Text Placeholder 25"/>
          <p:cNvSpPr>
            <a:spLocks noGrp="1"/>
          </p:cNvSpPr>
          <p:nvPr>
            <p:ph type="body" sz="quarter" idx="29" hasCustomPrompt="1"/>
          </p:nvPr>
        </p:nvSpPr>
        <p:spPr>
          <a:xfrm>
            <a:off x="406400" y="4710613"/>
            <a:ext cx="2540000" cy="366889"/>
          </a:xfrm>
        </p:spPr>
        <p:txBody>
          <a:bodyPr>
            <a:normAutofit/>
          </a:bodyPr>
          <a:lstStyle>
            <a:lvl1pPr algn="l" eaLnBrk="1" latinLnBrk="0" hangingPunct="1">
              <a:buNone/>
              <a:defRPr kumimoji="0" lang="zh-CN" sz="2133" b="1" baseline="0">
                <a:solidFill>
                  <a:schemeClr val="accent1">
                    <a:lumMod val="75000"/>
                  </a:schemeClr>
                </a:solidFill>
              </a:defRPr>
            </a:lvl1pPr>
          </a:lstStyle>
          <a:p>
            <a:pPr lvl="0"/>
            <a:r>
              <a:rPr kumimoji="0" lang="zh-CN"/>
              <a:t>单击此处添加标题</a:t>
            </a:r>
          </a:p>
        </p:txBody>
      </p:sp>
      <p:sp>
        <p:nvSpPr>
          <p:cNvPr id="50" name="Text Placeholder 28"/>
          <p:cNvSpPr>
            <a:spLocks noGrp="1"/>
          </p:cNvSpPr>
          <p:nvPr>
            <p:ph type="body" sz="quarter" idx="30" hasCustomPrompt="1"/>
          </p:nvPr>
        </p:nvSpPr>
        <p:spPr>
          <a:xfrm>
            <a:off x="406400" y="5167811"/>
            <a:ext cx="2540000" cy="1247423"/>
          </a:xfrm>
        </p:spPr>
        <p:txBody>
          <a:bodyPr>
            <a:normAutofit/>
          </a:bodyPr>
          <a:lstStyle>
            <a:lvl1pPr marL="0" indent="0" algn="l" eaLnBrk="1" latinLnBrk="0" hangingPunct="1">
              <a:buNone/>
              <a:defRPr kumimoji="0" lang="zh-CN" sz="2400" baseline="0">
                <a:solidFill>
                  <a:schemeClr val="tx1">
                    <a:lumMod val="65000"/>
                    <a:lumOff val="35000"/>
                  </a:schemeClr>
                </a:solidFill>
              </a:defRPr>
            </a:lvl1pPr>
          </a:lstStyle>
          <a:p>
            <a:pPr lvl="0"/>
            <a:r>
              <a:rPr kumimoji="0" lang="zh-CN"/>
              <a:t>单击此处以将图片的文本添加到右侧</a:t>
            </a:r>
          </a:p>
        </p:txBody>
      </p:sp>
      <p:sp>
        <p:nvSpPr>
          <p:cNvPr id="29" name="Date Placeholder 6"/>
          <p:cNvSpPr>
            <a:spLocks noGrp="1"/>
          </p:cNvSpPr>
          <p:nvPr>
            <p:ph type="dt" sz="half" idx="10"/>
          </p:nvPr>
        </p:nvSpPr>
        <p:spPr>
          <a:xfrm>
            <a:off x="609600" y="6553200"/>
            <a:ext cx="2844800" cy="304800"/>
          </a:xfrm>
          <a:prstGeom prst="rect">
            <a:avLst/>
          </a:prstGeom>
        </p:spPr>
        <p:txBody>
          <a:bodyPr/>
          <a:lstStyle/>
          <a:p>
            <a:fld id="{A5F3790F-1BDC-45B7-A06B-907667BADF90}" type="datetimeFigureOut">
              <a:rPr lang="zh-CN" altLang="en-US" smtClean="0"/>
              <a:pPr/>
              <a:t>2024/12/11</a:t>
            </a:fld>
            <a:endParaRPr lang="zh-CN" altLang="en-US"/>
          </a:p>
        </p:txBody>
      </p:sp>
      <p:sp>
        <p:nvSpPr>
          <p:cNvPr id="54" name="Footer Placeholder 7"/>
          <p:cNvSpPr>
            <a:spLocks noGrp="1"/>
          </p:cNvSpPr>
          <p:nvPr>
            <p:ph type="ftr" sz="quarter" idx="11"/>
          </p:nvPr>
        </p:nvSpPr>
        <p:spPr>
          <a:xfrm>
            <a:off x="4165600" y="6553200"/>
            <a:ext cx="3860800" cy="304800"/>
          </a:xfrm>
          <a:prstGeom prst="rect">
            <a:avLst/>
          </a:prstGeom>
        </p:spPr>
        <p:txBody>
          <a:bodyPr/>
          <a:lstStyle/>
          <a:p>
            <a:endParaRPr lang="zh-CN" altLang="en-US"/>
          </a:p>
        </p:txBody>
      </p:sp>
      <p:sp>
        <p:nvSpPr>
          <p:cNvPr id="55" name="Slide Number Placeholder 8"/>
          <p:cNvSpPr>
            <a:spLocks noGrp="1"/>
          </p:cNvSpPr>
          <p:nvPr>
            <p:ph type="sldNum" sz="quarter" idx="12"/>
          </p:nvPr>
        </p:nvSpPr>
        <p:spPr>
          <a:xfrm>
            <a:off x="8737600" y="6553200"/>
            <a:ext cx="2844800" cy="304800"/>
          </a:xfrm>
        </p:spPr>
        <p:txBody>
          <a:bodyPr/>
          <a:lstStyle/>
          <a:p>
            <a:fld id="{DB6769B4-5047-4DE8-962E-21FF2E18E5B7}" type="slidenum">
              <a:rPr lang="zh-CN" altLang="en-US" smtClean="0"/>
              <a:pPr/>
              <a:t>‹#›</a:t>
            </a:fld>
            <a:endParaRPr lang="zh-CN" altLang="en-US"/>
          </a:p>
        </p:txBody>
      </p:sp>
    </p:spTree>
    <p:extLst>
      <p:ext uri="{BB962C8B-B14F-4D97-AF65-F5344CB8AC3E}">
        <p14:creationId xmlns:p14="http://schemas.microsoft.com/office/powerpoint/2010/main" val="257025356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全景(带标题)">
    <p:spTree>
      <p:nvGrpSpPr>
        <p:cNvPr id="1" name=""/>
        <p:cNvGrpSpPr/>
        <p:nvPr/>
      </p:nvGrpSpPr>
      <p:grpSpPr>
        <a:xfrm>
          <a:off x="0" y="0"/>
          <a:ext cx="0" cy="0"/>
          <a:chOff x="0" y="0"/>
          <a:chExt cx="0" cy="0"/>
        </a:xfrm>
      </p:grpSpPr>
      <p:pic>
        <p:nvPicPr>
          <p:cNvPr id="15" name="Picture 14"/>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 y="0"/>
            <a:ext cx="5072063" cy="6858000"/>
          </a:xfrm>
          <a:prstGeom prst="rect">
            <a:avLst/>
          </a:prstGeom>
        </p:spPr>
      </p:pic>
      <p:sp>
        <p:nvSpPr>
          <p:cNvPr id="7" name="W¥ل云玗İαЂôÁûÂÚ丫:Pïçtúrê Plå¢éhõlðér 表¥鷗字㌍ 表_W 2"/>
          <p:cNvSpPr>
            <a:spLocks noGrp="1"/>
          </p:cNvSpPr>
          <p:nvPr>
            <p:ph type="pic" sz="quarter" idx="30"/>
          </p:nvPr>
        </p:nvSpPr>
        <p:spPr>
          <a:xfrm>
            <a:off x="622304" y="1371599"/>
            <a:ext cx="10922001" cy="2771776"/>
          </a:xfrm>
          <a:prstGeom prst="rect">
            <a:avLst/>
          </a:prstGeo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0" marR="0" indent="0" algn="ctr" defTabSz="1219170" rtl="0" eaLnBrk="1" latinLnBrk="0" hangingPunct="1">
              <a:spcBef>
                <a:spcPct val="20000"/>
              </a:spcBef>
              <a:buFontTx/>
              <a:buNone/>
              <a:defRPr kumimoji="0" lang="zh-CN" sz="2667" kern="1200">
                <a:solidFill>
                  <a:schemeClr val="tx1">
                    <a:lumMod val="65000"/>
                    <a:lumOff val="35000"/>
                  </a:schemeClr>
                </a:solidFill>
                <a:latin typeface="+mn-lt"/>
                <a:ea typeface="+mn-ea"/>
                <a:cs typeface="+mn-cs"/>
              </a:defRPr>
            </a:lvl1pPr>
            <a:extLst/>
          </a:lstStyle>
          <a:p>
            <a:pPr marL="0" marR="0" indent="0" algn="ctr" eaLnBrk="1" latinLnBrk="0" hangingPunct="1"/>
            <a:r>
              <a:rPr lang="zh-CN" altLang="en-US"/>
              <a:t>单击图标添加图片</a:t>
            </a:r>
            <a:endParaRPr/>
          </a:p>
        </p:txBody>
      </p:sp>
      <p:sp>
        <p:nvSpPr>
          <p:cNvPr id="8" name="W¥ل云玗İαЂÕØÚáÛ丫:Téxt Plàçèhòlðêr 表¥鷗字㌍_W 3"/>
          <p:cNvSpPr>
            <a:spLocks noGrp="1"/>
          </p:cNvSpPr>
          <p:nvPr>
            <p:ph type="body" sz="quarter" idx="31" hasCustomPrompt="1"/>
          </p:nvPr>
        </p:nvSpPr>
        <p:spPr>
          <a:xfrm>
            <a:off x="609600" y="4343400"/>
            <a:ext cx="10972800" cy="1447800"/>
          </a:xfrm>
          <a:solidFill>
            <a:schemeClr val="bg1"/>
          </a:solidFill>
        </p:spPr>
        <p:txBody>
          <a:bodyPr tIns="91440" rIns="9144" bIns="91440" anchor="t"/>
          <a:lstStyle>
            <a:lvl1pPr marL="0" marR="0" indent="0" algn="l" eaLnBrk="1" latinLnBrk="0" hangingPunct="1">
              <a:buFontTx/>
              <a:buNone/>
              <a:defRPr kumimoji="0" lang="zh-CN" sz="2400">
                <a:solidFill>
                  <a:schemeClr val="tx1">
                    <a:lumMod val="75000"/>
                    <a:lumOff val="25000"/>
                  </a:schemeClr>
                </a:solidFill>
              </a:defRPr>
            </a:lvl1pPr>
            <a:extLst/>
          </a:lstStyle>
          <a:p>
            <a:pPr lvl="0"/>
            <a:r>
              <a:rPr kumimoji="0" lang="zh-CN"/>
              <a:t>单击此处添加标题</a:t>
            </a:r>
          </a:p>
        </p:txBody>
      </p:sp>
      <p:grpSp>
        <p:nvGrpSpPr>
          <p:cNvPr id="9" name="Group 8"/>
          <p:cNvGrpSpPr/>
          <p:nvPr/>
        </p:nvGrpSpPr>
        <p:grpSpPr>
          <a:xfrm rot="5400000">
            <a:off x="5801032" y="467032"/>
            <a:ext cx="589936" cy="12192000"/>
            <a:chOff x="8524568" y="0"/>
            <a:chExt cx="589936" cy="6858000"/>
          </a:xfrm>
        </p:grpSpPr>
        <p:sp>
          <p:nvSpPr>
            <p:cNvPr id="10" name="Rectangle 9"/>
            <p:cNvSpPr/>
            <p:nvPr userDrawn="1"/>
          </p:nvSpPr>
          <p:spPr>
            <a:xfrm>
              <a:off x="8524568" y="0"/>
              <a:ext cx="540774" cy="6858000"/>
            </a:xfrm>
            <a:prstGeom prst="rect">
              <a:avLst/>
            </a:prstGeom>
            <a:solidFill>
              <a:srgbClr val="FC75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0" lang="zh-CN" altLang="en-US" sz="2400">
                <a:solidFill>
                  <a:srgbClr val="FC7500"/>
                </a:solidFill>
              </a:endParaRPr>
            </a:p>
          </p:txBody>
        </p:sp>
        <p:cxnSp>
          <p:nvCxnSpPr>
            <p:cNvPr id="11" name="Straight Connector 10"/>
            <p:cNvCxnSpPr/>
            <p:nvPr userDrawn="1"/>
          </p:nvCxnSpPr>
          <p:spPr>
            <a:xfrm rot="5400000">
              <a:off x="5685504" y="3429000"/>
              <a:ext cx="6858000" cy="0"/>
            </a:xfrm>
            <a:prstGeom prst="line">
              <a:avLst/>
            </a:prstGeom>
            <a:ln w="50800">
              <a:solidFill>
                <a:srgbClr val="FC7500"/>
              </a:solidFill>
            </a:ln>
          </p:spPr>
          <p:style>
            <a:lnRef idx="1">
              <a:schemeClr val="accent1"/>
            </a:lnRef>
            <a:fillRef idx="0">
              <a:schemeClr val="accent1"/>
            </a:fillRef>
            <a:effectRef idx="0">
              <a:schemeClr val="accent1"/>
            </a:effectRef>
            <a:fontRef idx="minor">
              <a:schemeClr val="tx1"/>
            </a:fontRef>
          </p:style>
        </p:cxnSp>
      </p:grpSp>
      <p:sp>
        <p:nvSpPr>
          <p:cNvPr id="12" name="Date Placeholder 2"/>
          <p:cNvSpPr>
            <a:spLocks noGrp="1"/>
          </p:cNvSpPr>
          <p:nvPr>
            <p:ph type="dt" sz="half" idx="10"/>
          </p:nvPr>
        </p:nvSpPr>
        <p:spPr>
          <a:xfrm>
            <a:off x="609600" y="6553200"/>
            <a:ext cx="2844800" cy="304800"/>
          </a:xfrm>
          <a:prstGeom prst="rect">
            <a:avLst/>
          </a:prstGeom>
        </p:spPr>
        <p:txBody>
          <a:bodyPr/>
          <a:lstStyle>
            <a:lvl1pPr eaLnBrk="1" latinLnBrk="0" hangingPunct="1">
              <a:defRPr kumimoji="0" lang="zh-CN">
                <a:solidFill>
                  <a:schemeClr val="bg1"/>
                </a:solidFill>
              </a:defRPr>
            </a:lvl1pPr>
          </a:lstStyle>
          <a:p>
            <a:fld id="{A5F3790F-1BDC-45B7-A06B-907667BADF90}" type="datetimeFigureOut">
              <a:rPr lang="zh-CN" altLang="en-US" smtClean="0"/>
              <a:pPr/>
              <a:t>2024/12/11</a:t>
            </a:fld>
            <a:endParaRPr lang="zh-CN" altLang="en-US"/>
          </a:p>
        </p:txBody>
      </p:sp>
      <p:sp>
        <p:nvSpPr>
          <p:cNvPr id="13" name="Footer Placeholder 3"/>
          <p:cNvSpPr>
            <a:spLocks noGrp="1"/>
          </p:cNvSpPr>
          <p:nvPr>
            <p:ph type="ftr" sz="quarter" idx="11"/>
          </p:nvPr>
        </p:nvSpPr>
        <p:spPr>
          <a:xfrm>
            <a:off x="4165600" y="6553200"/>
            <a:ext cx="3860800" cy="304800"/>
          </a:xfrm>
          <a:prstGeom prst="rect">
            <a:avLst/>
          </a:prstGeom>
        </p:spPr>
        <p:txBody>
          <a:bodyPr/>
          <a:lstStyle>
            <a:lvl1pPr eaLnBrk="1" latinLnBrk="0" hangingPunct="1">
              <a:defRPr kumimoji="0" lang="zh-CN">
                <a:solidFill>
                  <a:schemeClr val="bg1"/>
                </a:solidFill>
              </a:defRPr>
            </a:lvl1pPr>
          </a:lstStyle>
          <a:p>
            <a:endParaRPr lang="zh-CN" altLang="en-US"/>
          </a:p>
        </p:txBody>
      </p:sp>
      <p:sp>
        <p:nvSpPr>
          <p:cNvPr id="14" name="Slide Number Placeholder 4"/>
          <p:cNvSpPr>
            <a:spLocks noGrp="1"/>
          </p:cNvSpPr>
          <p:nvPr>
            <p:ph type="sldNum" sz="quarter" idx="12"/>
          </p:nvPr>
        </p:nvSpPr>
        <p:spPr>
          <a:xfrm>
            <a:off x="8737600" y="6553200"/>
            <a:ext cx="2844800" cy="304800"/>
          </a:xfrm>
        </p:spPr>
        <p:txBody>
          <a:bodyPr/>
          <a:lstStyle>
            <a:lvl1pPr eaLnBrk="1" latinLnBrk="0" hangingPunct="1">
              <a:defRPr kumimoji="0" lang="zh-CN">
                <a:solidFill>
                  <a:schemeClr val="bg1"/>
                </a:solidFill>
              </a:defRPr>
            </a:lvl1pPr>
          </a:lstStyle>
          <a:p>
            <a:fld id="{DB6769B4-5047-4DE8-962E-21FF2E18E5B7}" type="slidenum">
              <a:rPr lang="zh-CN" altLang="en-US" smtClean="0"/>
              <a:pPr/>
              <a:t>‹#›</a:t>
            </a:fld>
            <a:endParaRPr lang="zh-CN" altLang="en-US"/>
          </a:p>
        </p:txBody>
      </p:sp>
    </p:spTree>
    <p:extLst>
      <p:ext uri="{BB962C8B-B14F-4D97-AF65-F5344CB8AC3E}">
        <p14:creationId xmlns:p14="http://schemas.microsoft.com/office/powerpoint/2010/main" val="3452015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up)">
                                      <p:cBhvr>
                                        <p:cTn id="7" dur="1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正方形(带标题)">
    <p:spTree>
      <p:nvGrpSpPr>
        <p:cNvPr id="1" name=""/>
        <p:cNvGrpSpPr/>
        <p:nvPr/>
      </p:nvGrpSpPr>
      <p:grpSpPr>
        <a:xfrm>
          <a:off x="0" y="0"/>
          <a:ext cx="0" cy="0"/>
          <a:chOff x="0" y="0"/>
          <a:chExt cx="0" cy="0"/>
        </a:xfrm>
      </p:grpSpPr>
      <p:sp>
        <p:nvSpPr>
          <p:cNvPr id="8" name="Rectangle 7"/>
          <p:cNvSpPr/>
          <p:nvPr/>
        </p:nvSpPr>
        <p:spPr>
          <a:xfrm rot="5400000">
            <a:off x="5825617" y="442451"/>
            <a:ext cx="540775" cy="12192000"/>
          </a:xfrm>
          <a:prstGeom prst="rect">
            <a:avLst/>
          </a:prstGeom>
          <a:solidFill>
            <a:srgbClr val="FC75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0" lang="zh-CN" altLang="en-US" sz="2400">
              <a:solidFill>
                <a:srgbClr val="FC7500"/>
              </a:solidFill>
            </a:endParaRPr>
          </a:p>
        </p:txBody>
      </p:sp>
      <p:cxnSp>
        <p:nvCxnSpPr>
          <p:cNvPr id="9" name="Straight Connector 8"/>
          <p:cNvCxnSpPr/>
          <p:nvPr/>
        </p:nvCxnSpPr>
        <p:spPr>
          <a:xfrm rot="10800000">
            <a:off x="0" y="6858000"/>
            <a:ext cx="12192000" cy="0"/>
          </a:xfrm>
          <a:prstGeom prst="line">
            <a:avLst/>
          </a:prstGeom>
          <a:ln w="50800">
            <a:solidFill>
              <a:srgbClr val="FC7500"/>
            </a:solidFill>
          </a:ln>
        </p:spPr>
        <p:style>
          <a:lnRef idx="1">
            <a:schemeClr val="accent1"/>
          </a:lnRef>
          <a:fillRef idx="0">
            <a:schemeClr val="accent1"/>
          </a:fillRef>
          <a:effectRef idx="0">
            <a:schemeClr val="accent1"/>
          </a:effectRef>
          <a:fontRef idx="minor">
            <a:schemeClr val="tx1"/>
          </a:fontRef>
        </p:style>
      </p:cxnSp>
      <p:sp>
        <p:nvSpPr>
          <p:cNvPr id="3" name="Date Placeholder 2"/>
          <p:cNvSpPr>
            <a:spLocks noGrp="1"/>
          </p:cNvSpPr>
          <p:nvPr>
            <p:ph type="dt" sz="half" idx="10"/>
          </p:nvPr>
        </p:nvSpPr>
        <p:spPr>
          <a:xfrm>
            <a:off x="609600" y="6356352"/>
            <a:ext cx="2844800" cy="365125"/>
          </a:xfrm>
          <a:prstGeom prst="rect">
            <a:avLst/>
          </a:prstGeom>
        </p:spPr>
        <p:txBody>
          <a:bodyPr/>
          <a:lstStyle>
            <a:lvl1pPr eaLnBrk="1" latinLnBrk="0" hangingPunct="1">
              <a:defRPr kumimoji="0" lang="zh-CN">
                <a:solidFill>
                  <a:schemeClr val="bg1"/>
                </a:solidFill>
              </a:defRPr>
            </a:lvl1pPr>
          </a:lstStyle>
          <a:p>
            <a:fld id="{A5F3790F-1BDC-45B7-A06B-907667BADF90}" type="datetimeFigureOut">
              <a:rPr lang="zh-CN" altLang="en-US" smtClean="0"/>
              <a:pPr/>
              <a:t>2024/12/11</a:t>
            </a:fld>
            <a:endParaRPr lang="zh-CN" altLang="en-US"/>
          </a:p>
        </p:txBody>
      </p:sp>
      <p:sp>
        <p:nvSpPr>
          <p:cNvPr id="4" name="Footer Placeholder 3"/>
          <p:cNvSpPr>
            <a:spLocks noGrp="1"/>
          </p:cNvSpPr>
          <p:nvPr>
            <p:ph type="ftr" sz="quarter" idx="11"/>
          </p:nvPr>
        </p:nvSpPr>
        <p:spPr>
          <a:xfrm>
            <a:off x="4165600" y="6356352"/>
            <a:ext cx="3860800" cy="365125"/>
          </a:xfrm>
          <a:prstGeom prst="rect">
            <a:avLst/>
          </a:prstGeom>
        </p:spPr>
        <p:txBody>
          <a:bodyPr/>
          <a:lstStyle>
            <a:lvl1pPr eaLnBrk="1" latinLnBrk="0" hangingPunct="1">
              <a:defRPr kumimoji="0" lang="zh-CN">
                <a:solidFill>
                  <a:schemeClr val="bg1"/>
                </a:solidFill>
              </a:defRPr>
            </a:lvl1pPr>
          </a:lstStyle>
          <a:p>
            <a:endParaRPr lang="zh-CN" altLang="en-US"/>
          </a:p>
        </p:txBody>
      </p:sp>
      <p:sp>
        <p:nvSpPr>
          <p:cNvPr id="5" name="Slide Number Placeholder 4"/>
          <p:cNvSpPr>
            <a:spLocks noGrp="1"/>
          </p:cNvSpPr>
          <p:nvPr>
            <p:ph type="sldNum" sz="quarter" idx="12"/>
          </p:nvPr>
        </p:nvSpPr>
        <p:spPr/>
        <p:txBody>
          <a:bodyPr/>
          <a:lstStyle>
            <a:lvl1pPr eaLnBrk="1" latinLnBrk="0" hangingPunct="1">
              <a:defRPr kumimoji="0" lang="zh-CN">
                <a:solidFill>
                  <a:schemeClr val="bg1"/>
                </a:solidFill>
              </a:defRPr>
            </a:lvl1pPr>
          </a:lstStyle>
          <a:p>
            <a:fld id="{DB6769B4-5047-4DE8-962E-21FF2E18E5B7}" type="slidenum">
              <a:rPr lang="zh-CN" altLang="en-US" smtClean="0"/>
              <a:pPr/>
              <a:t>‹#›</a:t>
            </a:fld>
            <a:endParaRPr lang="zh-CN" altLang="en-US"/>
          </a:p>
        </p:txBody>
      </p:sp>
      <p:sp>
        <p:nvSpPr>
          <p:cNvPr id="6" name="W¥ل云玗İαЂôÁûÂÚ丫:Pïçtúrê Plå¢éhõlðér 表¥鷗字㌍ 表_W 3"/>
          <p:cNvSpPr>
            <a:spLocks noGrp="1" noChangeAspect="1"/>
          </p:cNvSpPr>
          <p:nvPr>
            <p:ph type="pic" sz="quarter" idx="13"/>
          </p:nvPr>
        </p:nvSpPr>
        <p:spPr>
          <a:xfrm>
            <a:off x="3965436" y="609600"/>
            <a:ext cx="4264169" cy="3200400"/>
          </a:xfr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0" marR="0" indent="2117" algn="ctr" defTabSz="1219170" rtl="0" eaLnBrk="1" latinLnBrk="0" hangingPunct="1">
              <a:spcBef>
                <a:spcPct val="20000"/>
              </a:spcBef>
              <a:buFontTx/>
              <a:buNone/>
              <a:defRPr kumimoji="0" lang="zh-CN" sz="2667" kern="1200">
                <a:solidFill>
                  <a:schemeClr val="tx1">
                    <a:lumMod val="65000"/>
                    <a:lumOff val="35000"/>
                  </a:schemeClr>
                </a:solidFill>
                <a:latin typeface="+mn-lt"/>
                <a:ea typeface="+mn-ea"/>
                <a:cs typeface="+mn-cs"/>
              </a:defRPr>
            </a:lvl1pPr>
            <a:extLst/>
          </a:lstStyle>
          <a:p>
            <a:pPr marL="0" marR="0" indent="1588" algn="ctr" eaLnBrk="1" latinLnBrk="0" hangingPunct="1"/>
            <a:r>
              <a:rPr lang="zh-CN" altLang="en-US"/>
              <a:t>单击图标添加图片</a:t>
            </a:r>
            <a:endParaRPr/>
          </a:p>
        </p:txBody>
      </p:sp>
      <p:sp>
        <p:nvSpPr>
          <p:cNvPr id="7" name="W¥ل云玗İαЂÕØÚáÛ丫:Téxt Plàçèhòlðêr 表¥鷗字㌍_W 6"/>
          <p:cNvSpPr>
            <a:spLocks noGrp="1"/>
          </p:cNvSpPr>
          <p:nvPr>
            <p:ph type="body" sz="quarter" idx="15" hasCustomPrompt="1"/>
          </p:nvPr>
        </p:nvSpPr>
        <p:spPr>
          <a:xfrm>
            <a:off x="3962400" y="4038600"/>
            <a:ext cx="4267200" cy="1600200"/>
          </a:xfrm>
        </p:spPr>
        <p:txBody>
          <a:bodyPr tIns="91440" rIns="9144" bIns="91440" anchor="t"/>
          <a:lstStyle>
            <a:lvl1pPr marL="0" marR="0" indent="0" algn="l" eaLnBrk="1" latinLnBrk="0" hangingPunct="1">
              <a:buFontTx/>
              <a:buNone/>
              <a:defRPr kumimoji="0" lang="zh-CN" sz="2400">
                <a:solidFill>
                  <a:schemeClr val="tx1">
                    <a:lumMod val="75000"/>
                    <a:lumOff val="25000"/>
                  </a:schemeClr>
                </a:solidFill>
              </a:defRPr>
            </a:lvl1pPr>
            <a:extLst/>
          </a:lstStyle>
          <a:p>
            <a:pPr lvl="0"/>
            <a:r>
              <a:rPr kumimoji="0" lang="zh-CN"/>
              <a:t>单击此处添加标题</a:t>
            </a:r>
          </a:p>
        </p:txBody>
      </p:sp>
    </p:spTree>
    <p:extLst>
      <p:ext uri="{BB962C8B-B14F-4D97-AF65-F5344CB8AC3E}">
        <p14:creationId xmlns:p14="http://schemas.microsoft.com/office/powerpoint/2010/main" val="200924689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纵栏(带标题)">
    <p:spTree>
      <p:nvGrpSpPr>
        <p:cNvPr id="1" name=""/>
        <p:cNvGrpSpPr/>
        <p:nvPr/>
      </p:nvGrpSpPr>
      <p:grpSpPr>
        <a:xfrm>
          <a:off x="0" y="0"/>
          <a:ext cx="0" cy="0"/>
          <a:chOff x="0" y="0"/>
          <a:chExt cx="0" cy="0"/>
        </a:xfrm>
      </p:grpSpPr>
      <p:sp>
        <p:nvSpPr>
          <p:cNvPr id="6" name="Rectangle 8"/>
          <p:cNvSpPr>
            <a:spLocks noGrp="1"/>
          </p:cNvSpPr>
          <p:nvPr>
            <p:ph type="pic" sz="quarter" idx="13"/>
          </p:nvPr>
        </p:nvSpPr>
        <p:spPr>
          <a:xfrm>
            <a:off x="860940" y="290542"/>
            <a:ext cx="5743065" cy="5729260"/>
          </a:xfrm>
          <a:solidFill>
            <a:srgbClr val="F0F0F0"/>
          </a:solidFill>
          <a:ln w="57150">
            <a:solidFill>
              <a:schemeClr val="bg1"/>
            </a:solidFill>
          </a:ln>
          <a:effectLst>
            <a:outerShdw dist="38100" dir="2700000" algn="tl" rotWithShape="0">
              <a:prstClr val="black">
                <a:alpha val="17000"/>
              </a:prstClr>
            </a:outerShdw>
          </a:effectLst>
        </p:spPr>
        <p:txBody>
          <a:bodyPr vert="horz" lIns="91440" tIns="45720" rIns="91440" bIns="45720" rtlCol="0">
            <a:normAutofit/>
          </a:bodyPr>
          <a:lstStyle>
            <a:lvl1pPr marL="0" marR="0" indent="2117" algn="ctr" defTabSz="1219170" rtl="0" eaLnBrk="1" latinLnBrk="0" hangingPunct="1">
              <a:spcBef>
                <a:spcPct val="20000"/>
              </a:spcBef>
              <a:buFontTx/>
              <a:buNone/>
              <a:defRPr kumimoji="0" lang="zh-CN" sz="2667" kern="1200">
                <a:solidFill>
                  <a:schemeClr val="tx1">
                    <a:lumMod val="65000"/>
                    <a:lumOff val="35000"/>
                  </a:schemeClr>
                </a:solidFill>
                <a:latin typeface="+mn-lt"/>
                <a:ea typeface="+mn-ea"/>
                <a:cs typeface="+mn-cs"/>
              </a:defRPr>
            </a:lvl1pPr>
            <a:extLst/>
          </a:lstStyle>
          <a:p>
            <a:pPr marL="0" marR="0" indent="1588" algn="ctr" eaLnBrk="1" latinLnBrk="0" hangingPunct="1"/>
            <a:r>
              <a:rPr lang="zh-CN" altLang="en-US"/>
              <a:t>单击图标添加图片</a:t>
            </a:r>
            <a:endParaRPr/>
          </a:p>
        </p:txBody>
      </p:sp>
      <p:sp>
        <p:nvSpPr>
          <p:cNvPr id="10" name="Rectangle 6"/>
          <p:cNvSpPr>
            <a:spLocks noGrp="1"/>
          </p:cNvSpPr>
          <p:nvPr>
            <p:ph type="body" sz="quarter" idx="14" hasCustomPrompt="1"/>
          </p:nvPr>
        </p:nvSpPr>
        <p:spPr>
          <a:xfrm>
            <a:off x="7124700" y="2859718"/>
            <a:ext cx="4241800" cy="3181351"/>
          </a:xfrm>
        </p:spPr>
        <p:txBody>
          <a:bodyPr tIns="91440" bIns="91440" anchor="b" anchorCtr="0">
            <a:noAutofit/>
          </a:bodyPr>
          <a:lstStyle>
            <a:lvl1pPr marL="0" marR="0" indent="0" algn="l" rtl="0" eaLnBrk="1" latinLnBrk="0" hangingPunct="1">
              <a:spcBef>
                <a:spcPct val="20000"/>
              </a:spcBef>
              <a:buFontTx/>
              <a:buNone/>
              <a:defRPr kumimoji="0" lang="zh-CN" sz="2400" baseline="0">
                <a:solidFill>
                  <a:schemeClr val="tx1">
                    <a:lumMod val="75000"/>
                    <a:lumOff val="25000"/>
                  </a:schemeClr>
                </a:solidFill>
                <a:latin typeface="+mn-lt"/>
                <a:ea typeface="+mn-ea"/>
                <a:cs typeface="+mn-cs"/>
              </a:defRPr>
            </a:lvl1pPr>
            <a:extLst/>
          </a:lstStyle>
          <a:p>
            <a:pPr lvl="0"/>
            <a:r>
              <a:rPr kumimoji="0" lang="zh-CN"/>
              <a:t>单击此处添加标题</a:t>
            </a:r>
          </a:p>
        </p:txBody>
      </p:sp>
      <p:grpSp>
        <p:nvGrpSpPr>
          <p:cNvPr id="13" name="Group 12"/>
          <p:cNvGrpSpPr/>
          <p:nvPr/>
        </p:nvGrpSpPr>
        <p:grpSpPr>
          <a:xfrm rot="5400000">
            <a:off x="5801032" y="467032"/>
            <a:ext cx="589936" cy="12192000"/>
            <a:chOff x="8524568" y="0"/>
            <a:chExt cx="589936" cy="6858000"/>
          </a:xfrm>
        </p:grpSpPr>
        <p:sp>
          <p:nvSpPr>
            <p:cNvPr id="14" name="Rectangle 13"/>
            <p:cNvSpPr/>
            <p:nvPr userDrawn="1"/>
          </p:nvSpPr>
          <p:spPr>
            <a:xfrm>
              <a:off x="8524568" y="0"/>
              <a:ext cx="540774" cy="6858000"/>
            </a:xfrm>
            <a:prstGeom prst="rect">
              <a:avLst/>
            </a:prstGeom>
            <a:solidFill>
              <a:srgbClr val="FC75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0" lang="zh-CN" altLang="en-US" sz="2400">
                <a:solidFill>
                  <a:srgbClr val="FC7500"/>
                </a:solidFill>
              </a:endParaRPr>
            </a:p>
          </p:txBody>
        </p:sp>
        <p:cxnSp>
          <p:nvCxnSpPr>
            <p:cNvPr id="15" name="Straight Connector 14"/>
            <p:cNvCxnSpPr/>
            <p:nvPr userDrawn="1"/>
          </p:nvCxnSpPr>
          <p:spPr>
            <a:xfrm rot="5400000">
              <a:off x="5685504" y="3429000"/>
              <a:ext cx="6858000" cy="0"/>
            </a:xfrm>
            <a:prstGeom prst="line">
              <a:avLst/>
            </a:prstGeom>
            <a:ln w="50800">
              <a:solidFill>
                <a:srgbClr val="FC7500"/>
              </a:solidFill>
            </a:ln>
          </p:spPr>
          <p:style>
            <a:lnRef idx="1">
              <a:schemeClr val="accent1"/>
            </a:lnRef>
            <a:fillRef idx="0">
              <a:schemeClr val="accent1"/>
            </a:fillRef>
            <a:effectRef idx="0">
              <a:schemeClr val="accent1"/>
            </a:effectRef>
            <a:fontRef idx="minor">
              <a:schemeClr val="tx1"/>
            </a:fontRef>
          </p:style>
        </p:cxnSp>
      </p:grpSp>
      <p:sp>
        <p:nvSpPr>
          <p:cNvPr id="16" name="Date Placeholder 2"/>
          <p:cNvSpPr>
            <a:spLocks noGrp="1"/>
          </p:cNvSpPr>
          <p:nvPr>
            <p:ph type="dt" sz="half" idx="10"/>
          </p:nvPr>
        </p:nvSpPr>
        <p:spPr>
          <a:xfrm>
            <a:off x="609600" y="6553200"/>
            <a:ext cx="2844800" cy="304800"/>
          </a:xfrm>
          <a:prstGeom prst="rect">
            <a:avLst/>
          </a:prstGeom>
        </p:spPr>
        <p:txBody>
          <a:bodyPr/>
          <a:lstStyle>
            <a:lvl1pPr eaLnBrk="1" latinLnBrk="0" hangingPunct="1">
              <a:defRPr kumimoji="0" lang="zh-CN">
                <a:solidFill>
                  <a:schemeClr val="bg1"/>
                </a:solidFill>
              </a:defRPr>
            </a:lvl1pPr>
          </a:lstStyle>
          <a:p>
            <a:fld id="{A5F3790F-1BDC-45B7-A06B-907667BADF90}" type="datetimeFigureOut">
              <a:rPr lang="zh-CN" altLang="en-US" smtClean="0"/>
              <a:pPr/>
              <a:t>2024/12/11</a:t>
            </a:fld>
            <a:endParaRPr lang="zh-CN" altLang="en-US"/>
          </a:p>
        </p:txBody>
      </p:sp>
      <p:sp>
        <p:nvSpPr>
          <p:cNvPr id="17" name="Footer Placeholder 3"/>
          <p:cNvSpPr>
            <a:spLocks noGrp="1"/>
          </p:cNvSpPr>
          <p:nvPr>
            <p:ph type="ftr" sz="quarter" idx="11"/>
          </p:nvPr>
        </p:nvSpPr>
        <p:spPr>
          <a:xfrm>
            <a:off x="4165600" y="6553200"/>
            <a:ext cx="3860800" cy="304800"/>
          </a:xfrm>
          <a:prstGeom prst="rect">
            <a:avLst/>
          </a:prstGeom>
        </p:spPr>
        <p:txBody>
          <a:bodyPr/>
          <a:lstStyle>
            <a:lvl1pPr eaLnBrk="1" latinLnBrk="0" hangingPunct="1">
              <a:defRPr kumimoji="0" lang="zh-CN">
                <a:solidFill>
                  <a:schemeClr val="bg1"/>
                </a:solidFill>
              </a:defRPr>
            </a:lvl1pPr>
          </a:lstStyle>
          <a:p>
            <a:endParaRPr lang="zh-CN" altLang="en-US"/>
          </a:p>
        </p:txBody>
      </p:sp>
      <p:sp>
        <p:nvSpPr>
          <p:cNvPr id="18" name="Slide Number Placeholder 4"/>
          <p:cNvSpPr>
            <a:spLocks noGrp="1"/>
          </p:cNvSpPr>
          <p:nvPr>
            <p:ph type="sldNum" sz="quarter" idx="12"/>
          </p:nvPr>
        </p:nvSpPr>
        <p:spPr>
          <a:xfrm>
            <a:off x="8737600" y="6553200"/>
            <a:ext cx="2844800" cy="304800"/>
          </a:xfrm>
        </p:spPr>
        <p:txBody>
          <a:bodyPr/>
          <a:lstStyle>
            <a:lvl1pPr eaLnBrk="1" latinLnBrk="0" hangingPunct="1">
              <a:defRPr kumimoji="0" lang="zh-CN">
                <a:solidFill>
                  <a:schemeClr val="bg1"/>
                </a:solidFill>
              </a:defRPr>
            </a:lvl1pPr>
          </a:lstStyle>
          <a:p>
            <a:fld id="{DB6769B4-5047-4DE8-962E-21FF2E18E5B7}" type="slidenum">
              <a:rPr lang="zh-CN" altLang="en-US" smtClean="0"/>
              <a:pPr/>
              <a:t>‹#›</a:t>
            </a:fld>
            <a:endParaRPr lang="zh-CN" altLang="en-US"/>
          </a:p>
        </p:txBody>
      </p:sp>
    </p:spTree>
    <p:extLst>
      <p:ext uri="{BB962C8B-B14F-4D97-AF65-F5344CB8AC3E}">
        <p14:creationId xmlns:p14="http://schemas.microsoft.com/office/powerpoint/2010/main" val="242590188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照片(带标题)">
    <p:spTree>
      <p:nvGrpSpPr>
        <p:cNvPr id="1" name=""/>
        <p:cNvGrpSpPr/>
        <p:nvPr/>
      </p:nvGrpSpPr>
      <p:grpSpPr>
        <a:xfrm>
          <a:off x="0" y="0"/>
          <a:ext cx="0" cy="0"/>
          <a:chOff x="0" y="0"/>
          <a:chExt cx="0" cy="0"/>
        </a:xfrm>
      </p:grpSpPr>
      <p:sp>
        <p:nvSpPr>
          <p:cNvPr id="8" name="Rectangle 7"/>
          <p:cNvSpPr/>
          <p:nvPr/>
        </p:nvSpPr>
        <p:spPr>
          <a:xfrm>
            <a:off x="0" y="6096000"/>
            <a:ext cx="11379200" cy="76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0" lang="zh-CN" altLang="en-US" sz="2400"/>
          </a:p>
        </p:txBody>
      </p:sp>
      <p:sp>
        <p:nvSpPr>
          <p:cNvPr id="7" name="Picture Placeholder 6"/>
          <p:cNvSpPr>
            <a:spLocks noGrp="1"/>
          </p:cNvSpPr>
          <p:nvPr>
            <p:ph type="pic" sz="quarter" idx="10"/>
          </p:nvPr>
        </p:nvSpPr>
        <p:spPr>
          <a:xfrm>
            <a:off x="0" y="0"/>
            <a:ext cx="11379200" cy="6096000"/>
          </a:xfrm>
        </p:spPr>
        <p:txBody>
          <a:bodyPr/>
          <a:lstStyle>
            <a:lvl1pPr algn="ctr" eaLnBrk="1" latinLnBrk="0" hangingPunct="1">
              <a:buNone/>
              <a:defRPr kumimoji="0" lang="zh-CN">
                <a:solidFill>
                  <a:schemeClr val="tx1">
                    <a:lumMod val="85000"/>
                    <a:lumOff val="15000"/>
                  </a:schemeClr>
                </a:solidFill>
              </a:defRPr>
            </a:lvl1pPr>
          </a:lstStyle>
          <a:p>
            <a:pPr eaLnBrk="1" latinLnBrk="0" hangingPunct="1"/>
            <a:r>
              <a:rPr lang="zh-CN" altLang="en-US"/>
              <a:t>单击图标添加图片</a:t>
            </a:r>
            <a:endParaRPr/>
          </a:p>
        </p:txBody>
      </p:sp>
      <p:sp>
        <p:nvSpPr>
          <p:cNvPr id="2" name="Title 1"/>
          <p:cNvSpPr>
            <a:spLocks noGrp="1"/>
          </p:cNvSpPr>
          <p:nvPr>
            <p:ph type="title"/>
          </p:nvPr>
        </p:nvSpPr>
        <p:spPr>
          <a:xfrm>
            <a:off x="203200" y="6172202"/>
            <a:ext cx="10972800" cy="571500"/>
          </a:xfrm>
        </p:spPr>
        <p:txBody>
          <a:bodyPr>
            <a:noAutofit/>
          </a:bodyPr>
          <a:lstStyle>
            <a:lvl1pPr algn="l" eaLnBrk="1" latinLnBrk="0" hangingPunct="1">
              <a:defRPr kumimoji="0" lang="zh-CN" sz="4800" b="1">
                <a:solidFill>
                  <a:schemeClr val="tx1">
                    <a:lumMod val="85000"/>
                    <a:lumOff val="15000"/>
                  </a:schemeClr>
                </a:solidFill>
              </a:defRPr>
            </a:lvl1pPr>
          </a:lstStyle>
          <a:p>
            <a:pPr eaLnBrk="1" latinLnBrk="0" hangingPunct="1"/>
            <a:r>
              <a:rPr lang="zh-CN" altLang="en-US"/>
              <a:t>单击此处编辑母版标题样式</a:t>
            </a:r>
            <a:endParaRPr/>
          </a:p>
        </p:txBody>
      </p:sp>
    </p:spTree>
    <p:extLst>
      <p:ext uri="{BB962C8B-B14F-4D97-AF65-F5344CB8AC3E}">
        <p14:creationId xmlns:p14="http://schemas.microsoft.com/office/powerpoint/2010/main" val="280146376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全页照片(带标题)">
    <p:spTree>
      <p:nvGrpSpPr>
        <p:cNvPr id="1" name=""/>
        <p:cNvGrpSpPr/>
        <p:nvPr/>
      </p:nvGrpSpPr>
      <p:grpSpPr>
        <a:xfrm>
          <a:off x="0" y="0"/>
          <a:ext cx="0" cy="0"/>
          <a:chOff x="0" y="0"/>
          <a:chExt cx="0" cy="0"/>
        </a:xfrm>
      </p:grpSpPr>
      <p:sp>
        <p:nvSpPr>
          <p:cNvPr id="5" name="Date Placeholder 4"/>
          <p:cNvSpPr>
            <a:spLocks noGrp="1"/>
          </p:cNvSpPr>
          <p:nvPr>
            <p:ph type="dt" sz="half" idx="10"/>
          </p:nvPr>
        </p:nvSpPr>
        <p:spPr>
          <a:xfrm>
            <a:off x="609600" y="6356352"/>
            <a:ext cx="2844800" cy="365125"/>
          </a:xfrm>
          <a:prstGeom prst="rect">
            <a:avLst/>
          </a:prstGeom>
        </p:spPr>
        <p:txBody>
          <a:bodyPr/>
          <a:lstStyle/>
          <a:p>
            <a:fld id="{A5F3790F-1BDC-45B7-A06B-907667BADF90}" type="datetimeFigureOut">
              <a:rPr lang="zh-CN" altLang="en-US" smtClean="0"/>
              <a:pPr/>
              <a:t>2024/12/11</a:t>
            </a:fld>
            <a:endParaRPr lang="zh-CN" altLang="en-US"/>
          </a:p>
        </p:txBody>
      </p:sp>
      <p:sp>
        <p:nvSpPr>
          <p:cNvPr id="6" name="Footer Placeholder 5"/>
          <p:cNvSpPr>
            <a:spLocks noGrp="1"/>
          </p:cNvSpPr>
          <p:nvPr>
            <p:ph type="ftr" sz="quarter" idx="11"/>
          </p:nvPr>
        </p:nvSpPr>
        <p:spPr>
          <a:xfrm>
            <a:off x="4165600" y="6356352"/>
            <a:ext cx="3860800" cy="365125"/>
          </a:xfrm>
          <a:prstGeom prst="rect">
            <a:avLst/>
          </a:prstGeom>
        </p:spPr>
        <p:txBody>
          <a:bodyPr/>
          <a:lstStyle/>
          <a:p>
            <a:endParaRPr lang="zh-CN" altLang="en-US"/>
          </a:p>
        </p:txBody>
      </p:sp>
      <p:sp>
        <p:nvSpPr>
          <p:cNvPr id="7" name="Slide Number Placeholder 6"/>
          <p:cNvSpPr>
            <a:spLocks noGrp="1"/>
          </p:cNvSpPr>
          <p:nvPr>
            <p:ph type="sldNum" sz="quarter" idx="12"/>
          </p:nvPr>
        </p:nvSpPr>
        <p:spPr/>
        <p:txBody>
          <a:bodyPr/>
          <a:lstStyle/>
          <a:p>
            <a:fld id="{DB6769B4-5047-4DE8-962E-21FF2E18E5B7}" type="slidenum">
              <a:rPr lang="zh-CN" altLang="en-US" smtClean="0"/>
              <a:pPr/>
              <a:t>‹#›</a:t>
            </a:fld>
            <a:endParaRPr lang="zh-CN" altLang="en-US"/>
          </a:p>
        </p:txBody>
      </p:sp>
      <p:sp>
        <p:nvSpPr>
          <p:cNvPr id="8" name="Rectangle 6"/>
          <p:cNvSpPr>
            <a:spLocks noGrp="1" noChangeAspect="1"/>
          </p:cNvSpPr>
          <p:nvPr>
            <p:ph type="pic" sz="quarter" idx="13"/>
          </p:nvPr>
        </p:nvSpPr>
        <p:spPr>
          <a:xfrm>
            <a:off x="0" y="0"/>
            <a:ext cx="12192000" cy="6858000"/>
          </a:xfrm>
          <a:no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0" algn="ctr" rtl="0" eaLnBrk="1" latinLnBrk="0" hangingPunct="1">
              <a:spcBef>
                <a:spcPct val="20000"/>
              </a:spcBef>
              <a:buFontTx/>
              <a:buNone/>
              <a:defRPr kumimoji="0" lang="zh-CN" sz="3200">
                <a:solidFill>
                  <a:schemeClr val="tx1">
                    <a:lumMod val="75000"/>
                    <a:lumOff val="25000"/>
                  </a:schemeClr>
                </a:solidFill>
                <a:latin typeface="+mn-lt"/>
                <a:ea typeface="+mn-ea"/>
                <a:cs typeface="+mn-cs"/>
              </a:defRPr>
            </a:lvl1pPr>
            <a:extLst/>
          </a:lstStyle>
          <a:p>
            <a:pPr marL="0" marR="0" indent="0" algn="ctr" eaLnBrk="1" latinLnBrk="0" hangingPunct="1"/>
            <a:r>
              <a:rPr lang="zh-CN" altLang="en-US"/>
              <a:t>单击图标添加图片</a:t>
            </a:r>
            <a:endParaRPr/>
          </a:p>
        </p:txBody>
      </p:sp>
      <p:sp>
        <p:nvSpPr>
          <p:cNvPr id="12" name="Text Placeholder 10"/>
          <p:cNvSpPr>
            <a:spLocks noGrp="1"/>
          </p:cNvSpPr>
          <p:nvPr>
            <p:ph type="body" sz="quarter" idx="14" hasCustomPrompt="1"/>
          </p:nvPr>
        </p:nvSpPr>
        <p:spPr>
          <a:xfrm>
            <a:off x="6807200" y="5257803"/>
            <a:ext cx="5384800" cy="505047"/>
          </a:xfrm>
          <a:solidFill>
            <a:schemeClr val="tx1">
              <a:alpha val="46000"/>
            </a:schemeClr>
          </a:solidFill>
        </p:spPr>
        <p:txBody>
          <a:bodyPr>
            <a:normAutofit/>
          </a:bodyPr>
          <a:lstStyle>
            <a:lvl1pPr eaLnBrk="1" latinLnBrk="0" hangingPunct="1">
              <a:buNone/>
              <a:defRPr kumimoji="0" lang="zh-CN" sz="3733" baseline="0">
                <a:solidFill>
                  <a:schemeClr val="bg1"/>
                </a:solidFill>
              </a:defRPr>
            </a:lvl1pPr>
          </a:lstStyle>
          <a:p>
            <a:pPr lvl="0"/>
            <a:r>
              <a:rPr kumimoji="0" lang="zh-CN"/>
              <a:t>单击此处添加标题</a:t>
            </a:r>
          </a:p>
        </p:txBody>
      </p:sp>
    </p:spTree>
    <p:extLst>
      <p:ext uri="{BB962C8B-B14F-4D97-AF65-F5344CB8AC3E}">
        <p14:creationId xmlns:p14="http://schemas.microsoft.com/office/powerpoint/2010/main" val="131004784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xAndTwoObj">
  <p:cSld name="标题，文本与两项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102784" y="260349"/>
            <a:ext cx="8955616" cy="642939"/>
          </a:xfrm>
        </p:spPr>
        <p:txBody>
          <a:bodyPr/>
          <a:lstStyle/>
          <a:p>
            <a:r>
              <a:rPr lang="zh-CN" altLang="en-US"/>
              <a:t>单击此处编辑母版标题样式</a:t>
            </a:r>
          </a:p>
        </p:txBody>
      </p:sp>
      <p:sp>
        <p:nvSpPr>
          <p:cNvPr id="3" name="文本占位符 2"/>
          <p:cNvSpPr>
            <a:spLocks noGrp="1"/>
          </p:cNvSpPr>
          <p:nvPr>
            <p:ph type="body" sz="half" idx="1"/>
          </p:nvPr>
        </p:nvSpPr>
        <p:spPr>
          <a:xfrm>
            <a:off x="239184" y="1196977"/>
            <a:ext cx="5384800" cy="43910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5827184" y="1196977"/>
            <a:ext cx="5384800" cy="211931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5827184" y="3468688"/>
            <a:ext cx="5384800" cy="21193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灯片编号占位符 5"/>
          <p:cNvSpPr>
            <a:spLocks noGrp="1"/>
          </p:cNvSpPr>
          <p:nvPr>
            <p:ph type="sldNum" sz="quarter" idx="10"/>
          </p:nvPr>
        </p:nvSpPr>
        <p:spPr>
          <a:xfrm>
            <a:off x="10896600" y="6237288"/>
            <a:ext cx="1295400" cy="457200"/>
          </a:xfrm>
          <a:prstGeom prst="rect">
            <a:avLst/>
          </a:prstGeom>
        </p:spPr>
        <p:txBody>
          <a:bodyPr/>
          <a:lstStyle>
            <a:lvl1pPr>
              <a:defRPr/>
            </a:lvl1pPr>
          </a:lstStyle>
          <a:p>
            <a:fld id="{D00DB924-A882-4621-90E0-F653FD133198}" type="slidenum">
              <a:rPr lang="en-US" altLang="zh-CN"/>
              <a:pPr/>
              <a:t>‹#›</a:t>
            </a:fld>
            <a:endParaRPr lang="en-US" altLang="zh-CN"/>
          </a:p>
        </p:txBody>
      </p:sp>
    </p:spTree>
    <p:extLst>
      <p:ext uri="{BB962C8B-B14F-4D97-AF65-F5344CB8AC3E}">
        <p14:creationId xmlns:p14="http://schemas.microsoft.com/office/powerpoint/2010/main" val="1970007337"/>
      </p:ext>
    </p:extLst>
  </p:cSld>
  <p:clrMapOvr>
    <a:masterClrMapping/>
  </p:clrMapOvr>
  <p:transition>
    <p:random/>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fourObj">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1102784" y="260349"/>
            <a:ext cx="8955616" cy="642939"/>
          </a:xfrm>
        </p:spPr>
        <p:txBody>
          <a:bodyPr/>
          <a:lstStyle/>
          <a:p>
            <a:r>
              <a:rPr lang="zh-CN" altLang="en-US"/>
              <a:t>单击此处编辑母版标题样式</a:t>
            </a:r>
          </a:p>
        </p:txBody>
      </p:sp>
      <p:sp>
        <p:nvSpPr>
          <p:cNvPr id="3" name="内容占位符 2"/>
          <p:cNvSpPr>
            <a:spLocks noGrp="1"/>
          </p:cNvSpPr>
          <p:nvPr>
            <p:ph sz="quarter" idx="1"/>
          </p:nvPr>
        </p:nvSpPr>
        <p:spPr>
          <a:xfrm>
            <a:off x="239184" y="1196977"/>
            <a:ext cx="5384800" cy="211931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5827184" y="1196977"/>
            <a:ext cx="5384800" cy="211931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239184" y="3468688"/>
            <a:ext cx="5384800" cy="21193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5827184" y="3468688"/>
            <a:ext cx="5384800" cy="21193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灯片编号占位符 6"/>
          <p:cNvSpPr>
            <a:spLocks noGrp="1"/>
          </p:cNvSpPr>
          <p:nvPr>
            <p:ph type="sldNum" sz="quarter" idx="10"/>
          </p:nvPr>
        </p:nvSpPr>
        <p:spPr>
          <a:xfrm>
            <a:off x="10896600" y="6237288"/>
            <a:ext cx="1295400" cy="457200"/>
          </a:xfrm>
        </p:spPr>
        <p:txBody>
          <a:bodyPr/>
          <a:lstStyle>
            <a:lvl1pPr>
              <a:defRPr/>
            </a:lvl1pPr>
          </a:lstStyle>
          <a:p>
            <a:fld id="{7CE550D6-A740-4699-B576-21E308412002}" type="slidenum">
              <a:rPr lang="en-US" altLang="zh-CN"/>
              <a:pPr/>
              <a:t>‹#›</a:t>
            </a:fld>
            <a:endParaRPr lang="en-US" altLang="zh-CN"/>
          </a:p>
        </p:txBody>
      </p:sp>
    </p:spTree>
    <p:extLst>
      <p:ext uri="{BB962C8B-B14F-4D97-AF65-F5344CB8AC3E}">
        <p14:creationId xmlns:p14="http://schemas.microsoft.com/office/powerpoint/2010/main" val="3372488479"/>
      </p:ext>
    </p:extLst>
  </p:cSld>
  <p:clrMapOvr>
    <a:masterClrMapping/>
  </p:clrMapOvr>
  <p:transition>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image" Target="../media/image1.jpeg"/><Relationship Id="rId5" Type="http://schemas.openxmlformats.org/officeDocument/2006/relationships/theme" Target="../theme/theme2.xml"/><Relationship Id="rId4"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28.xml"/><Relationship Id="rId18" Type="http://schemas.openxmlformats.org/officeDocument/2006/relationships/slideLayout" Target="../slideLayouts/slideLayout33.xml"/><Relationship Id="rId26" Type="http://schemas.openxmlformats.org/officeDocument/2006/relationships/slideLayout" Target="../slideLayouts/slideLayout41.xml"/><Relationship Id="rId39" Type="http://schemas.openxmlformats.org/officeDocument/2006/relationships/slideLayout" Target="../slideLayouts/slideLayout54.xml"/><Relationship Id="rId21" Type="http://schemas.openxmlformats.org/officeDocument/2006/relationships/slideLayout" Target="../slideLayouts/slideLayout36.xml"/><Relationship Id="rId34" Type="http://schemas.openxmlformats.org/officeDocument/2006/relationships/slideLayout" Target="../slideLayouts/slideLayout49.xml"/><Relationship Id="rId42" Type="http://schemas.openxmlformats.org/officeDocument/2006/relationships/theme" Target="../theme/theme3.xml"/><Relationship Id="rId47" Type="http://schemas.openxmlformats.org/officeDocument/2006/relationships/image" Target="../media/image15.jpeg"/><Relationship Id="rId7" Type="http://schemas.openxmlformats.org/officeDocument/2006/relationships/slideLayout" Target="../slideLayouts/slideLayout22.xml"/><Relationship Id="rId2" Type="http://schemas.openxmlformats.org/officeDocument/2006/relationships/slideLayout" Target="../slideLayouts/slideLayout17.xml"/><Relationship Id="rId16" Type="http://schemas.openxmlformats.org/officeDocument/2006/relationships/slideLayout" Target="../slideLayouts/slideLayout31.xml"/><Relationship Id="rId29" Type="http://schemas.openxmlformats.org/officeDocument/2006/relationships/slideLayout" Target="../slideLayouts/slideLayout44.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24" Type="http://schemas.openxmlformats.org/officeDocument/2006/relationships/slideLayout" Target="../slideLayouts/slideLayout39.xml"/><Relationship Id="rId32" Type="http://schemas.openxmlformats.org/officeDocument/2006/relationships/slideLayout" Target="../slideLayouts/slideLayout47.xml"/><Relationship Id="rId37" Type="http://schemas.openxmlformats.org/officeDocument/2006/relationships/slideLayout" Target="../slideLayouts/slideLayout52.xml"/><Relationship Id="rId40" Type="http://schemas.openxmlformats.org/officeDocument/2006/relationships/slideLayout" Target="../slideLayouts/slideLayout55.xml"/><Relationship Id="rId45" Type="http://schemas.openxmlformats.org/officeDocument/2006/relationships/image" Target="../media/image14.png"/><Relationship Id="rId5" Type="http://schemas.openxmlformats.org/officeDocument/2006/relationships/slideLayout" Target="../slideLayouts/slideLayout20.xml"/><Relationship Id="rId15" Type="http://schemas.openxmlformats.org/officeDocument/2006/relationships/slideLayout" Target="../slideLayouts/slideLayout30.xml"/><Relationship Id="rId23" Type="http://schemas.openxmlformats.org/officeDocument/2006/relationships/slideLayout" Target="../slideLayouts/slideLayout38.xml"/><Relationship Id="rId28" Type="http://schemas.openxmlformats.org/officeDocument/2006/relationships/slideLayout" Target="../slideLayouts/slideLayout43.xml"/><Relationship Id="rId36" Type="http://schemas.openxmlformats.org/officeDocument/2006/relationships/slideLayout" Target="../slideLayouts/slideLayout51.xml"/><Relationship Id="rId10" Type="http://schemas.openxmlformats.org/officeDocument/2006/relationships/slideLayout" Target="../slideLayouts/slideLayout25.xml"/><Relationship Id="rId19" Type="http://schemas.openxmlformats.org/officeDocument/2006/relationships/slideLayout" Target="../slideLayouts/slideLayout34.xml"/><Relationship Id="rId31" Type="http://schemas.openxmlformats.org/officeDocument/2006/relationships/slideLayout" Target="../slideLayouts/slideLayout46.xml"/><Relationship Id="rId44" Type="http://schemas.microsoft.com/office/2007/relationships/hdphoto" Target="../media/hdphoto1.wdp"/><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 Id="rId22" Type="http://schemas.openxmlformats.org/officeDocument/2006/relationships/slideLayout" Target="../slideLayouts/slideLayout37.xml"/><Relationship Id="rId27" Type="http://schemas.openxmlformats.org/officeDocument/2006/relationships/slideLayout" Target="../slideLayouts/slideLayout42.xml"/><Relationship Id="rId30" Type="http://schemas.openxmlformats.org/officeDocument/2006/relationships/slideLayout" Target="../slideLayouts/slideLayout45.xml"/><Relationship Id="rId35" Type="http://schemas.openxmlformats.org/officeDocument/2006/relationships/slideLayout" Target="../slideLayouts/slideLayout50.xml"/><Relationship Id="rId43" Type="http://schemas.openxmlformats.org/officeDocument/2006/relationships/image" Target="../media/image13.png"/><Relationship Id="rId48" Type="http://schemas.openxmlformats.org/officeDocument/2006/relationships/image" Target="../media/image16.jpeg"/><Relationship Id="rId8" Type="http://schemas.openxmlformats.org/officeDocument/2006/relationships/slideLayout" Target="../slideLayouts/slideLayout23.xml"/><Relationship Id="rId3" Type="http://schemas.openxmlformats.org/officeDocument/2006/relationships/slideLayout" Target="../slideLayouts/slideLayout18.xml"/><Relationship Id="rId12" Type="http://schemas.openxmlformats.org/officeDocument/2006/relationships/slideLayout" Target="../slideLayouts/slideLayout27.xml"/><Relationship Id="rId17" Type="http://schemas.openxmlformats.org/officeDocument/2006/relationships/slideLayout" Target="../slideLayouts/slideLayout32.xml"/><Relationship Id="rId25" Type="http://schemas.openxmlformats.org/officeDocument/2006/relationships/slideLayout" Target="../slideLayouts/slideLayout40.xml"/><Relationship Id="rId33" Type="http://schemas.openxmlformats.org/officeDocument/2006/relationships/slideLayout" Target="../slideLayouts/slideLayout48.xml"/><Relationship Id="rId38" Type="http://schemas.openxmlformats.org/officeDocument/2006/relationships/slideLayout" Target="../slideLayouts/slideLayout53.xml"/><Relationship Id="rId46" Type="http://schemas.microsoft.com/office/2007/relationships/hdphoto" Target="../media/hdphoto2.wdp"/><Relationship Id="rId20" Type="http://schemas.openxmlformats.org/officeDocument/2006/relationships/slideLayout" Target="../slideLayouts/slideLayout35.xml"/><Relationship Id="rId41" Type="http://schemas.openxmlformats.org/officeDocument/2006/relationships/slideLayout" Target="../slideLayouts/slideLayout5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C325A4A-BAED-4624-90D1-88F38BD6F015}" type="datetimeFigureOut">
              <a:rPr lang="zh-CN" altLang="en-US" smtClean="0"/>
              <a:pPr/>
              <a:t>2024/12/11</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BD1F3D-25D0-41EF-98EA-A8204D8B08F6}" type="slidenum">
              <a:rPr lang="zh-CN" altLang="en-US" smtClean="0"/>
              <a:pPr/>
              <a:t>‹#›</a:t>
            </a:fld>
            <a:endParaRPr lang="zh-CN" altLang="en-US"/>
          </a:p>
        </p:txBody>
      </p:sp>
    </p:spTree>
    <p:extLst>
      <p:ext uri="{BB962C8B-B14F-4D97-AF65-F5344CB8AC3E}">
        <p14:creationId xmlns:p14="http://schemas.microsoft.com/office/powerpoint/2010/main" val="4856666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6"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609600" y="467834"/>
            <a:ext cx="10972800" cy="565833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p:txBody>
      </p:sp>
    </p:spTree>
    <p:extLst>
      <p:ext uri="{BB962C8B-B14F-4D97-AF65-F5344CB8AC3E}">
        <p14:creationId xmlns:p14="http://schemas.microsoft.com/office/powerpoint/2010/main" val="54891236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Lst>
  <mc:AlternateContent xmlns:mc="http://schemas.openxmlformats.org/markup-compatibility/2006" xmlns:p14="http://schemas.microsoft.com/office/powerpoint/2010/main">
    <mc:Choice Requires="p14">
      <p:transition spd="slow" p14:dur="2000">
        <p:split orient="vert"/>
      </p:transition>
    </mc:Choice>
    <mc:Fallback xmlns="">
      <p:transition spd="slow">
        <p:split orient="vert"/>
      </p:transition>
    </mc:Fallback>
  </mc:AlternateConten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矩形 4"/>
          <p:cNvSpPr/>
          <p:nvPr/>
        </p:nvSpPr>
        <p:spPr>
          <a:xfrm>
            <a:off x="0" y="1316766"/>
            <a:ext cx="12192000" cy="4992556"/>
          </a:xfrm>
          <a:prstGeom prst="rect">
            <a:avLst/>
          </a:prstGeom>
          <a:blipFill dpi="0" rotWithShape="1">
            <a:blip r:embed="rId43" cstate="print">
              <a:extLst>
                <a:ext uri="{BEBA8EAE-BF5A-486C-A8C5-ECC9F3942E4B}">
                  <a14:imgProps xmlns:a14="http://schemas.microsoft.com/office/drawing/2010/main">
                    <a14:imgLayer r:embed="rId44">
                      <a14:imgEffect>
                        <a14:artisticTexturizer/>
                      </a14:imgEffect>
                    </a14:imgLayer>
                  </a14:imgProps>
                </a:ex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8" name="矩形 7"/>
          <p:cNvSpPr/>
          <p:nvPr/>
        </p:nvSpPr>
        <p:spPr>
          <a:xfrm flipH="1">
            <a:off x="0" y="0"/>
            <a:ext cx="10704512" cy="1316765"/>
          </a:xfrm>
          <a:prstGeom prst="rect">
            <a:avLst/>
          </a:prstGeom>
          <a:blipFill dpi="0" rotWithShape="1">
            <a:blip r:embed="rId45" cstate="print">
              <a:extLst>
                <a:ext uri="{BEBA8EAE-BF5A-486C-A8C5-ECC9F3942E4B}">
                  <a14:imgProps xmlns:a14="http://schemas.microsoft.com/office/drawing/2010/main">
                    <a14:imgLayer r:embed="rId46">
                      <a14:imgEffect>
                        <a14:artisticTexturizer/>
                      </a14:imgEffect>
                    </a14:imgLayer>
                  </a14:imgProps>
                </a:ex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灯片编号占位符 5"/>
          <p:cNvSpPr>
            <a:spLocks noGrp="1"/>
          </p:cNvSpPr>
          <p:nvPr>
            <p:ph type="sldNum" sz="quarter" idx="4"/>
          </p:nvPr>
        </p:nvSpPr>
        <p:spPr>
          <a:xfrm>
            <a:off x="5039883" y="6349718"/>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0DE3DC3E-95AB-4C2E-9080-A75ACEF79FBB}" type="slidenum">
              <a:rPr lang="zh-CN" altLang="en-US" smtClean="0"/>
              <a:pPr/>
              <a:t>‹#›</a:t>
            </a:fld>
            <a:endParaRPr lang="zh-CN" altLang="en-US" dirty="0"/>
          </a:p>
        </p:txBody>
      </p:sp>
      <p:sp>
        <p:nvSpPr>
          <p:cNvPr id="4" name="五边形 3"/>
          <p:cNvSpPr/>
          <p:nvPr/>
        </p:nvSpPr>
        <p:spPr>
          <a:xfrm flipH="1">
            <a:off x="10031085" y="0"/>
            <a:ext cx="2160916" cy="1316765"/>
          </a:xfrm>
          <a:prstGeom prst="homePlate">
            <a:avLst/>
          </a:prstGeom>
          <a:blipFill dpi="0" rotWithShape="1">
            <a:blip r:embed="rId47"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0" name="矩形 9"/>
          <p:cNvSpPr/>
          <p:nvPr/>
        </p:nvSpPr>
        <p:spPr>
          <a:xfrm>
            <a:off x="528058" y="6309320"/>
            <a:ext cx="11663943" cy="548680"/>
          </a:xfrm>
          <a:prstGeom prst="rect">
            <a:avLst/>
          </a:prstGeom>
          <a:blipFill dpi="0" rotWithShape="1">
            <a:blip r:embed="rId45" cstate="print">
              <a:extLst>
                <a:ext uri="{BEBA8EAE-BF5A-486C-A8C5-ECC9F3942E4B}">
                  <a14:imgProps xmlns:a14="http://schemas.microsoft.com/office/drawing/2010/main">
                    <a14:imgLayer r:embed="rId46">
                      <a14:imgEffect>
                        <a14:artisticTexturizer/>
                      </a14:imgEffect>
                    </a14:imgLayer>
                  </a14:imgProps>
                </a:ex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1" name="五边形 10"/>
          <p:cNvSpPr/>
          <p:nvPr/>
        </p:nvSpPr>
        <p:spPr>
          <a:xfrm>
            <a:off x="1" y="6309321"/>
            <a:ext cx="1056116" cy="564600"/>
          </a:xfrm>
          <a:prstGeom prst="homePlate">
            <a:avLst/>
          </a:prstGeom>
          <a:blipFill dpi="0" rotWithShape="1">
            <a:blip r:embed="rId48"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9" name="矩形 8"/>
          <p:cNvSpPr/>
          <p:nvPr/>
        </p:nvSpPr>
        <p:spPr>
          <a:xfrm>
            <a:off x="12170905" y="6224504"/>
            <a:ext cx="4655840" cy="615553"/>
          </a:xfrm>
          <a:prstGeom prst="rect">
            <a:avLst/>
          </a:prstGeom>
          <a:noFill/>
          <a:ln>
            <a:noFill/>
          </a:ln>
        </p:spPr>
        <p:txBody>
          <a:bodyPr wrap="square" lIns="121920" tIns="60960" rIns="121920" bIns="60960">
            <a:spAutoFit/>
          </a:bodyPr>
          <a:lstStyle/>
          <a:p>
            <a:pPr algn="l"/>
            <a:r>
              <a:rPr lang="zh-CN" altLang="en-US" sz="3200" b="1" i="1" cap="none" spc="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计算机与计算思维导论</a:t>
            </a:r>
          </a:p>
        </p:txBody>
      </p:sp>
      <p:sp>
        <p:nvSpPr>
          <p:cNvPr id="7" name="矩形 6"/>
          <p:cNvSpPr/>
          <p:nvPr/>
        </p:nvSpPr>
        <p:spPr>
          <a:xfrm>
            <a:off x="12336694" y="5637246"/>
            <a:ext cx="4224469" cy="1344149"/>
          </a:xfrm>
          <a:prstGeom prst="rect">
            <a:avLst/>
          </a:prstGeom>
          <a:solidFill>
            <a:srgbClr val="C1C4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Tree>
    <p:extLst>
      <p:ext uri="{BB962C8B-B14F-4D97-AF65-F5344CB8AC3E}">
        <p14:creationId xmlns:p14="http://schemas.microsoft.com/office/powerpoint/2010/main" val="2766852166"/>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 id="2147483678" r:id="rId13"/>
    <p:sldLayoutId id="2147483679" r:id="rId14"/>
    <p:sldLayoutId id="2147483680" r:id="rId15"/>
    <p:sldLayoutId id="2147483681" r:id="rId16"/>
    <p:sldLayoutId id="2147483682" r:id="rId17"/>
    <p:sldLayoutId id="2147483683" r:id="rId18"/>
    <p:sldLayoutId id="2147483684" r:id="rId19"/>
    <p:sldLayoutId id="2147483685" r:id="rId20"/>
    <p:sldLayoutId id="2147483686" r:id="rId21"/>
    <p:sldLayoutId id="2147483687" r:id="rId22"/>
    <p:sldLayoutId id="2147483688" r:id="rId23"/>
    <p:sldLayoutId id="2147483689" r:id="rId24"/>
    <p:sldLayoutId id="2147483690" r:id="rId25"/>
    <p:sldLayoutId id="2147483691" r:id="rId26"/>
    <p:sldLayoutId id="2147483692" r:id="rId27"/>
    <p:sldLayoutId id="2147483693" r:id="rId28"/>
    <p:sldLayoutId id="2147483694" r:id="rId29"/>
    <p:sldLayoutId id="2147483695" r:id="rId30"/>
    <p:sldLayoutId id="2147483696" r:id="rId31"/>
    <p:sldLayoutId id="2147483697" r:id="rId32"/>
    <p:sldLayoutId id="2147483698" r:id="rId33"/>
    <p:sldLayoutId id="2147483699" r:id="rId34"/>
    <p:sldLayoutId id="2147483700" r:id="rId35"/>
    <p:sldLayoutId id="2147483701" r:id="rId36"/>
    <p:sldLayoutId id="2147483702" r:id="rId37"/>
    <p:sldLayoutId id="2147483703" r:id="rId38"/>
    <p:sldLayoutId id="2147483704" r:id="rId39"/>
    <p:sldLayoutId id="2147483705" r:id="rId40"/>
    <p:sldLayoutId id="2147483706" r:id="rId4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path" presetSubtype="0" accel="42000" decel="48000" fill="hold" grpId="0" nodeType="withEffect">
                                  <p:stCondLst>
                                    <p:cond delay="0"/>
                                  </p:stCondLst>
                                  <p:childTnLst>
                                    <p:animMotion origin="layout" path="M 3.88889E-6 -1.5546E-6 L -0.91754 -1.5546E-6 " pathEditMode="relative" rAng="0" ptsTypes="AA">
                                      <p:cBhvr>
                                        <p:cTn id="6" dur="10000" fill="hold"/>
                                        <p:tgtEl>
                                          <p:spTgt spid="9"/>
                                        </p:tgtEl>
                                        <p:attrNameLst>
                                          <p:attrName>ppt_x</p:attrName>
                                          <p:attrName>ppt_y</p:attrName>
                                        </p:attrNameLst>
                                      </p:cBhvr>
                                      <p:rCtr x="-45885"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txStyles>
    <p:titleStyle>
      <a:lvl1pPr algn="ctr" defTabSz="1219170" rtl="0" eaLnBrk="1" latinLnBrk="0" hangingPunct="1">
        <a:spcBef>
          <a:spcPct val="0"/>
        </a:spcBef>
        <a:buNone/>
        <a:defRPr sz="5867" kern="1200">
          <a:solidFill>
            <a:schemeClr val="bg1"/>
          </a:solidFill>
          <a:latin typeface="黑体" panose="02010609060101010101" pitchFamily="49" charset="-122"/>
          <a:ea typeface="黑体" panose="02010609060101010101" pitchFamily="49" charset="-122"/>
          <a:cs typeface="+mj-cs"/>
        </a:defRPr>
      </a:lvl1pPr>
    </p:titleStyle>
    <p:bodyStyle>
      <a:lvl1pPr marL="457189" indent="-457189" algn="l" defTabSz="1219170" rtl="0" eaLnBrk="1" latinLnBrk="0"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1"/>
          </a:solidFill>
          <a:latin typeface="华文楷体" panose="02010600040101010101" pitchFamily="2" charset="-122"/>
          <a:ea typeface="华文楷体" panose="02010600040101010101" pitchFamily="2" charset="-122"/>
          <a:cs typeface="+mn-cs"/>
        </a:defRPr>
      </a:lvl2pPr>
      <a:lvl3pPr marL="1523962" indent="-304792" algn="l" defTabSz="1219170"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zh-CN"/>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26.xml"/><Relationship Id="rId2" Type="http://schemas.openxmlformats.org/officeDocument/2006/relationships/slide" Target="slide3.xml"/><Relationship Id="rId1" Type="http://schemas.openxmlformats.org/officeDocument/2006/relationships/slideLayout" Target="../slideLayouts/slideLayout17.xml"/><Relationship Id="rId6" Type="http://schemas.openxmlformats.org/officeDocument/2006/relationships/slide" Target="slide73.xml"/><Relationship Id="rId5" Type="http://schemas.openxmlformats.org/officeDocument/2006/relationships/slide" Target="slide59.xml"/><Relationship Id="rId4" Type="http://schemas.openxmlformats.org/officeDocument/2006/relationships/slide" Target="slide49.xml"/></Relationships>
</file>

<file path=ppt/slides/_rels/slide3.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slide" Target="slide3.xml"/><Relationship Id="rId1" Type="http://schemas.openxmlformats.org/officeDocument/2006/relationships/slideLayout" Target="../slideLayouts/slideLayout55.xml"/></Relationships>
</file>

<file path=ppt/slides/_rels/slide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 Target="slide3.xml"/><Relationship Id="rId1" Type="http://schemas.openxmlformats.org/officeDocument/2006/relationships/slideLayout" Target="../slideLayouts/slideLayout55.xml"/><Relationship Id="rId5" Type="http://schemas.openxmlformats.org/officeDocument/2006/relationships/image" Target="../media/image26.png"/><Relationship Id="rId4" Type="http://schemas.openxmlformats.org/officeDocument/2006/relationships/image" Target="../media/image25.png"/></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slide" Target="slide3.xml"/><Relationship Id="rId1" Type="http://schemas.openxmlformats.org/officeDocument/2006/relationships/slideLayout" Target="../slideLayouts/slideLayout5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slide" Target="slide3.xml"/><Relationship Id="rId1" Type="http://schemas.openxmlformats.org/officeDocument/2006/relationships/slideLayout" Target="../slideLayouts/slideLayout55.xml"/></Relationships>
</file>

<file path=ppt/slides/_rels/slide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slide" Target="slide3.xml"/><Relationship Id="rId1" Type="http://schemas.openxmlformats.org/officeDocument/2006/relationships/slideLayout" Target="../slideLayouts/slideLayout55.xml"/></Relationships>
</file>

<file path=ppt/slides/_rels/slide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slide" Target="slide3.xml"/><Relationship Id="rId1" Type="http://schemas.openxmlformats.org/officeDocument/2006/relationships/slideLayout" Target="../slideLayouts/slideLayout55.xml"/></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slide" Target="slide3.xml"/><Relationship Id="rId1" Type="http://schemas.openxmlformats.org/officeDocument/2006/relationships/slideLayout" Target="../slideLayouts/slideLayout55.xml"/></Relationships>
</file>

<file path=ppt/slides/_rels/slide11.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slide" Target="slide3.xml"/><Relationship Id="rId1" Type="http://schemas.openxmlformats.org/officeDocument/2006/relationships/slideLayout" Target="../slideLayouts/slideLayout5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slide" Target="slide3.xml"/><Relationship Id="rId1" Type="http://schemas.openxmlformats.org/officeDocument/2006/relationships/slideLayout" Target="../slideLayouts/slideLayout55.xml"/><Relationship Id="rId4" Type="http://schemas.openxmlformats.org/officeDocument/2006/relationships/image" Target="../media/image36.png"/></Relationships>
</file>

<file path=ppt/slides/_rels/slide14.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55.xml"/></Relationships>
</file>

<file path=ppt/slides/_rels/slide1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slide" Target="slide3.xml"/><Relationship Id="rId1" Type="http://schemas.openxmlformats.org/officeDocument/2006/relationships/slideLayout" Target="../slideLayouts/slideLayout55.xml"/><Relationship Id="rId4" Type="http://schemas.openxmlformats.org/officeDocument/2006/relationships/image" Target="../media/image36.png"/></Relationships>
</file>

<file path=ppt/slides/_rels/slide16.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slide" Target="slide3.xml"/><Relationship Id="rId1" Type="http://schemas.openxmlformats.org/officeDocument/2006/relationships/slideLayout" Target="../slideLayouts/slideLayout55.xml"/></Relationships>
</file>

<file path=ppt/slides/_rels/slide18.xml.rels><?xml version="1.0" encoding="UTF-8" standalone="yes"?>
<Relationships xmlns="http://schemas.openxmlformats.org/package/2006/relationships"><Relationship Id="rId3" Type="http://schemas.openxmlformats.org/officeDocument/2006/relationships/image" Target="../media/image38.gif"/><Relationship Id="rId2" Type="http://schemas.openxmlformats.org/officeDocument/2006/relationships/slide" Target="slide3.xml"/><Relationship Id="rId1" Type="http://schemas.openxmlformats.org/officeDocument/2006/relationships/slideLayout" Target="../slideLayouts/slideLayout55.xml"/></Relationships>
</file>

<file path=ppt/slides/_rels/slide1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slide" Target="slide3.xml"/><Relationship Id="rId1" Type="http://schemas.openxmlformats.org/officeDocument/2006/relationships/slideLayout" Target="../slideLayouts/slideLayout55.xml"/><Relationship Id="rId5" Type="http://schemas.openxmlformats.org/officeDocument/2006/relationships/image" Target="../media/image40.png"/><Relationship Id="rId4" Type="http://schemas.openxmlformats.org/officeDocument/2006/relationships/oleObject" Target="../embeddings/oleObject1.bin"/></Relationships>
</file>

<file path=ppt/slides/_rels/slide2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slide" Target="slide3.xml"/><Relationship Id="rId1" Type="http://schemas.openxmlformats.org/officeDocument/2006/relationships/slideLayout" Target="../slideLayouts/slideLayout55.xml"/><Relationship Id="rId5" Type="http://schemas.openxmlformats.org/officeDocument/2006/relationships/image" Target="../media/image43.png"/><Relationship Id="rId4" Type="http://schemas.openxmlformats.org/officeDocument/2006/relationships/image" Target="../media/image42.png"/></Relationships>
</file>

<file path=ppt/slides/_rels/slide21.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55.xml"/></Relationships>
</file>

<file path=ppt/slides/_rels/slide22.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55.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 Target="slide3.xml"/><Relationship Id="rId1" Type="http://schemas.openxmlformats.org/officeDocument/2006/relationships/slideLayout" Target="../slideLayouts/slideLayout55.xml"/><Relationship Id="rId4" Type="http://schemas.openxmlformats.org/officeDocument/2006/relationships/image" Target="../media/image44.png"/></Relationships>
</file>

<file path=ppt/slides/_rels/slide25.xml.rels><?xml version="1.0" encoding="UTF-8" standalone="yes"?>
<Relationships xmlns="http://schemas.openxmlformats.org/package/2006/relationships"><Relationship Id="rId3" Type="http://schemas.openxmlformats.org/officeDocument/2006/relationships/slide" Target="slide26.xml"/><Relationship Id="rId2" Type="http://schemas.openxmlformats.org/officeDocument/2006/relationships/slide" Target="slide3.xml"/><Relationship Id="rId1" Type="http://schemas.openxmlformats.org/officeDocument/2006/relationships/slideLayout" Target="../slideLayouts/slideLayout17.xml"/><Relationship Id="rId6" Type="http://schemas.openxmlformats.org/officeDocument/2006/relationships/slide" Target="slide73.xml"/><Relationship Id="rId5" Type="http://schemas.openxmlformats.org/officeDocument/2006/relationships/slide" Target="slide59.xml"/><Relationship Id="rId4" Type="http://schemas.openxmlformats.org/officeDocument/2006/relationships/slide" Target="slide49.xml"/></Relationships>
</file>

<file path=ppt/slides/_rels/slide26.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3" Type="http://schemas.openxmlformats.org/officeDocument/2006/relationships/image" Target="../media/image45.gif"/><Relationship Id="rId2" Type="http://schemas.openxmlformats.org/officeDocument/2006/relationships/slide" Target="slide3.xml"/><Relationship Id="rId1" Type="http://schemas.openxmlformats.org/officeDocument/2006/relationships/slideLayout" Target="../slideLayouts/slideLayout55.xml"/></Relationships>
</file>

<file path=ppt/slides/_rels/slide28.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55.xml"/></Relationships>
</file>

<file path=ppt/slides/_rels/slide2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slide" Target="slide3.xml"/><Relationship Id="rId1" Type="http://schemas.openxmlformats.org/officeDocument/2006/relationships/slideLayout" Target="../slideLayouts/slideLayout55.xml"/></Relationships>
</file>

<file path=ppt/slides/_rels/slide30.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slide" Target="slide3.xml"/><Relationship Id="rId1" Type="http://schemas.openxmlformats.org/officeDocument/2006/relationships/slideLayout" Target="../slideLayouts/slideLayout55.xml"/></Relationships>
</file>

<file path=ppt/slides/_rels/slide32.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55.xml"/></Relationships>
</file>

<file path=ppt/slides/_rels/slide33.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55.xml"/></Relationships>
</file>

<file path=ppt/slides/_rels/slide3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slide" Target="slide3.xml"/><Relationship Id="rId1" Type="http://schemas.openxmlformats.org/officeDocument/2006/relationships/slideLayout" Target="../slideLayouts/slideLayout55.xml"/></Relationships>
</file>

<file path=ppt/slides/_rels/slide35.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55.xml"/></Relationships>
</file>

<file path=ppt/slides/_rels/slide36.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55.xml"/></Relationships>
</file>

<file path=ppt/slides/_rels/slide37.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55.xml"/></Relationships>
</file>

<file path=ppt/slides/_rels/slide38.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17.xml"/></Relationships>
</file>

<file path=ppt/slides/_rels/slide39.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slide" Target="slide3.xml"/><Relationship Id="rId1" Type="http://schemas.openxmlformats.org/officeDocument/2006/relationships/slideLayout" Target="../slideLayouts/slideLayout55.xml"/><Relationship Id="rId6" Type="http://schemas.openxmlformats.org/officeDocument/2006/relationships/image" Target="../media/image52.png"/><Relationship Id="rId5" Type="http://schemas.openxmlformats.org/officeDocument/2006/relationships/image" Target="../media/image51.jpeg"/><Relationship Id="rId4" Type="http://schemas.openxmlformats.org/officeDocument/2006/relationships/image" Target="../media/image50.jpeg"/></Relationships>
</file>

<file path=ppt/slides/_rels/slide40.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1.xml"/><Relationship Id="rId1" Type="http://schemas.openxmlformats.org/officeDocument/2006/relationships/slideLayout" Target="../slideLayouts/slideLayout55.xml"/><Relationship Id="rId5" Type="http://schemas.openxmlformats.org/officeDocument/2006/relationships/image" Target="../media/image54.png"/><Relationship Id="rId4" Type="http://schemas.openxmlformats.org/officeDocument/2006/relationships/image" Target="../media/image53.png"/></Relationships>
</file>

<file path=ppt/slides/_rels/slide41.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2.xml"/><Relationship Id="rId1" Type="http://schemas.openxmlformats.org/officeDocument/2006/relationships/slideLayout" Target="../slideLayouts/slideLayout55.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42.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17.xml"/></Relationships>
</file>

<file path=ppt/slides/_rels/slide43.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3.xml"/><Relationship Id="rId1" Type="http://schemas.openxmlformats.org/officeDocument/2006/relationships/slideLayout" Target="../slideLayouts/slideLayout55.xml"/><Relationship Id="rId4" Type="http://schemas.openxmlformats.org/officeDocument/2006/relationships/image" Target="../media/image58.png"/></Relationships>
</file>

<file path=ppt/slides/_rels/slide44.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4.xml"/><Relationship Id="rId1" Type="http://schemas.openxmlformats.org/officeDocument/2006/relationships/slideLayout" Target="../slideLayouts/slideLayout55.xml"/><Relationship Id="rId5" Type="http://schemas.openxmlformats.org/officeDocument/2006/relationships/image" Target="../media/image60.png"/><Relationship Id="rId4" Type="http://schemas.openxmlformats.org/officeDocument/2006/relationships/image" Target="../media/image59.png"/></Relationships>
</file>

<file path=ppt/slides/_rels/slide45.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slide" Target="slide3.xml"/><Relationship Id="rId7" Type="http://schemas.openxmlformats.org/officeDocument/2006/relationships/image" Target="../media/image64.jpeg"/><Relationship Id="rId2" Type="http://schemas.openxmlformats.org/officeDocument/2006/relationships/notesSlide" Target="../notesSlides/notesSlide5.xml"/><Relationship Id="rId1" Type="http://schemas.openxmlformats.org/officeDocument/2006/relationships/slideLayout" Target="../slideLayouts/slideLayout55.xml"/><Relationship Id="rId6" Type="http://schemas.openxmlformats.org/officeDocument/2006/relationships/image" Target="../media/image63.jpeg"/><Relationship Id="rId5" Type="http://schemas.openxmlformats.org/officeDocument/2006/relationships/image" Target="../media/image62.jpeg"/><Relationship Id="rId4" Type="http://schemas.openxmlformats.org/officeDocument/2006/relationships/image" Target="../media/image61.jpeg"/></Relationships>
</file>

<file path=ppt/slides/_rels/slide46.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6.xml"/><Relationship Id="rId1" Type="http://schemas.openxmlformats.org/officeDocument/2006/relationships/slideLayout" Target="../slideLayouts/slideLayout55.xml"/></Relationships>
</file>

<file path=ppt/slides/_rels/slide47.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7.xml"/><Relationship Id="rId1" Type="http://schemas.openxmlformats.org/officeDocument/2006/relationships/slideLayout" Target="../slideLayouts/slideLayout55.xml"/><Relationship Id="rId6" Type="http://schemas.openxmlformats.org/officeDocument/2006/relationships/image" Target="../media/image67.png"/><Relationship Id="rId5" Type="http://schemas.openxmlformats.org/officeDocument/2006/relationships/oleObject" Target="../embeddings/oleObject3.bin"/><Relationship Id="rId4" Type="http://schemas.openxmlformats.org/officeDocument/2006/relationships/image" Target="../media/image66.png"/></Relationships>
</file>

<file path=ppt/slides/_rels/slide48.xml.rels><?xml version="1.0" encoding="UTF-8" standalone="yes"?>
<Relationships xmlns="http://schemas.openxmlformats.org/package/2006/relationships"><Relationship Id="rId3" Type="http://schemas.openxmlformats.org/officeDocument/2006/relationships/slide" Target="slide26.xml"/><Relationship Id="rId2" Type="http://schemas.openxmlformats.org/officeDocument/2006/relationships/slide" Target="slide3.xml"/><Relationship Id="rId1" Type="http://schemas.openxmlformats.org/officeDocument/2006/relationships/slideLayout" Target="../slideLayouts/slideLayout17.xml"/><Relationship Id="rId6" Type="http://schemas.openxmlformats.org/officeDocument/2006/relationships/slide" Target="slide73.xml"/><Relationship Id="rId5" Type="http://schemas.openxmlformats.org/officeDocument/2006/relationships/slide" Target="slide59.xml"/><Relationship Id="rId4" Type="http://schemas.openxmlformats.org/officeDocument/2006/relationships/slide" Target="slide49.xml"/></Relationships>
</file>

<file path=ppt/slides/_rels/slide49.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17.xml"/></Relationships>
</file>

<file path=ppt/slides/_rels/slide50.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8.xml"/><Relationship Id="rId1" Type="http://schemas.openxmlformats.org/officeDocument/2006/relationships/slideLayout" Target="../slideLayouts/slideLayout55.xml"/><Relationship Id="rId4" Type="http://schemas.openxmlformats.org/officeDocument/2006/relationships/image" Target="../media/image68.jpeg"/></Relationships>
</file>

<file path=ppt/slides/_rels/slide51.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9.xml"/><Relationship Id="rId1" Type="http://schemas.openxmlformats.org/officeDocument/2006/relationships/slideLayout" Target="../slideLayouts/slideLayout55.xml"/></Relationships>
</file>

<file path=ppt/slides/_rels/slide52.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10.xml"/><Relationship Id="rId1" Type="http://schemas.openxmlformats.org/officeDocument/2006/relationships/slideLayout" Target="../slideLayouts/slideLayout55.xml"/></Relationships>
</file>

<file path=ppt/slides/_rels/slide53.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17.xml"/></Relationships>
</file>

<file path=ppt/slides/_rels/slide54.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11.xml"/><Relationship Id="rId1" Type="http://schemas.openxmlformats.org/officeDocument/2006/relationships/slideLayout" Target="../slideLayouts/slideLayout55.xml"/><Relationship Id="rId4" Type="http://schemas.openxmlformats.org/officeDocument/2006/relationships/image" Target="../media/image69.png"/></Relationships>
</file>

<file path=ppt/slides/_rels/slide55.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12.xml"/><Relationship Id="rId1" Type="http://schemas.openxmlformats.org/officeDocument/2006/relationships/slideLayout" Target="../slideLayouts/slideLayout55.xml"/></Relationships>
</file>

<file path=ppt/slides/_rels/slide56.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13.xml"/><Relationship Id="rId1" Type="http://schemas.openxmlformats.org/officeDocument/2006/relationships/slideLayout" Target="../slideLayouts/slideLayout55.xml"/><Relationship Id="rId4" Type="http://schemas.openxmlformats.org/officeDocument/2006/relationships/image" Target="../media/image70.png"/></Relationships>
</file>

<file path=ppt/slides/_rels/slide57.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14.xml"/><Relationship Id="rId1" Type="http://schemas.openxmlformats.org/officeDocument/2006/relationships/slideLayout" Target="../slideLayouts/slideLayout55.xml"/></Relationships>
</file>

<file path=ppt/slides/_rels/slide58.xml.rels><?xml version="1.0" encoding="UTF-8" standalone="yes"?>
<Relationships xmlns="http://schemas.openxmlformats.org/package/2006/relationships"><Relationship Id="rId3" Type="http://schemas.openxmlformats.org/officeDocument/2006/relationships/slide" Target="slide26.xml"/><Relationship Id="rId2" Type="http://schemas.openxmlformats.org/officeDocument/2006/relationships/slide" Target="slide3.xml"/><Relationship Id="rId1" Type="http://schemas.openxmlformats.org/officeDocument/2006/relationships/slideLayout" Target="../slideLayouts/slideLayout17.xml"/><Relationship Id="rId6" Type="http://schemas.openxmlformats.org/officeDocument/2006/relationships/slide" Target="slide73.xml"/><Relationship Id="rId5" Type="http://schemas.openxmlformats.org/officeDocument/2006/relationships/slide" Target="slide59.xml"/><Relationship Id="rId4" Type="http://schemas.openxmlformats.org/officeDocument/2006/relationships/slide" Target="slide49.xml"/></Relationships>
</file>

<file path=ppt/slides/_rels/slide59.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17.xml"/></Relationships>
</file>

<file path=ppt/slides/_rels/slide60.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15.xml"/><Relationship Id="rId1" Type="http://schemas.openxmlformats.org/officeDocument/2006/relationships/slideLayout" Target="../slideLayouts/slideLayout55.xml"/><Relationship Id="rId4" Type="http://schemas.openxmlformats.org/officeDocument/2006/relationships/image" Target="../media/image71.jpeg"/></Relationships>
</file>

<file path=ppt/slides/_rels/slide61.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16.xml"/><Relationship Id="rId1" Type="http://schemas.openxmlformats.org/officeDocument/2006/relationships/slideLayout" Target="../slideLayouts/slideLayout55.xml"/><Relationship Id="rId4" Type="http://schemas.openxmlformats.org/officeDocument/2006/relationships/image" Target="../media/image72.jpeg"/></Relationships>
</file>

<file path=ppt/slides/_rels/slide62.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17.xml"/></Relationships>
</file>

<file path=ppt/slides/_rels/slide63.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17.xml"/><Relationship Id="rId1" Type="http://schemas.openxmlformats.org/officeDocument/2006/relationships/slideLayout" Target="../slideLayouts/slideLayout55.xml"/></Relationships>
</file>

<file path=ppt/slides/_rels/slide64.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18.xml"/><Relationship Id="rId1" Type="http://schemas.openxmlformats.org/officeDocument/2006/relationships/slideLayout" Target="../slideLayouts/slideLayout55.xml"/><Relationship Id="rId4" Type="http://schemas.openxmlformats.org/officeDocument/2006/relationships/image" Target="../media/image73.jpeg"/></Relationships>
</file>

<file path=ppt/slides/_rels/slide65.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17.xml"/></Relationships>
</file>

<file path=ppt/slides/_rels/slide66.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19.xml"/><Relationship Id="rId1" Type="http://schemas.openxmlformats.org/officeDocument/2006/relationships/slideLayout" Target="../slideLayouts/slideLayout55.xml"/><Relationship Id="rId4" Type="http://schemas.openxmlformats.org/officeDocument/2006/relationships/image" Target="../media/image74.jpeg"/></Relationships>
</file>

<file path=ppt/slides/_rels/slide67.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20.xml"/><Relationship Id="rId1" Type="http://schemas.openxmlformats.org/officeDocument/2006/relationships/slideLayout" Target="../slideLayouts/slideLayout55.xml"/></Relationships>
</file>

<file path=ppt/slides/_rels/slide68.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17.xml"/></Relationships>
</file>

<file path=ppt/slides/_rels/slide69.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21.xml"/><Relationship Id="rId1" Type="http://schemas.openxmlformats.org/officeDocument/2006/relationships/slideLayout" Target="../slideLayouts/slideLayout55.xml"/><Relationship Id="rId4" Type="http://schemas.openxmlformats.org/officeDocument/2006/relationships/image" Target="../media/image75.jpeg"/></Relationships>
</file>

<file path=ppt/slides/_rels/slide70.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22.xml"/><Relationship Id="rId1" Type="http://schemas.openxmlformats.org/officeDocument/2006/relationships/slideLayout" Target="../slideLayouts/slideLayout55.xml"/><Relationship Id="rId4" Type="http://schemas.openxmlformats.org/officeDocument/2006/relationships/image" Target="../media/image76.png"/></Relationships>
</file>

<file path=ppt/slides/_rels/slide71.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23.xml"/><Relationship Id="rId1" Type="http://schemas.openxmlformats.org/officeDocument/2006/relationships/slideLayout" Target="../slideLayouts/slideLayout55.xml"/></Relationships>
</file>

<file path=ppt/slides/_rels/slide72.xml.rels><?xml version="1.0" encoding="UTF-8" standalone="yes"?>
<Relationships xmlns="http://schemas.openxmlformats.org/package/2006/relationships"><Relationship Id="rId3" Type="http://schemas.openxmlformats.org/officeDocument/2006/relationships/slide" Target="slide26.xml"/><Relationship Id="rId2" Type="http://schemas.openxmlformats.org/officeDocument/2006/relationships/slide" Target="slide3.xml"/><Relationship Id="rId1" Type="http://schemas.openxmlformats.org/officeDocument/2006/relationships/slideLayout" Target="../slideLayouts/slideLayout17.xml"/><Relationship Id="rId6" Type="http://schemas.openxmlformats.org/officeDocument/2006/relationships/slide" Target="slide73.xml"/><Relationship Id="rId5" Type="http://schemas.openxmlformats.org/officeDocument/2006/relationships/slide" Target="slide59.xml"/><Relationship Id="rId4" Type="http://schemas.openxmlformats.org/officeDocument/2006/relationships/slide" Target="slide49.xml"/></Relationships>
</file>

<file path=ppt/slides/_rels/slide73.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17.xml"/></Relationships>
</file>

<file path=ppt/slides/_rels/slide74.xml.rels><?xml version="1.0" encoding="UTF-8" standalone="yes"?>
<Relationships xmlns="http://schemas.openxmlformats.org/package/2006/relationships"><Relationship Id="rId3" Type="http://schemas.openxmlformats.org/officeDocument/2006/relationships/slide" Target="slide3.xml"/><Relationship Id="rId7" Type="http://schemas.openxmlformats.org/officeDocument/2006/relationships/image" Target="../media/image80.png"/><Relationship Id="rId2" Type="http://schemas.openxmlformats.org/officeDocument/2006/relationships/notesSlide" Target="../notesSlides/notesSlide24.xml"/><Relationship Id="rId1" Type="http://schemas.openxmlformats.org/officeDocument/2006/relationships/slideLayout" Target="../slideLayouts/slideLayout55.xml"/><Relationship Id="rId6" Type="http://schemas.openxmlformats.org/officeDocument/2006/relationships/image" Target="../media/image79.jpeg"/><Relationship Id="rId5" Type="http://schemas.openxmlformats.org/officeDocument/2006/relationships/image" Target="../media/image78.png"/><Relationship Id="rId4" Type="http://schemas.openxmlformats.org/officeDocument/2006/relationships/image" Target="../media/image77.jpeg"/></Relationships>
</file>

<file path=ppt/slides/_rels/slide75.xml.rels><?xml version="1.0" encoding="UTF-8" standalone="yes"?>
<Relationships xmlns="http://schemas.openxmlformats.org/package/2006/relationships"><Relationship Id="rId3" Type="http://schemas.openxmlformats.org/officeDocument/2006/relationships/hyperlink" Target="http://zh.wikipedia.org/wiki/%E4%BA%92%E8%81%94%E7%BD%91" TargetMode="External"/><Relationship Id="rId2" Type="http://schemas.openxmlformats.org/officeDocument/2006/relationships/notesSlide" Target="../notesSlides/notesSlide25.xml"/><Relationship Id="rId1" Type="http://schemas.openxmlformats.org/officeDocument/2006/relationships/slideLayout" Target="../slideLayouts/slideLayout55.xml"/><Relationship Id="rId5" Type="http://schemas.openxmlformats.org/officeDocument/2006/relationships/image" Target="../media/image81.wmf"/><Relationship Id="rId4" Type="http://schemas.openxmlformats.org/officeDocument/2006/relationships/slide" Target="slide3.xml"/></Relationships>
</file>

<file path=ppt/slides/_rels/slide76.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26.xml"/><Relationship Id="rId1" Type="http://schemas.openxmlformats.org/officeDocument/2006/relationships/slideLayout" Target="../slideLayouts/slideLayout55.xml"/></Relationships>
</file>

<file path=ppt/slides/_rels/slide77.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27.xml"/><Relationship Id="rId1" Type="http://schemas.openxmlformats.org/officeDocument/2006/relationships/slideLayout" Target="../slideLayouts/slideLayout55.xml"/><Relationship Id="rId4" Type="http://schemas.openxmlformats.org/officeDocument/2006/relationships/image" Target="../media/image82.jpeg"/></Relationships>
</file>

<file path=ppt/slides/_rels/slide78.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17.xml"/></Relationships>
</file>

<file path=ppt/slides/_rels/slide79.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28.xml"/><Relationship Id="rId1" Type="http://schemas.openxmlformats.org/officeDocument/2006/relationships/slideLayout" Target="../slideLayouts/slideLayout55.xml"/></Relationships>
</file>

<file path=ppt/slides/_rels/slide80.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29.xml"/><Relationship Id="rId1" Type="http://schemas.openxmlformats.org/officeDocument/2006/relationships/slideLayout" Target="../slideLayouts/slideLayout55.xml"/></Relationships>
</file>

<file path=ppt/slides/_rels/slide81.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30.xml"/><Relationship Id="rId1" Type="http://schemas.openxmlformats.org/officeDocument/2006/relationships/slideLayout" Target="../slideLayouts/slideLayout55.xml"/></Relationships>
</file>

<file path=ppt/slides/_rels/slide82.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17.xml"/></Relationships>
</file>

<file path=ppt/slides/_rels/slide83.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31.xml"/><Relationship Id="rId1" Type="http://schemas.openxmlformats.org/officeDocument/2006/relationships/slideLayout" Target="../slideLayouts/slideLayout55.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83.jpeg"/></Relationships>
</file>

<file path=ppt/slides/_rels/slide84.xml.rels><?xml version="1.0" encoding="UTF-8" standalone="yes"?>
<Relationships xmlns="http://schemas.openxmlformats.org/package/2006/relationships"><Relationship Id="rId3" Type="http://schemas.openxmlformats.org/officeDocument/2006/relationships/slide" Target="slide3.xml"/><Relationship Id="rId7" Type="http://schemas.openxmlformats.org/officeDocument/2006/relationships/image" Target="../media/image89.png"/><Relationship Id="rId2" Type="http://schemas.openxmlformats.org/officeDocument/2006/relationships/notesSlide" Target="../notesSlides/notesSlide32.xml"/><Relationship Id="rId1" Type="http://schemas.openxmlformats.org/officeDocument/2006/relationships/slideLayout" Target="../slideLayouts/slideLayout55.xml"/><Relationship Id="rId6" Type="http://schemas.openxmlformats.org/officeDocument/2006/relationships/image" Target="../media/image88.png"/><Relationship Id="rId5" Type="http://schemas.openxmlformats.org/officeDocument/2006/relationships/image" Target="../media/image87.png"/><Relationship Id="rId4" Type="http://schemas.openxmlformats.org/officeDocument/2006/relationships/image" Target="../media/image86.png"/></Relationships>
</file>

<file path=ppt/slides/_rels/slide85.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33.xml"/><Relationship Id="rId1" Type="http://schemas.openxmlformats.org/officeDocument/2006/relationships/slideLayout" Target="../slideLayouts/slideLayout55.xml"/><Relationship Id="rId5" Type="http://schemas.openxmlformats.org/officeDocument/2006/relationships/image" Target="../media/image91.gif"/><Relationship Id="rId4" Type="http://schemas.openxmlformats.org/officeDocument/2006/relationships/image" Target="../media/image90.png"/></Relationships>
</file>

<file path=ppt/slides/_rels/slide8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3999" y="155024"/>
            <a:ext cx="10521949" cy="2387600"/>
          </a:xfrm>
        </p:spPr>
        <p:txBody>
          <a:bodyPr>
            <a:normAutofit/>
          </a:bodyPr>
          <a:lstStyle/>
          <a:p>
            <a:r>
              <a:rPr lang="zh-CN" altLang="en-US" sz="9600" b="1" dirty="0">
                <a:solidFill>
                  <a:srgbClr val="843C0C"/>
                </a:solidFill>
                <a:latin typeface="华文楷体" panose="02010600040101010101" pitchFamily="2" charset="-122"/>
                <a:ea typeface="华文楷体" panose="02010600040101010101" pitchFamily="2" charset="-122"/>
              </a:rPr>
              <a:t>第四章 计算机网络</a:t>
            </a:r>
          </a:p>
        </p:txBody>
      </p:sp>
      <p:pic>
        <p:nvPicPr>
          <p:cNvPr id="4" name="图片 3">
            <a:extLst>
              <a:ext uri="{FF2B5EF4-FFF2-40B4-BE49-F238E27FC236}">
                <a16:creationId xmlns:a16="http://schemas.microsoft.com/office/drawing/2014/main" id="{A7A974B1-CF7E-F81A-EDDF-A5288C7DB66D}"/>
              </a:ext>
            </a:extLst>
          </p:cNvPr>
          <p:cNvPicPr>
            <a:picLocks noChangeAspect="1"/>
          </p:cNvPicPr>
          <p:nvPr/>
        </p:nvPicPr>
        <p:blipFill rotWithShape="1">
          <a:blip r:embed="rId2"/>
          <a:srcRect r="-727" b="12682"/>
          <a:stretch/>
        </p:blipFill>
        <p:spPr>
          <a:xfrm>
            <a:off x="3711896" y="2683590"/>
            <a:ext cx="3997939" cy="4107262"/>
          </a:xfrm>
          <a:prstGeom prst="rect">
            <a:avLst/>
          </a:prstGeom>
        </p:spPr>
      </p:pic>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4482" y="2683590"/>
            <a:ext cx="10521950" cy="10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193684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800" dirty="0"/>
              <a:t>第五讲 网络世界之信息共享与计算</a:t>
            </a:r>
          </a:p>
        </p:txBody>
      </p:sp>
      <p:sp>
        <p:nvSpPr>
          <p:cNvPr id="3" name="副标题 2"/>
          <p:cNvSpPr>
            <a:spLocks noGrp="1"/>
          </p:cNvSpPr>
          <p:nvPr>
            <p:ph idx="1"/>
          </p:nvPr>
        </p:nvSpPr>
        <p:spPr/>
        <p:txBody>
          <a:bodyPr>
            <a:normAutofit/>
          </a:bodyPr>
          <a:lstStyle/>
          <a:p>
            <a:r>
              <a:rPr lang="zh-CN" altLang="en-US" sz="3733" dirty="0">
                <a:latin typeface="黑体" pitchFamily="49" charset="-122"/>
                <a:ea typeface="黑体" pitchFamily="49" charset="-122"/>
                <a:hlinkClick r:id="rId2" action="ppaction://hlinksldjump"/>
              </a:rPr>
              <a:t>主题一</a:t>
            </a:r>
            <a:r>
              <a:rPr lang="en-US" altLang="zh-CN" sz="3733" dirty="0">
                <a:latin typeface="黑体" pitchFamily="49" charset="-122"/>
                <a:ea typeface="黑体" pitchFamily="49" charset="-122"/>
                <a:hlinkClick r:id="rId2" action="ppaction://hlinksldjump"/>
              </a:rPr>
              <a:t>	</a:t>
            </a:r>
            <a:r>
              <a:rPr lang="zh-CN" altLang="en-US" sz="3733" dirty="0">
                <a:latin typeface="黑体" pitchFamily="49" charset="-122"/>
                <a:ea typeface="黑体" pitchFamily="49" charset="-122"/>
                <a:hlinkClick r:id="rId2" action="ppaction://hlinksldjump"/>
              </a:rPr>
              <a:t>信息传输平台</a:t>
            </a:r>
            <a:r>
              <a:rPr lang="en-US" altLang="zh-CN" sz="3733" dirty="0">
                <a:latin typeface="黑体" pitchFamily="49" charset="-122"/>
                <a:ea typeface="黑体" pitchFamily="49" charset="-122"/>
                <a:hlinkClick r:id="rId2" action="ppaction://hlinksldjump"/>
              </a:rPr>
              <a:t>--</a:t>
            </a:r>
            <a:r>
              <a:rPr lang="zh-CN" altLang="en-US" sz="3733" dirty="0">
                <a:latin typeface="黑体" pitchFamily="49" charset="-122"/>
                <a:ea typeface="黑体" pitchFamily="49" charset="-122"/>
                <a:hlinkClick r:id="rId2" action="ppaction://hlinksldjump"/>
              </a:rPr>
              <a:t>网络</a:t>
            </a:r>
            <a:endParaRPr lang="en-US" altLang="zh-CN" sz="3733" dirty="0">
              <a:latin typeface="黑体" pitchFamily="49" charset="-122"/>
              <a:ea typeface="黑体" pitchFamily="49" charset="-122"/>
            </a:endParaRPr>
          </a:p>
          <a:p>
            <a:r>
              <a:rPr lang="zh-CN" altLang="en-US" sz="3733" dirty="0">
                <a:latin typeface="黑体" pitchFamily="49" charset="-122"/>
                <a:ea typeface="黑体" pitchFamily="49" charset="-122"/>
                <a:hlinkClick r:id="rId3" action="ppaction://hlinksldjump"/>
              </a:rPr>
              <a:t>主题二</a:t>
            </a:r>
            <a:r>
              <a:rPr lang="en-US" altLang="zh-CN" sz="3733" dirty="0">
                <a:latin typeface="黑体" pitchFamily="49" charset="-122"/>
                <a:ea typeface="黑体" pitchFamily="49" charset="-122"/>
                <a:hlinkClick r:id="rId3" action="ppaction://hlinksldjump"/>
              </a:rPr>
              <a:t>	</a:t>
            </a:r>
            <a:r>
              <a:rPr lang="zh-CN" altLang="en-US" sz="3733" dirty="0">
                <a:latin typeface="黑体" pitchFamily="49" charset="-122"/>
                <a:ea typeface="黑体" pitchFamily="49" charset="-122"/>
                <a:hlinkClick r:id="rId3" action="ppaction://hlinksldjump"/>
              </a:rPr>
              <a:t>天涯若比邻</a:t>
            </a:r>
            <a:r>
              <a:rPr lang="en-US" altLang="zh-CN" sz="3733" dirty="0">
                <a:latin typeface="黑体" pitchFamily="49" charset="-122"/>
                <a:ea typeface="黑体" pitchFamily="49" charset="-122"/>
                <a:hlinkClick r:id="rId3" action="ppaction://hlinksldjump"/>
              </a:rPr>
              <a:t>--</a:t>
            </a:r>
            <a:r>
              <a:rPr lang="zh-CN" altLang="en-US" sz="3733" dirty="0">
                <a:latin typeface="黑体" pitchFamily="49" charset="-122"/>
                <a:ea typeface="黑体" pitchFamily="49" charset="-122"/>
                <a:hlinkClick r:id="rId3" action="ppaction://hlinksldjump"/>
              </a:rPr>
              <a:t>互联网</a:t>
            </a:r>
            <a:endParaRPr lang="en-US" altLang="zh-CN" sz="3733" dirty="0">
              <a:latin typeface="黑体" pitchFamily="49" charset="-122"/>
              <a:ea typeface="黑体" pitchFamily="49" charset="-122"/>
            </a:endParaRPr>
          </a:p>
          <a:p>
            <a:r>
              <a:rPr lang="zh-CN" altLang="en-US" sz="3733" dirty="0">
                <a:latin typeface="黑体" pitchFamily="49" charset="-122"/>
                <a:ea typeface="黑体" pitchFamily="49" charset="-122"/>
                <a:hlinkClick r:id="rId4" action="ppaction://hlinksldjump"/>
              </a:rPr>
              <a:t>主题三</a:t>
            </a:r>
            <a:r>
              <a:rPr lang="en-US" altLang="zh-CN" sz="3733" dirty="0">
                <a:latin typeface="黑体" pitchFamily="49" charset="-122"/>
                <a:ea typeface="黑体" pitchFamily="49" charset="-122"/>
                <a:hlinkClick r:id="rId4" action="ppaction://hlinksldjump"/>
              </a:rPr>
              <a:t>	</a:t>
            </a:r>
            <a:r>
              <a:rPr lang="zh-CN" altLang="en-US" sz="3733" dirty="0">
                <a:latin typeface="黑体" pitchFamily="49" charset="-122"/>
                <a:ea typeface="黑体" pitchFamily="49" charset="-122"/>
                <a:hlinkClick r:id="rId4" action="ppaction://hlinksldjump"/>
              </a:rPr>
              <a:t>网络有风险</a:t>
            </a:r>
            <a:r>
              <a:rPr lang="en-US" altLang="zh-CN" sz="3733" dirty="0">
                <a:latin typeface="黑体" pitchFamily="49" charset="-122"/>
                <a:ea typeface="黑体" pitchFamily="49" charset="-122"/>
                <a:hlinkClick r:id="rId4" action="ppaction://hlinksldjump"/>
              </a:rPr>
              <a:t>--</a:t>
            </a:r>
            <a:r>
              <a:rPr lang="zh-CN" altLang="en-US" sz="3733" dirty="0">
                <a:latin typeface="黑体" pitchFamily="49" charset="-122"/>
                <a:ea typeface="黑体" pitchFamily="49" charset="-122"/>
                <a:hlinkClick r:id="rId4" action="ppaction://hlinksldjump"/>
              </a:rPr>
              <a:t>网络安全</a:t>
            </a:r>
            <a:endParaRPr lang="en-US" altLang="zh-CN" sz="3733" dirty="0">
              <a:latin typeface="黑体" pitchFamily="49" charset="-122"/>
              <a:ea typeface="黑体" pitchFamily="49" charset="-122"/>
            </a:endParaRPr>
          </a:p>
          <a:p>
            <a:r>
              <a:rPr lang="zh-CN" altLang="en-US" sz="3733" dirty="0">
                <a:latin typeface="黑体" pitchFamily="49" charset="-122"/>
                <a:ea typeface="黑体" pitchFamily="49" charset="-122"/>
                <a:hlinkClick r:id="rId5" action="ppaction://hlinksldjump"/>
              </a:rPr>
              <a:t>主题四</a:t>
            </a:r>
            <a:r>
              <a:rPr lang="en-US" altLang="zh-CN" sz="3733" dirty="0">
                <a:latin typeface="黑体" pitchFamily="49" charset="-122"/>
                <a:ea typeface="黑体" pitchFamily="49" charset="-122"/>
                <a:hlinkClick r:id="rId5" action="ppaction://hlinksldjump"/>
              </a:rPr>
              <a:t>	</a:t>
            </a:r>
            <a:r>
              <a:rPr lang="zh-CN" altLang="en-US" sz="3733" dirty="0">
                <a:latin typeface="黑体" pitchFamily="49" charset="-122"/>
                <a:ea typeface="黑体" pitchFamily="49" charset="-122"/>
                <a:hlinkClick r:id="rId5" action="ppaction://hlinksldjump"/>
              </a:rPr>
              <a:t>物联世界、感知天下</a:t>
            </a:r>
            <a:r>
              <a:rPr lang="en-US" altLang="zh-CN" sz="3733" dirty="0">
                <a:latin typeface="黑体" pitchFamily="49" charset="-122"/>
                <a:ea typeface="黑体" pitchFamily="49" charset="-122"/>
                <a:hlinkClick r:id="rId5" action="ppaction://hlinksldjump"/>
              </a:rPr>
              <a:t>--</a:t>
            </a:r>
            <a:r>
              <a:rPr lang="zh-CN" altLang="en-US" sz="3733" dirty="0">
                <a:latin typeface="黑体" pitchFamily="49" charset="-122"/>
                <a:ea typeface="黑体" pitchFamily="49" charset="-122"/>
                <a:hlinkClick r:id="rId5" action="ppaction://hlinksldjump"/>
              </a:rPr>
              <a:t>物联网</a:t>
            </a:r>
            <a:endParaRPr lang="en-US" altLang="zh-CN" sz="3733" dirty="0">
              <a:latin typeface="黑体" pitchFamily="49" charset="-122"/>
              <a:ea typeface="黑体" pitchFamily="49" charset="-122"/>
            </a:endParaRPr>
          </a:p>
          <a:p>
            <a:r>
              <a:rPr lang="zh-CN" altLang="en-US" sz="3733" dirty="0">
                <a:latin typeface="黑体" pitchFamily="49" charset="-122"/>
                <a:ea typeface="黑体" pitchFamily="49" charset="-122"/>
                <a:hlinkClick r:id="rId6" action="ppaction://hlinksldjump"/>
              </a:rPr>
              <a:t>主题五</a:t>
            </a:r>
            <a:r>
              <a:rPr lang="en-US" altLang="zh-CN" sz="3733" dirty="0">
                <a:latin typeface="黑体" pitchFamily="49" charset="-122"/>
                <a:ea typeface="黑体" pitchFamily="49" charset="-122"/>
                <a:hlinkClick r:id="rId6" action="ppaction://hlinksldjump"/>
              </a:rPr>
              <a:t>	</a:t>
            </a:r>
            <a:r>
              <a:rPr lang="zh-CN" altLang="en-US" sz="3733" dirty="0">
                <a:latin typeface="黑体" pitchFamily="49" charset="-122"/>
                <a:ea typeface="黑体" pitchFamily="49" charset="-122"/>
                <a:hlinkClick r:id="rId6" action="ppaction://hlinksldjump"/>
              </a:rPr>
              <a:t>风起云涌的网络计算</a:t>
            </a:r>
            <a:r>
              <a:rPr lang="en-US" altLang="zh-CN" sz="3733" dirty="0">
                <a:latin typeface="黑体" pitchFamily="49" charset="-122"/>
                <a:ea typeface="黑体" pitchFamily="49" charset="-122"/>
                <a:hlinkClick r:id="rId6" action="ppaction://hlinksldjump"/>
              </a:rPr>
              <a:t>--</a:t>
            </a:r>
            <a:r>
              <a:rPr lang="zh-CN" altLang="en-US" sz="3733" dirty="0">
                <a:latin typeface="黑体" pitchFamily="49" charset="-122"/>
                <a:ea typeface="黑体" pitchFamily="49" charset="-122"/>
                <a:hlinkClick r:id="rId6" action="ppaction://hlinksldjump"/>
              </a:rPr>
              <a:t>云计算</a:t>
            </a:r>
            <a:endParaRPr lang="zh-CN" altLang="en-US" sz="3733" dirty="0">
              <a:latin typeface="黑体" pitchFamily="49" charset="-122"/>
              <a:ea typeface="黑体" pitchFamily="49" charset="-122"/>
            </a:endParaRPr>
          </a:p>
        </p:txBody>
      </p:sp>
      <p:sp>
        <p:nvSpPr>
          <p:cNvPr id="5" name="TextBox 4"/>
          <p:cNvSpPr txBox="1"/>
          <p:nvPr/>
        </p:nvSpPr>
        <p:spPr>
          <a:xfrm>
            <a:off x="-30560" y="1"/>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 action="ppaction://hlinkshowjump?jump=firstslide"/>
              </a:rPr>
              <a:t></a:t>
            </a:r>
            <a:endParaRPr lang="zh-CN" altLang="en-US" sz="8000" dirty="0">
              <a:solidFill>
                <a:prstClr val="black"/>
              </a:solidFill>
              <a:latin typeface="Trebuchet MS"/>
              <a:ea typeface="方正姚体" panose="02010601030101010101" pitchFamily="2" charset="-122"/>
            </a:endParaRPr>
          </a:p>
        </p:txBody>
      </p:sp>
    </p:spTree>
    <p:extLst>
      <p:ext uri="{BB962C8B-B14F-4D97-AF65-F5344CB8AC3E}">
        <p14:creationId xmlns:p14="http://schemas.microsoft.com/office/powerpoint/2010/main" val="96542346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zh-CN" altLang="en-US" sz="4800" dirty="0"/>
              <a:t>主题一 信息传输平台</a:t>
            </a:r>
            <a:r>
              <a:rPr lang="en-US" altLang="zh-CN" sz="4800" dirty="0"/>
              <a:t>--</a:t>
            </a:r>
            <a:r>
              <a:rPr lang="zh-CN" altLang="en-US" sz="4800" dirty="0"/>
              <a:t>网络</a:t>
            </a:r>
          </a:p>
        </p:txBody>
      </p:sp>
      <p:sp>
        <p:nvSpPr>
          <p:cNvPr id="2" name="内容占位符 1"/>
          <p:cNvSpPr>
            <a:spLocks noGrp="1"/>
          </p:cNvSpPr>
          <p:nvPr>
            <p:ph idx="1"/>
          </p:nvPr>
        </p:nvSpPr>
        <p:spPr/>
        <p:txBody>
          <a:bodyPr>
            <a:normAutofit/>
          </a:bodyPr>
          <a:lstStyle/>
          <a:p>
            <a:pPr>
              <a:lnSpc>
                <a:spcPct val="150000"/>
              </a:lnSpc>
              <a:spcBef>
                <a:spcPts val="0"/>
              </a:spcBef>
            </a:pPr>
            <a:r>
              <a:rPr lang="zh-CN" altLang="en-US" sz="3733" dirty="0">
                <a:latin typeface="黑体" pitchFamily="49" charset="-122"/>
                <a:ea typeface="黑体" pitchFamily="49" charset="-122"/>
              </a:rPr>
              <a:t>什么是网络</a:t>
            </a:r>
            <a:endParaRPr lang="en-US" altLang="zh-CN" sz="3733" dirty="0">
              <a:latin typeface="黑体" pitchFamily="49" charset="-122"/>
              <a:ea typeface="黑体" pitchFamily="49" charset="-122"/>
            </a:endParaRPr>
          </a:p>
          <a:p>
            <a:pPr>
              <a:lnSpc>
                <a:spcPct val="150000"/>
              </a:lnSpc>
              <a:spcBef>
                <a:spcPts val="0"/>
              </a:spcBef>
            </a:pPr>
            <a:r>
              <a:rPr lang="zh-CN" altLang="en-US" sz="3733" dirty="0">
                <a:latin typeface="黑体" pitchFamily="49" charset="-122"/>
                <a:ea typeface="黑体" pitchFamily="49" charset="-122"/>
              </a:rPr>
              <a:t>网络介质</a:t>
            </a:r>
            <a:endParaRPr lang="en-US" altLang="zh-CN" sz="3733" dirty="0">
              <a:latin typeface="黑体" pitchFamily="49" charset="-122"/>
              <a:ea typeface="黑体" pitchFamily="49" charset="-122"/>
            </a:endParaRPr>
          </a:p>
          <a:p>
            <a:pPr>
              <a:lnSpc>
                <a:spcPct val="150000"/>
              </a:lnSpc>
              <a:spcBef>
                <a:spcPts val="0"/>
              </a:spcBef>
            </a:pPr>
            <a:r>
              <a:rPr lang="zh-CN" altLang="en-US" sz="3733" dirty="0">
                <a:latin typeface="黑体" pitchFamily="49" charset="-122"/>
                <a:ea typeface="黑体" pitchFamily="49" charset="-122"/>
              </a:rPr>
              <a:t>网络设备</a:t>
            </a:r>
            <a:endParaRPr lang="en-US" altLang="zh-CN" sz="3733" dirty="0">
              <a:latin typeface="黑体" pitchFamily="49" charset="-122"/>
              <a:ea typeface="黑体" pitchFamily="49" charset="-122"/>
            </a:endParaRPr>
          </a:p>
          <a:p>
            <a:pPr>
              <a:lnSpc>
                <a:spcPct val="150000"/>
              </a:lnSpc>
              <a:spcBef>
                <a:spcPts val="0"/>
              </a:spcBef>
            </a:pPr>
            <a:r>
              <a:rPr lang="zh-CN" altLang="en-US" sz="3733" dirty="0">
                <a:latin typeface="黑体" pitchFamily="49" charset="-122"/>
                <a:ea typeface="黑体" pitchFamily="49" charset="-122"/>
              </a:rPr>
              <a:t>网络协议与体系结构</a:t>
            </a:r>
          </a:p>
        </p:txBody>
      </p:sp>
      <p:sp>
        <p:nvSpPr>
          <p:cNvPr id="5" name="TextBox 4"/>
          <p:cNvSpPr txBox="1"/>
          <p:nvPr/>
        </p:nvSpPr>
        <p:spPr>
          <a:xfrm>
            <a:off x="0" y="-170"/>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2" action="ppaction://hlinksldjump"/>
              </a:rPr>
              <a:t></a:t>
            </a:r>
            <a:endParaRPr lang="zh-CN" altLang="en-US" sz="8000" dirty="0">
              <a:solidFill>
                <a:prstClr val="black"/>
              </a:solidFill>
              <a:latin typeface="Trebuchet MS"/>
              <a:ea typeface="方正姚体" panose="02010601030101010101" pitchFamily="2" charset="-122"/>
            </a:endParaRPr>
          </a:p>
        </p:txBody>
      </p:sp>
    </p:spTree>
    <p:extLst>
      <p:ext uri="{BB962C8B-B14F-4D97-AF65-F5344CB8AC3E}">
        <p14:creationId xmlns:p14="http://schemas.microsoft.com/office/powerpoint/2010/main" val="370652536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04354" name="Rectangle 2"/>
          <p:cNvSpPr>
            <a:spLocks noGrp="1" noChangeArrowheads="1"/>
          </p:cNvSpPr>
          <p:nvPr>
            <p:ph type="title"/>
          </p:nvPr>
        </p:nvSpPr>
        <p:spPr>
          <a:xfrm>
            <a:off x="1103445" y="548680"/>
            <a:ext cx="8955616" cy="642939"/>
          </a:xfrm>
        </p:spPr>
        <p:txBody>
          <a:bodyPr>
            <a:noAutofit/>
          </a:bodyPr>
          <a:lstStyle/>
          <a:p>
            <a:r>
              <a:rPr lang="zh-CN" altLang="en-US" sz="4800" dirty="0"/>
              <a:t>什么是网络</a:t>
            </a:r>
            <a:endParaRPr lang="en-US" altLang="zh-CN" sz="4800" dirty="0"/>
          </a:p>
        </p:txBody>
      </p:sp>
      <p:sp>
        <p:nvSpPr>
          <p:cNvPr id="2404355" name="Rectangle 3"/>
          <p:cNvSpPr>
            <a:spLocks noGrp="1" noChangeArrowheads="1"/>
          </p:cNvSpPr>
          <p:nvPr>
            <p:ph type="body" sz="half" idx="1"/>
          </p:nvPr>
        </p:nvSpPr>
        <p:spPr>
          <a:xfrm>
            <a:off x="719403" y="1354667"/>
            <a:ext cx="7872875" cy="5242685"/>
          </a:xfrm>
        </p:spPr>
        <p:txBody>
          <a:bodyPr>
            <a:normAutofit/>
          </a:bodyPr>
          <a:lstStyle/>
          <a:p>
            <a:pPr>
              <a:lnSpc>
                <a:spcPct val="150000"/>
              </a:lnSpc>
            </a:pPr>
            <a:r>
              <a:rPr lang="zh-CN" altLang="en-US" sz="3200" dirty="0">
                <a:sym typeface="Wingdings" pitchFamily="2" charset="2"/>
              </a:rPr>
              <a:t>定义</a:t>
            </a:r>
            <a:endParaRPr lang="en-US" altLang="zh-CN" sz="3200" dirty="0">
              <a:sym typeface="Wingdings" pitchFamily="2" charset="2"/>
            </a:endParaRPr>
          </a:p>
          <a:p>
            <a:pPr>
              <a:lnSpc>
                <a:spcPct val="150000"/>
              </a:lnSpc>
              <a:buNone/>
            </a:pPr>
            <a:r>
              <a:rPr lang="en-US" altLang="zh-CN" sz="3733" dirty="0">
                <a:latin typeface="华文楷体" pitchFamily="2" charset="-122"/>
                <a:ea typeface="华文楷体" pitchFamily="2" charset="-122"/>
              </a:rPr>
              <a:t>	</a:t>
            </a:r>
            <a:r>
              <a:rPr lang="zh-CN" altLang="en-US" sz="3200" dirty="0">
                <a:latin typeface="华文楷体" pitchFamily="2" charset="-122"/>
                <a:ea typeface="华文楷体" pitchFamily="2" charset="-122"/>
              </a:rPr>
              <a:t>计算机网络是将地理位置不同并具有</a:t>
            </a:r>
            <a:r>
              <a:rPr lang="zh-CN" altLang="en-US" sz="3200" dirty="0">
                <a:solidFill>
                  <a:srgbClr val="FF0000"/>
                </a:solidFill>
                <a:latin typeface="华文楷体" pitchFamily="2" charset="-122"/>
                <a:ea typeface="华文楷体" pitchFamily="2" charset="-122"/>
              </a:rPr>
              <a:t>独立功能</a:t>
            </a:r>
            <a:r>
              <a:rPr lang="zh-CN" altLang="en-US" sz="3200" dirty="0">
                <a:latin typeface="华文楷体" pitchFamily="2" charset="-122"/>
                <a:ea typeface="华文楷体" pitchFamily="2" charset="-122"/>
              </a:rPr>
              <a:t>的多个计算机系统通过通信介质</a:t>
            </a:r>
            <a:r>
              <a:rPr lang="zh-CN" altLang="en-US" sz="3200" dirty="0">
                <a:solidFill>
                  <a:srgbClr val="FF0000"/>
                </a:solidFill>
                <a:latin typeface="华文楷体" pitchFamily="2" charset="-122"/>
                <a:ea typeface="华文楷体" pitchFamily="2" charset="-122"/>
              </a:rPr>
              <a:t>互连</a:t>
            </a:r>
            <a:r>
              <a:rPr lang="zh-CN" altLang="en-US" sz="3200" dirty="0">
                <a:latin typeface="华文楷体" pitchFamily="2" charset="-122"/>
                <a:ea typeface="华文楷体" pitchFamily="2" charset="-122"/>
              </a:rPr>
              <a:t>在一起，在网络软件管理下实现网络</a:t>
            </a:r>
            <a:r>
              <a:rPr lang="zh-CN" altLang="en-US" sz="3200" dirty="0">
                <a:solidFill>
                  <a:srgbClr val="FF0000"/>
                </a:solidFill>
                <a:latin typeface="华文楷体" pitchFamily="2" charset="-122"/>
                <a:ea typeface="华文楷体" pitchFamily="2" charset="-122"/>
              </a:rPr>
              <a:t>资源共享和相互通信</a:t>
            </a:r>
            <a:r>
              <a:rPr lang="zh-CN" altLang="en-US" sz="3200" dirty="0">
                <a:latin typeface="华文楷体" pitchFamily="2" charset="-122"/>
                <a:ea typeface="华文楷体" pitchFamily="2" charset="-122"/>
              </a:rPr>
              <a:t>的整个系统。</a:t>
            </a:r>
            <a:endParaRPr lang="zh-CN" altLang="en-US" sz="3200" dirty="0">
              <a:latin typeface="华文楷体" pitchFamily="2" charset="-122"/>
              <a:ea typeface="华文楷体" pitchFamily="2" charset="-122"/>
              <a:sym typeface="Wingdings" pitchFamily="2" charset="2"/>
            </a:endParaRPr>
          </a:p>
        </p:txBody>
      </p:sp>
      <p:sp>
        <p:nvSpPr>
          <p:cNvPr id="7" name="TextBox 6"/>
          <p:cNvSpPr txBox="1"/>
          <p:nvPr/>
        </p:nvSpPr>
        <p:spPr>
          <a:xfrm>
            <a:off x="0" y="1"/>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2" action="ppaction://hlinksldjump"/>
              </a:rPr>
              <a:t></a:t>
            </a:r>
            <a:endParaRPr lang="zh-CN" altLang="en-US" sz="8000" dirty="0">
              <a:solidFill>
                <a:prstClr val="black"/>
              </a:solidFill>
              <a:latin typeface="Trebuchet MS"/>
              <a:ea typeface="方正姚体" panose="02010601030101010101" pitchFamily="2" charset="-122"/>
            </a:endParaRPr>
          </a:p>
        </p:txBody>
      </p:sp>
      <p:pic>
        <p:nvPicPr>
          <p:cNvPr id="70658" name="Picture 2"/>
          <p:cNvPicPr>
            <a:picLocks noChangeAspect="1" noChangeArrowheads="1"/>
          </p:cNvPicPr>
          <p:nvPr/>
        </p:nvPicPr>
        <p:blipFill>
          <a:blip r:embed="rId3" cstate="print"/>
          <a:srcRect/>
          <a:stretch>
            <a:fillRect/>
          </a:stretch>
        </p:blipFill>
        <p:spPr bwMode="auto">
          <a:xfrm>
            <a:off x="8592277" y="2660915"/>
            <a:ext cx="3238179" cy="2304256"/>
          </a:xfrm>
          <a:prstGeom prst="rect">
            <a:avLst/>
          </a:prstGeom>
          <a:noFill/>
          <a:ln w="9525">
            <a:noFill/>
            <a:miter lim="800000"/>
            <a:headEnd/>
            <a:tailEnd/>
          </a:ln>
        </p:spPr>
      </p:pic>
    </p:spTree>
    <p:extLst>
      <p:ext uri="{BB962C8B-B14F-4D97-AF65-F5344CB8AC3E}">
        <p14:creationId xmlns:p14="http://schemas.microsoft.com/office/powerpoint/2010/main" val="21851291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04354" name="Rectangle 2"/>
          <p:cNvSpPr>
            <a:spLocks noGrp="1" noChangeArrowheads="1"/>
          </p:cNvSpPr>
          <p:nvPr>
            <p:ph type="title"/>
          </p:nvPr>
        </p:nvSpPr>
        <p:spPr>
          <a:xfrm>
            <a:off x="1295467" y="548680"/>
            <a:ext cx="8955616" cy="642939"/>
          </a:xfrm>
        </p:spPr>
        <p:txBody>
          <a:bodyPr>
            <a:noAutofit/>
          </a:bodyPr>
          <a:lstStyle/>
          <a:p>
            <a:r>
              <a:rPr lang="zh-CN" altLang="en-US" sz="4800" dirty="0"/>
              <a:t>什么是网络</a:t>
            </a:r>
          </a:p>
        </p:txBody>
      </p:sp>
      <p:sp>
        <p:nvSpPr>
          <p:cNvPr id="2404355" name="Rectangle 3"/>
          <p:cNvSpPr>
            <a:spLocks noGrp="1" noChangeArrowheads="1"/>
          </p:cNvSpPr>
          <p:nvPr>
            <p:ph type="body" sz="half" idx="1"/>
          </p:nvPr>
        </p:nvSpPr>
        <p:spPr>
          <a:xfrm>
            <a:off x="719403" y="1468447"/>
            <a:ext cx="10561173" cy="5064785"/>
          </a:xfrm>
        </p:spPr>
        <p:txBody>
          <a:bodyPr>
            <a:normAutofit/>
          </a:bodyPr>
          <a:lstStyle/>
          <a:p>
            <a:pPr>
              <a:lnSpc>
                <a:spcPct val="150000"/>
              </a:lnSpc>
            </a:pPr>
            <a:r>
              <a:rPr lang="zh-CN" altLang="en-US" sz="3200" dirty="0">
                <a:sym typeface="Wingdings" pitchFamily="2" charset="2"/>
              </a:rPr>
              <a:t>产生与发展</a:t>
            </a:r>
            <a:endParaRPr lang="en-US" altLang="zh-CN" sz="3200" dirty="0">
              <a:sym typeface="Wingdings" pitchFamily="2" charset="2"/>
            </a:endParaRPr>
          </a:p>
          <a:p>
            <a:pPr lvl="1">
              <a:lnSpc>
                <a:spcPct val="150000"/>
              </a:lnSpc>
            </a:pPr>
            <a:r>
              <a:rPr lang="zh-CN" altLang="zh-CN" sz="2667" dirty="0"/>
              <a:t>面向终端的计算机网络</a:t>
            </a:r>
            <a:endParaRPr lang="en-US" altLang="zh-CN" sz="2667" dirty="0"/>
          </a:p>
          <a:p>
            <a:pPr lvl="1">
              <a:lnSpc>
                <a:spcPct val="150000"/>
              </a:lnSpc>
            </a:pPr>
            <a:r>
              <a:rPr lang="zh-CN" altLang="zh-CN" sz="2667" dirty="0"/>
              <a:t>面向资源共享的计算机网络</a:t>
            </a:r>
            <a:endParaRPr lang="en-US" altLang="zh-CN" sz="2667" dirty="0"/>
          </a:p>
          <a:p>
            <a:pPr lvl="1">
              <a:lnSpc>
                <a:spcPct val="150000"/>
              </a:lnSpc>
            </a:pPr>
            <a:r>
              <a:rPr lang="zh-CN" altLang="zh-CN" sz="2667" dirty="0"/>
              <a:t>标准化的计算机网络</a:t>
            </a:r>
            <a:endParaRPr lang="en-US" altLang="zh-CN" sz="2667" dirty="0"/>
          </a:p>
          <a:p>
            <a:pPr lvl="1">
              <a:lnSpc>
                <a:spcPct val="150000"/>
              </a:lnSpc>
            </a:pPr>
            <a:r>
              <a:rPr lang="zh-CN" altLang="zh-CN" sz="2667" dirty="0"/>
              <a:t>全球化的计算机网络</a:t>
            </a:r>
            <a:endParaRPr lang="en-US" altLang="zh-CN" sz="2667" dirty="0">
              <a:sym typeface="Wingdings" pitchFamily="2" charset="2"/>
            </a:endParaRPr>
          </a:p>
          <a:p>
            <a:pPr lvl="1">
              <a:lnSpc>
                <a:spcPct val="150000"/>
              </a:lnSpc>
              <a:buNone/>
            </a:pPr>
            <a:r>
              <a:rPr lang="en-US" altLang="zh-CN" sz="2667" dirty="0">
                <a:sym typeface="Wingdings" pitchFamily="2" charset="2"/>
              </a:rPr>
              <a:t>	</a:t>
            </a:r>
            <a:endParaRPr lang="zh-CN" altLang="en-US" sz="2667" dirty="0">
              <a:sym typeface="Wingdings" pitchFamily="2" charset="2"/>
            </a:endParaRPr>
          </a:p>
        </p:txBody>
      </p:sp>
      <p:sp>
        <p:nvSpPr>
          <p:cNvPr id="5" name="TextBox 4"/>
          <p:cNvSpPr txBox="1"/>
          <p:nvPr/>
        </p:nvSpPr>
        <p:spPr>
          <a:xfrm>
            <a:off x="-30291" y="5736"/>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2" action="ppaction://hlinksldjump"/>
              </a:rPr>
              <a:t></a:t>
            </a:r>
            <a:endParaRPr lang="zh-CN" altLang="en-US" sz="8000" dirty="0">
              <a:solidFill>
                <a:prstClr val="black"/>
              </a:solidFill>
              <a:latin typeface="Trebuchet MS"/>
              <a:ea typeface="方正姚体" panose="02010601030101010101" pitchFamily="2" charset="-122"/>
            </a:endParaRPr>
          </a:p>
        </p:txBody>
      </p:sp>
      <p:pic>
        <p:nvPicPr>
          <p:cNvPr id="6" name="Picture 1"/>
          <p:cNvPicPr>
            <a:picLocks noChangeAspect="1" noChangeArrowheads="1"/>
          </p:cNvPicPr>
          <p:nvPr/>
        </p:nvPicPr>
        <p:blipFill>
          <a:blip r:embed="rId3" cstate="print"/>
          <a:srcRect/>
          <a:stretch>
            <a:fillRect/>
          </a:stretch>
        </p:blipFill>
        <p:spPr bwMode="auto">
          <a:xfrm>
            <a:off x="6288022" y="1604598"/>
            <a:ext cx="2784309" cy="1854268"/>
          </a:xfrm>
          <a:prstGeom prst="rect">
            <a:avLst/>
          </a:prstGeom>
          <a:noFill/>
          <a:ln w="9525">
            <a:noFill/>
            <a:miter lim="800000"/>
            <a:headEnd/>
            <a:tailEnd/>
          </a:ln>
        </p:spPr>
      </p:pic>
      <p:pic>
        <p:nvPicPr>
          <p:cNvPr id="118786" name="Picture 2"/>
          <p:cNvPicPr>
            <a:picLocks noChangeAspect="1" noChangeArrowheads="1"/>
          </p:cNvPicPr>
          <p:nvPr/>
        </p:nvPicPr>
        <p:blipFill>
          <a:blip r:embed="rId4" cstate="print"/>
          <a:srcRect/>
          <a:stretch>
            <a:fillRect/>
          </a:stretch>
        </p:blipFill>
        <p:spPr bwMode="auto">
          <a:xfrm>
            <a:off x="9168342" y="1604797"/>
            <a:ext cx="2784309" cy="1852275"/>
          </a:xfrm>
          <a:prstGeom prst="rect">
            <a:avLst/>
          </a:prstGeom>
          <a:noFill/>
          <a:ln w="9525">
            <a:noFill/>
            <a:miter lim="800000"/>
            <a:headEnd/>
            <a:tailEnd/>
          </a:ln>
        </p:spPr>
      </p:pic>
      <p:pic>
        <p:nvPicPr>
          <p:cNvPr id="118787" name="Picture 3"/>
          <p:cNvPicPr>
            <a:picLocks noChangeAspect="1" noChangeArrowheads="1"/>
          </p:cNvPicPr>
          <p:nvPr/>
        </p:nvPicPr>
        <p:blipFill>
          <a:blip r:embed="rId5" cstate="print"/>
          <a:srcRect/>
          <a:stretch>
            <a:fillRect/>
          </a:stretch>
        </p:blipFill>
        <p:spPr bwMode="auto">
          <a:xfrm>
            <a:off x="7152118" y="3621021"/>
            <a:ext cx="3360373" cy="2201625"/>
          </a:xfrm>
          <a:prstGeom prst="rect">
            <a:avLst/>
          </a:prstGeom>
          <a:noFill/>
          <a:ln w="9525">
            <a:noFill/>
            <a:miter lim="800000"/>
            <a:headEnd/>
            <a:tailEnd/>
          </a:ln>
        </p:spPr>
      </p:pic>
      <p:sp>
        <p:nvSpPr>
          <p:cNvPr id="3" name="文本框 2">
            <a:extLst>
              <a:ext uri="{FF2B5EF4-FFF2-40B4-BE49-F238E27FC236}">
                <a16:creationId xmlns:a16="http://schemas.microsoft.com/office/drawing/2014/main" id="{1432F27B-50B9-6F67-192F-ED4BBDF3C187}"/>
              </a:ext>
            </a:extLst>
          </p:cNvPr>
          <p:cNvSpPr txBox="1"/>
          <p:nvPr/>
        </p:nvSpPr>
        <p:spPr>
          <a:xfrm>
            <a:off x="853364" y="5188748"/>
            <a:ext cx="10427211" cy="1473352"/>
          </a:xfrm>
          <a:prstGeom prst="rect">
            <a:avLst/>
          </a:prstGeom>
          <a:noFill/>
        </p:spPr>
        <p:txBody>
          <a:bodyPr wrap="square">
            <a:spAutoFit/>
          </a:bodyPr>
          <a:lstStyle/>
          <a:p>
            <a:pPr marL="457189" marR="0" lvl="0" indent="-457189" algn="l" defTabSz="1219170"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3200" b="0" i="0" u="none" strike="noStrike" kern="1200" cap="none" spc="0" normalizeH="0" baseline="0" noProof="0" dirty="0">
                <a:ln>
                  <a:noFill/>
                </a:ln>
                <a:solidFill>
                  <a:prstClr val="black"/>
                </a:solidFill>
                <a:effectLst/>
                <a:uLnTx/>
                <a:uFillTx/>
                <a:latin typeface="Trebuchet MS"/>
                <a:ea typeface="方正姚体" panose="02010601030101010101" pitchFamily="2" charset="-122"/>
                <a:cs typeface="+mn-cs"/>
                <a:sym typeface="Wingdings" pitchFamily="2" charset="2"/>
              </a:rPr>
              <a:t>从分布范围分，分为局域网（学校），城域网和广域网（国家）</a:t>
            </a:r>
            <a:endParaRPr kumimoji="0" lang="en-US" altLang="zh-CN" sz="3200" b="0" i="0" u="none" strike="noStrike" kern="1200" cap="none" spc="0" normalizeH="0" baseline="0" noProof="0" dirty="0">
              <a:ln>
                <a:noFill/>
              </a:ln>
              <a:solidFill>
                <a:prstClr val="black"/>
              </a:solidFill>
              <a:effectLst/>
              <a:uLnTx/>
              <a:uFillTx/>
              <a:latin typeface="Trebuchet MS"/>
              <a:ea typeface="方正姚体" panose="02010601030101010101" pitchFamily="2" charset="-122"/>
              <a:cs typeface="+mn-cs"/>
              <a:sym typeface="Wingdings" pitchFamily="2" charset="2"/>
            </a:endParaRPr>
          </a:p>
        </p:txBody>
      </p:sp>
    </p:spTree>
    <p:extLst>
      <p:ext uri="{BB962C8B-B14F-4D97-AF65-F5344CB8AC3E}">
        <p14:creationId xmlns:p14="http://schemas.microsoft.com/office/powerpoint/2010/main" val="421076644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04354" name="Rectangle 2"/>
          <p:cNvSpPr>
            <a:spLocks noGrp="1" noChangeArrowheads="1"/>
          </p:cNvSpPr>
          <p:nvPr>
            <p:ph type="title"/>
          </p:nvPr>
        </p:nvSpPr>
        <p:spPr>
          <a:xfrm>
            <a:off x="1295467" y="548680"/>
            <a:ext cx="8955616" cy="642939"/>
          </a:xfrm>
        </p:spPr>
        <p:txBody>
          <a:bodyPr>
            <a:noAutofit/>
          </a:bodyPr>
          <a:lstStyle/>
          <a:p>
            <a:r>
              <a:rPr lang="zh-CN" altLang="en-US" sz="4800" dirty="0"/>
              <a:t>什么是网络</a:t>
            </a:r>
          </a:p>
        </p:txBody>
      </p:sp>
      <p:sp>
        <p:nvSpPr>
          <p:cNvPr id="2404355" name="Rectangle 3"/>
          <p:cNvSpPr>
            <a:spLocks noGrp="1" noChangeArrowheads="1"/>
          </p:cNvSpPr>
          <p:nvPr>
            <p:ph type="body" sz="half" idx="1"/>
          </p:nvPr>
        </p:nvSpPr>
        <p:spPr>
          <a:xfrm>
            <a:off x="719403" y="1508788"/>
            <a:ext cx="10561173" cy="5064785"/>
          </a:xfrm>
        </p:spPr>
        <p:txBody>
          <a:bodyPr>
            <a:normAutofit/>
          </a:bodyPr>
          <a:lstStyle/>
          <a:p>
            <a:pPr>
              <a:lnSpc>
                <a:spcPct val="150000"/>
              </a:lnSpc>
            </a:pPr>
            <a:r>
              <a:rPr lang="zh-CN" altLang="zh-CN" sz="3200" dirty="0"/>
              <a:t>网络的功能</a:t>
            </a:r>
            <a:endParaRPr lang="en-US" altLang="zh-CN" sz="3200" dirty="0">
              <a:sym typeface="Wingdings" pitchFamily="2" charset="2"/>
            </a:endParaRPr>
          </a:p>
          <a:p>
            <a:pPr lvl="1">
              <a:lnSpc>
                <a:spcPct val="150000"/>
              </a:lnSpc>
              <a:spcBef>
                <a:spcPts val="0"/>
              </a:spcBef>
              <a:buFont typeface="华文楷体" pitchFamily="2" charset="-122"/>
              <a:buChar char="−"/>
            </a:pPr>
            <a:r>
              <a:rPr lang="zh-CN" altLang="en-US" sz="2667" dirty="0">
                <a:sym typeface="Wingdings" pitchFamily="2" charset="2"/>
              </a:rPr>
              <a:t>资源共享</a:t>
            </a:r>
            <a:endParaRPr lang="en-US" altLang="zh-CN" sz="2667" dirty="0">
              <a:sym typeface="Wingdings" pitchFamily="2" charset="2"/>
            </a:endParaRPr>
          </a:p>
          <a:p>
            <a:pPr lvl="1">
              <a:lnSpc>
                <a:spcPct val="150000"/>
              </a:lnSpc>
              <a:spcBef>
                <a:spcPts val="0"/>
              </a:spcBef>
              <a:buFont typeface="华文楷体" pitchFamily="2" charset="-122"/>
              <a:buChar char="−"/>
            </a:pPr>
            <a:r>
              <a:rPr lang="zh-CN" altLang="zh-CN" sz="2667" dirty="0"/>
              <a:t>数据通信</a:t>
            </a:r>
          </a:p>
          <a:p>
            <a:pPr lvl="1">
              <a:lnSpc>
                <a:spcPct val="150000"/>
              </a:lnSpc>
              <a:spcBef>
                <a:spcPts val="0"/>
              </a:spcBef>
              <a:buFont typeface="华文楷体" pitchFamily="2" charset="-122"/>
              <a:buChar char="−"/>
            </a:pPr>
            <a:r>
              <a:rPr lang="zh-CN" altLang="zh-CN" sz="2667" dirty="0"/>
              <a:t>分布式处理</a:t>
            </a:r>
          </a:p>
          <a:p>
            <a:pPr lvl="1">
              <a:lnSpc>
                <a:spcPct val="150000"/>
              </a:lnSpc>
              <a:spcBef>
                <a:spcPts val="0"/>
              </a:spcBef>
              <a:buFont typeface="华文楷体" pitchFamily="2" charset="-122"/>
              <a:buChar char="−"/>
            </a:pPr>
            <a:r>
              <a:rPr lang="zh-CN" altLang="zh-CN" sz="2667" dirty="0"/>
              <a:t>提高计算机系统的可靠性</a:t>
            </a:r>
            <a:endParaRPr lang="en-US" altLang="zh-CN" sz="2667" dirty="0"/>
          </a:p>
          <a:p>
            <a:pPr lvl="1">
              <a:lnSpc>
                <a:spcPct val="150000"/>
              </a:lnSpc>
              <a:spcBef>
                <a:spcPts val="0"/>
              </a:spcBef>
              <a:buFont typeface="华文楷体" pitchFamily="2" charset="-122"/>
              <a:buChar char="−"/>
            </a:pPr>
            <a:r>
              <a:rPr lang="zh-CN" altLang="zh-CN" sz="2667" dirty="0"/>
              <a:t>综合信息服务</a:t>
            </a:r>
          </a:p>
          <a:p>
            <a:pPr lvl="1">
              <a:lnSpc>
                <a:spcPct val="150000"/>
              </a:lnSpc>
              <a:buNone/>
            </a:pPr>
            <a:endParaRPr lang="en-US" altLang="zh-CN" sz="2667" dirty="0">
              <a:sym typeface="Wingdings" pitchFamily="2" charset="2"/>
            </a:endParaRPr>
          </a:p>
        </p:txBody>
      </p:sp>
      <p:sp>
        <p:nvSpPr>
          <p:cNvPr id="5" name="TextBox 4"/>
          <p:cNvSpPr txBox="1"/>
          <p:nvPr/>
        </p:nvSpPr>
        <p:spPr>
          <a:xfrm>
            <a:off x="-30291" y="5736"/>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2" action="ppaction://hlinksldjump"/>
              </a:rPr>
              <a:t></a:t>
            </a:r>
            <a:endParaRPr lang="zh-CN" altLang="en-US" sz="8000" dirty="0">
              <a:solidFill>
                <a:prstClr val="black"/>
              </a:solidFill>
              <a:latin typeface="Trebuchet MS"/>
              <a:ea typeface="方正姚体" panose="02010601030101010101" pitchFamily="2" charset="-122"/>
            </a:endParaRPr>
          </a:p>
        </p:txBody>
      </p:sp>
      <p:graphicFrame>
        <p:nvGraphicFramePr>
          <p:cNvPr id="8" name="图示 7"/>
          <p:cNvGraphicFramePr/>
          <p:nvPr/>
        </p:nvGraphicFramePr>
        <p:xfrm>
          <a:off x="4847861" y="1604797"/>
          <a:ext cx="6720747" cy="40324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1737113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8">
                                            <p:graphicEl>
                                              <a:dgm id="{B5CD6CD5-7829-4F70-A07F-7DBD673BC616}"/>
                                            </p:graphicEl>
                                          </p:spTgt>
                                        </p:tgtEl>
                                        <p:attrNameLst>
                                          <p:attrName>style.visibility</p:attrName>
                                        </p:attrNameLst>
                                      </p:cBhvr>
                                      <p:to>
                                        <p:strVal val="visible"/>
                                      </p:to>
                                    </p:set>
                                    <p:animEffect transition="in" filter="wheel(1)">
                                      <p:cBhvr>
                                        <p:cTn id="7" dur="500"/>
                                        <p:tgtEl>
                                          <p:spTgt spid="8">
                                            <p:graphicEl>
                                              <a:dgm id="{B5CD6CD5-7829-4F70-A07F-7DBD673BC616}"/>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8">
                                            <p:graphicEl>
                                              <a:dgm id="{CE4A01D9-7DCE-4FD0-9F35-DD6AB13DBA3A}"/>
                                            </p:graphicEl>
                                          </p:spTgt>
                                        </p:tgtEl>
                                        <p:attrNameLst>
                                          <p:attrName>style.visibility</p:attrName>
                                        </p:attrNameLst>
                                      </p:cBhvr>
                                      <p:to>
                                        <p:strVal val="visible"/>
                                      </p:to>
                                    </p:set>
                                    <p:animEffect transition="in" filter="wheel(1)">
                                      <p:cBhvr>
                                        <p:cTn id="12" dur="500"/>
                                        <p:tgtEl>
                                          <p:spTgt spid="8">
                                            <p:graphicEl>
                                              <a:dgm id="{CE4A01D9-7DCE-4FD0-9F35-DD6AB13DBA3A}"/>
                                            </p:graphicEl>
                                          </p:spTgt>
                                        </p:tgtEl>
                                      </p:cBhvr>
                                    </p:animEffect>
                                  </p:childTnLst>
                                </p:cTn>
                              </p:par>
                              <p:par>
                                <p:cTn id="13" presetID="21" presetClass="entr" presetSubtype="1" fill="hold" grpId="0" nodeType="withEffect">
                                  <p:stCondLst>
                                    <p:cond delay="0"/>
                                  </p:stCondLst>
                                  <p:childTnLst>
                                    <p:set>
                                      <p:cBhvr>
                                        <p:cTn id="14" dur="1" fill="hold">
                                          <p:stCondLst>
                                            <p:cond delay="0"/>
                                          </p:stCondLst>
                                        </p:cTn>
                                        <p:tgtEl>
                                          <p:spTgt spid="8">
                                            <p:graphicEl>
                                              <a:dgm id="{2EF4BD2A-7A07-41C8-8EAF-E147586761CD}"/>
                                            </p:graphicEl>
                                          </p:spTgt>
                                        </p:tgtEl>
                                        <p:attrNameLst>
                                          <p:attrName>style.visibility</p:attrName>
                                        </p:attrNameLst>
                                      </p:cBhvr>
                                      <p:to>
                                        <p:strVal val="visible"/>
                                      </p:to>
                                    </p:set>
                                    <p:animEffect transition="in" filter="wheel(1)">
                                      <p:cBhvr>
                                        <p:cTn id="15" dur="500"/>
                                        <p:tgtEl>
                                          <p:spTgt spid="8">
                                            <p:graphicEl>
                                              <a:dgm id="{2EF4BD2A-7A07-41C8-8EAF-E147586761CD}"/>
                                            </p:graphicEl>
                                          </p:spTgt>
                                        </p:tgtEl>
                                      </p:cBhvr>
                                    </p:animEffect>
                                  </p:childTnLst>
                                </p:cTn>
                              </p:par>
                            </p:childTnLst>
                          </p:cTn>
                        </p:par>
                      </p:childTnLst>
                    </p:cTn>
                  </p:par>
                  <p:par>
                    <p:cTn id="16" fill="hold">
                      <p:stCondLst>
                        <p:cond delay="indefinite"/>
                      </p:stCondLst>
                      <p:childTnLst>
                        <p:par>
                          <p:cTn id="17" fill="hold">
                            <p:stCondLst>
                              <p:cond delay="0"/>
                            </p:stCondLst>
                            <p:childTnLst>
                              <p:par>
                                <p:cTn id="18" presetID="21" presetClass="entr" presetSubtype="1" fill="hold" grpId="0" nodeType="clickEffect">
                                  <p:stCondLst>
                                    <p:cond delay="0"/>
                                  </p:stCondLst>
                                  <p:childTnLst>
                                    <p:set>
                                      <p:cBhvr>
                                        <p:cTn id="19" dur="1" fill="hold">
                                          <p:stCondLst>
                                            <p:cond delay="0"/>
                                          </p:stCondLst>
                                        </p:cTn>
                                        <p:tgtEl>
                                          <p:spTgt spid="8">
                                            <p:graphicEl>
                                              <a:dgm id="{246C08F8-DFDD-40EA-A3EE-081107470DB9}"/>
                                            </p:graphicEl>
                                          </p:spTgt>
                                        </p:tgtEl>
                                        <p:attrNameLst>
                                          <p:attrName>style.visibility</p:attrName>
                                        </p:attrNameLst>
                                      </p:cBhvr>
                                      <p:to>
                                        <p:strVal val="visible"/>
                                      </p:to>
                                    </p:set>
                                    <p:animEffect transition="in" filter="wheel(1)">
                                      <p:cBhvr>
                                        <p:cTn id="20" dur="500"/>
                                        <p:tgtEl>
                                          <p:spTgt spid="8">
                                            <p:graphicEl>
                                              <a:dgm id="{246C08F8-DFDD-40EA-A3EE-081107470DB9}"/>
                                            </p:graphicEl>
                                          </p:spTgt>
                                        </p:tgtEl>
                                      </p:cBhvr>
                                    </p:animEffect>
                                  </p:childTnLst>
                                </p:cTn>
                              </p:par>
                              <p:par>
                                <p:cTn id="21" presetID="21" presetClass="entr" presetSubtype="1" fill="hold" grpId="0" nodeType="withEffect">
                                  <p:stCondLst>
                                    <p:cond delay="0"/>
                                  </p:stCondLst>
                                  <p:childTnLst>
                                    <p:set>
                                      <p:cBhvr>
                                        <p:cTn id="22" dur="1" fill="hold">
                                          <p:stCondLst>
                                            <p:cond delay="0"/>
                                          </p:stCondLst>
                                        </p:cTn>
                                        <p:tgtEl>
                                          <p:spTgt spid="8">
                                            <p:graphicEl>
                                              <a:dgm id="{2F310307-5F7F-4887-B9B1-039046BA2526}"/>
                                            </p:graphicEl>
                                          </p:spTgt>
                                        </p:tgtEl>
                                        <p:attrNameLst>
                                          <p:attrName>style.visibility</p:attrName>
                                        </p:attrNameLst>
                                      </p:cBhvr>
                                      <p:to>
                                        <p:strVal val="visible"/>
                                      </p:to>
                                    </p:set>
                                    <p:animEffect transition="in" filter="wheel(1)">
                                      <p:cBhvr>
                                        <p:cTn id="23" dur="500"/>
                                        <p:tgtEl>
                                          <p:spTgt spid="8">
                                            <p:graphicEl>
                                              <a:dgm id="{2F310307-5F7F-4887-B9B1-039046BA2526}"/>
                                            </p:graphicEl>
                                          </p:spTgt>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8">
                                            <p:graphicEl>
                                              <a:dgm id="{4FEFBD03-63C5-4DF1-A9B9-88332B1C9A59}"/>
                                            </p:graphicEl>
                                          </p:spTgt>
                                        </p:tgtEl>
                                        <p:attrNameLst>
                                          <p:attrName>style.visibility</p:attrName>
                                        </p:attrNameLst>
                                      </p:cBhvr>
                                      <p:to>
                                        <p:strVal val="visible"/>
                                      </p:to>
                                    </p:set>
                                    <p:animEffect transition="in" filter="wheel(1)">
                                      <p:cBhvr>
                                        <p:cTn id="28" dur="500"/>
                                        <p:tgtEl>
                                          <p:spTgt spid="8">
                                            <p:graphicEl>
                                              <a:dgm id="{4FEFBD03-63C5-4DF1-A9B9-88332B1C9A59}"/>
                                            </p:graphicEl>
                                          </p:spTgt>
                                        </p:tgtEl>
                                      </p:cBhvr>
                                    </p:animEffect>
                                  </p:childTnLst>
                                </p:cTn>
                              </p:par>
                              <p:par>
                                <p:cTn id="29" presetID="21" presetClass="entr" presetSubtype="1" fill="hold" grpId="0" nodeType="withEffect">
                                  <p:stCondLst>
                                    <p:cond delay="0"/>
                                  </p:stCondLst>
                                  <p:childTnLst>
                                    <p:set>
                                      <p:cBhvr>
                                        <p:cTn id="30" dur="1" fill="hold">
                                          <p:stCondLst>
                                            <p:cond delay="0"/>
                                          </p:stCondLst>
                                        </p:cTn>
                                        <p:tgtEl>
                                          <p:spTgt spid="8">
                                            <p:graphicEl>
                                              <a:dgm id="{1A434CAF-BA76-4E1D-96EB-7F90743A1794}"/>
                                            </p:graphicEl>
                                          </p:spTgt>
                                        </p:tgtEl>
                                        <p:attrNameLst>
                                          <p:attrName>style.visibility</p:attrName>
                                        </p:attrNameLst>
                                      </p:cBhvr>
                                      <p:to>
                                        <p:strVal val="visible"/>
                                      </p:to>
                                    </p:set>
                                    <p:animEffect transition="in" filter="wheel(1)">
                                      <p:cBhvr>
                                        <p:cTn id="31" dur="500"/>
                                        <p:tgtEl>
                                          <p:spTgt spid="8">
                                            <p:graphicEl>
                                              <a:dgm id="{1A434CAF-BA76-4E1D-96EB-7F90743A1794}"/>
                                            </p:graphicEl>
                                          </p:spTgt>
                                        </p:tgtEl>
                                      </p:cBhvr>
                                    </p:animEffect>
                                  </p:childTnLst>
                                </p:cTn>
                              </p:par>
                            </p:childTnLst>
                          </p:cTn>
                        </p:par>
                      </p:childTnLst>
                    </p:cTn>
                  </p:par>
                  <p:par>
                    <p:cTn id="32" fill="hold">
                      <p:stCondLst>
                        <p:cond delay="indefinite"/>
                      </p:stCondLst>
                      <p:childTnLst>
                        <p:par>
                          <p:cTn id="33" fill="hold">
                            <p:stCondLst>
                              <p:cond delay="0"/>
                            </p:stCondLst>
                            <p:childTnLst>
                              <p:par>
                                <p:cTn id="34" presetID="21" presetClass="entr" presetSubtype="1" fill="hold" grpId="0" nodeType="clickEffect">
                                  <p:stCondLst>
                                    <p:cond delay="0"/>
                                  </p:stCondLst>
                                  <p:childTnLst>
                                    <p:set>
                                      <p:cBhvr>
                                        <p:cTn id="35" dur="1" fill="hold">
                                          <p:stCondLst>
                                            <p:cond delay="0"/>
                                          </p:stCondLst>
                                        </p:cTn>
                                        <p:tgtEl>
                                          <p:spTgt spid="8">
                                            <p:graphicEl>
                                              <a:dgm id="{398222D1-FE5B-445D-BF1F-81BB3CA1E58C}"/>
                                            </p:graphicEl>
                                          </p:spTgt>
                                        </p:tgtEl>
                                        <p:attrNameLst>
                                          <p:attrName>style.visibility</p:attrName>
                                        </p:attrNameLst>
                                      </p:cBhvr>
                                      <p:to>
                                        <p:strVal val="visible"/>
                                      </p:to>
                                    </p:set>
                                    <p:animEffect transition="in" filter="wheel(1)">
                                      <p:cBhvr>
                                        <p:cTn id="36" dur="500"/>
                                        <p:tgtEl>
                                          <p:spTgt spid="8">
                                            <p:graphicEl>
                                              <a:dgm id="{398222D1-FE5B-445D-BF1F-81BB3CA1E58C}"/>
                                            </p:graphicEl>
                                          </p:spTgt>
                                        </p:tgtEl>
                                      </p:cBhvr>
                                    </p:animEffect>
                                  </p:childTnLst>
                                </p:cTn>
                              </p:par>
                              <p:par>
                                <p:cTn id="37" presetID="21" presetClass="entr" presetSubtype="1" fill="hold" grpId="0" nodeType="withEffect">
                                  <p:stCondLst>
                                    <p:cond delay="0"/>
                                  </p:stCondLst>
                                  <p:childTnLst>
                                    <p:set>
                                      <p:cBhvr>
                                        <p:cTn id="38" dur="1" fill="hold">
                                          <p:stCondLst>
                                            <p:cond delay="0"/>
                                          </p:stCondLst>
                                        </p:cTn>
                                        <p:tgtEl>
                                          <p:spTgt spid="8">
                                            <p:graphicEl>
                                              <a:dgm id="{7A06C599-9BEE-4F02-B22D-C8FB2FEDA75D}"/>
                                            </p:graphicEl>
                                          </p:spTgt>
                                        </p:tgtEl>
                                        <p:attrNameLst>
                                          <p:attrName>style.visibility</p:attrName>
                                        </p:attrNameLst>
                                      </p:cBhvr>
                                      <p:to>
                                        <p:strVal val="visible"/>
                                      </p:to>
                                    </p:set>
                                    <p:animEffect transition="in" filter="wheel(1)">
                                      <p:cBhvr>
                                        <p:cTn id="39" dur="500"/>
                                        <p:tgtEl>
                                          <p:spTgt spid="8">
                                            <p:graphicEl>
                                              <a:dgm id="{7A06C599-9BEE-4F02-B22D-C8FB2FEDA75D}"/>
                                            </p:graphicEl>
                                          </p:spTgt>
                                        </p:tgtEl>
                                      </p:cBhvr>
                                    </p:animEffect>
                                  </p:childTnLst>
                                </p:cTn>
                              </p:par>
                            </p:childTnLst>
                          </p:cTn>
                        </p:par>
                      </p:childTnLst>
                    </p:cTn>
                  </p:par>
                  <p:par>
                    <p:cTn id="40" fill="hold">
                      <p:stCondLst>
                        <p:cond delay="indefinite"/>
                      </p:stCondLst>
                      <p:childTnLst>
                        <p:par>
                          <p:cTn id="41" fill="hold">
                            <p:stCondLst>
                              <p:cond delay="0"/>
                            </p:stCondLst>
                            <p:childTnLst>
                              <p:par>
                                <p:cTn id="42" presetID="21" presetClass="entr" presetSubtype="1" fill="hold" grpId="0" nodeType="clickEffect">
                                  <p:stCondLst>
                                    <p:cond delay="0"/>
                                  </p:stCondLst>
                                  <p:childTnLst>
                                    <p:set>
                                      <p:cBhvr>
                                        <p:cTn id="43" dur="1" fill="hold">
                                          <p:stCondLst>
                                            <p:cond delay="0"/>
                                          </p:stCondLst>
                                        </p:cTn>
                                        <p:tgtEl>
                                          <p:spTgt spid="8">
                                            <p:graphicEl>
                                              <a:dgm id="{951BF8C8-DC8F-49E7-97EF-1D036BAAFB40}"/>
                                            </p:graphicEl>
                                          </p:spTgt>
                                        </p:tgtEl>
                                        <p:attrNameLst>
                                          <p:attrName>style.visibility</p:attrName>
                                        </p:attrNameLst>
                                      </p:cBhvr>
                                      <p:to>
                                        <p:strVal val="visible"/>
                                      </p:to>
                                    </p:set>
                                    <p:animEffect transition="in" filter="wheel(1)">
                                      <p:cBhvr>
                                        <p:cTn id="44" dur="500"/>
                                        <p:tgtEl>
                                          <p:spTgt spid="8">
                                            <p:graphicEl>
                                              <a:dgm id="{951BF8C8-DC8F-49E7-97EF-1D036BAAFB40}"/>
                                            </p:graphicEl>
                                          </p:spTgt>
                                        </p:tgtEl>
                                      </p:cBhvr>
                                    </p:animEffect>
                                  </p:childTnLst>
                                </p:cTn>
                              </p:par>
                              <p:par>
                                <p:cTn id="45" presetID="21" presetClass="entr" presetSubtype="1" fill="hold" grpId="0" nodeType="withEffect">
                                  <p:stCondLst>
                                    <p:cond delay="0"/>
                                  </p:stCondLst>
                                  <p:childTnLst>
                                    <p:set>
                                      <p:cBhvr>
                                        <p:cTn id="46" dur="1" fill="hold">
                                          <p:stCondLst>
                                            <p:cond delay="0"/>
                                          </p:stCondLst>
                                        </p:cTn>
                                        <p:tgtEl>
                                          <p:spTgt spid="8">
                                            <p:graphicEl>
                                              <a:dgm id="{4F6A2E8E-C9C0-429F-B20A-AF7795F6F9E8}"/>
                                            </p:graphicEl>
                                          </p:spTgt>
                                        </p:tgtEl>
                                        <p:attrNameLst>
                                          <p:attrName>style.visibility</p:attrName>
                                        </p:attrNameLst>
                                      </p:cBhvr>
                                      <p:to>
                                        <p:strVal val="visible"/>
                                      </p:to>
                                    </p:set>
                                    <p:animEffect transition="in" filter="wheel(1)">
                                      <p:cBhvr>
                                        <p:cTn id="47" dur="500"/>
                                        <p:tgtEl>
                                          <p:spTgt spid="8">
                                            <p:graphicEl>
                                              <a:dgm id="{4F6A2E8E-C9C0-429F-B20A-AF7795F6F9E8}"/>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uiExpand="1">
        <p:bldSub>
          <a:bldDgm bld="lvlOne"/>
        </p:bldSub>
      </p:bldGraphic>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04354" name="Rectangle 2"/>
          <p:cNvSpPr>
            <a:spLocks noGrp="1" noChangeArrowheads="1"/>
          </p:cNvSpPr>
          <p:nvPr>
            <p:ph type="title"/>
          </p:nvPr>
        </p:nvSpPr>
        <p:spPr>
          <a:xfrm>
            <a:off x="1295467" y="548680"/>
            <a:ext cx="8955616" cy="642939"/>
          </a:xfrm>
        </p:spPr>
        <p:txBody>
          <a:bodyPr>
            <a:noAutofit/>
          </a:bodyPr>
          <a:lstStyle/>
          <a:p>
            <a:r>
              <a:rPr lang="zh-CN" altLang="en-US" sz="4800" dirty="0"/>
              <a:t>什么是网络</a:t>
            </a:r>
          </a:p>
        </p:txBody>
      </p:sp>
      <p:sp>
        <p:nvSpPr>
          <p:cNvPr id="2404355" name="Rectangle 3"/>
          <p:cNvSpPr>
            <a:spLocks noGrp="1" noChangeArrowheads="1"/>
          </p:cNvSpPr>
          <p:nvPr>
            <p:ph type="body" sz="half" idx="1"/>
          </p:nvPr>
        </p:nvSpPr>
        <p:spPr>
          <a:xfrm>
            <a:off x="719403" y="1508788"/>
            <a:ext cx="6720747" cy="5064785"/>
          </a:xfrm>
        </p:spPr>
        <p:txBody>
          <a:bodyPr>
            <a:normAutofit/>
          </a:bodyPr>
          <a:lstStyle/>
          <a:p>
            <a:pPr>
              <a:lnSpc>
                <a:spcPct val="150000"/>
              </a:lnSpc>
            </a:pPr>
            <a:r>
              <a:rPr lang="zh-CN" altLang="en-US" sz="3200" dirty="0">
                <a:sym typeface="Wingdings" pitchFamily="2" charset="2"/>
              </a:rPr>
              <a:t>拓扑结构</a:t>
            </a:r>
            <a:endParaRPr lang="en-US" altLang="zh-CN" sz="3200" dirty="0">
              <a:sym typeface="Wingdings" pitchFamily="2" charset="2"/>
            </a:endParaRPr>
          </a:p>
          <a:p>
            <a:pPr lvl="1">
              <a:lnSpc>
                <a:spcPct val="150000"/>
              </a:lnSpc>
              <a:spcBef>
                <a:spcPts val="0"/>
              </a:spcBef>
              <a:buFont typeface="华文楷体" pitchFamily="2" charset="-122"/>
              <a:buChar char="−"/>
            </a:pPr>
            <a:r>
              <a:rPr lang="zh-CN" altLang="zh-CN" sz="2667" dirty="0"/>
              <a:t>总线型</a:t>
            </a:r>
            <a:endParaRPr lang="zh-CN" altLang="zh-CN" sz="2667" b="1" dirty="0"/>
          </a:p>
          <a:p>
            <a:pPr lvl="1">
              <a:lnSpc>
                <a:spcPct val="150000"/>
              </a:lnSpc>
              <a:spcBef>
                <a:spcPts val="0"/>
              </a:spcBef>
              <a:buSzPct val="80000"/>
              <a:buFont typeface="Wingdings" pitchFamily="2" charset="2"/>
              <a:buChar char="p"/>
            </a:pPr>
            <a:r>
              <a:rPr lang="zh-CN" altLang="zh-CN" sz="2667" dirty="0"/>
              <a:t>优点</a:t>
            </a:r>
            <a:r>
              <a:rPr lang="zh-CN" altLang="en-US" sz="2667" dirty="0"/>
              <a:t>：</a:t>
            </a:r>
            <a:r>
              <a:rPr lang="zh-CN" altLang="zh-CN" sz="2667" dirty="0"/>
              <a:t>结构简单、灵活，易于扩展，节点故障不影响整个网络。</a:t>
            </a:r>
            <a:endParaRPr lang="en-US" altLang="zh-CN" sz="2667" dirty="0"/>
          </a:p>
          <a:p>
            <a:pPr lvl="1">
              <a:lnSpc>
                <a:spcPct val="150000"/>
              </a:lnSpc>
              <a:spcBef>
                <a:spcPts val="0"/>
              </a:spcBef>
              <a:buSzPct val="80000"/>
              <a:buFont typeface="Wingdings" pitchFamily="2" charset="2"/>
              <a:buChar char="p"/>
            </a:pPr>
            <a:r>
              <a:rPr lang="zh-CN" altLang="zh-CN" sz="2667" dirty="0"/>
              <a:t>缺点</a:t>
            </a:r>
            <a:r>
              <a:rPr lang="zh-CN" altLang="en-US" sz="2667" dirty="0"/>
              <a:t>：</a:t>
            </a:r>
            <a:r>
              <a:rPr lang="zh-CN" altLang="zh-CN" sz="2667" dirty="0"/>
              <a:t>总线中任一处发生故障将导致整个网络的瘫痪，且故障诊断困难</a:t>
            </a:r>
            <a:endParaRPr lang="en-US" altLang="zh-CN" sz="2667" dirty="0">
              <a:sym typeface="Wingdings" pitchFamily="2" charset="2"/>
            </a:endParaRPr>
          </a:p>
        </p:txBody>
      </p:sp>
      <p:sp>
        <p:nvSpPr>
          <p:cNvPr id="5" name="TextBox 4"/>
          <p:cNvSpPr txBox="1"/>
          <p:nvPr/>
        </p:nvSpPr>
        <p:spPr>
          <a:xfrm>
            <a:off x="-30291" y="5736"/>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2" action="ppaction://hlinksldjump"/>
              </a:rPr>
              <a:t></a:t>
            </a:r>
            <a:endParaRPr lang="zh-CN" altLang="en-US" sz="8000" dirty="0">
              <a:solidFill>
                <a:prstClr val="black"/>
              </a:solidFill>
              <a:latin typeface="Trebuchet MS"/>
              <a:ea typeface="方正姚体" panose="02010601030101010101" pitchFamily="2" charset="-122"/>
            </a:endParaRPr>
          </a:p>
        </p:txBody>
      </p:sp>
      <p:pic>
        <p:nvPicPr>
          <p:cNvPr id="6" name="图片 5"/>
          <p:cNvPicPr/>
          <p:nvPr/>
        </p:nvPicPr>
        <p:blipFill>
          <a:blip r:embed="rId3" cstate="print"/>
          <a:stretch>
            <a:fillRect/>
          </a:stretch>
        </p:blipFill>
        <p:spPr bwMode="auto">
          <a:xfrm>
            <a:off x="7440150" y="2372884"/>
            <a:ext cx="3759725" cy="2615873"/>
          </a:xfrm>
          <a:prstGeom prst="rect">
            <a:avLst/>
          </a:prstGeom>
          <a:noFill/>
          <a:ln>
            <a:noFill/>
          </a:ln>
        </p:spPr>
      </p:pic>
    </p:spTree>
    <p:extLst>
      <p:ext uri="{BB962C8B-B14F-4D97-AF65-F5344CB8AC3E}">
        <p14:creationId xmlns:p14="http://schemas.microsoft.com/office/powerpoint/2010/main" val="314447533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04354" name="Rectangle 2"/>
          <p:cNvSpPr>
            <a:spLocks noGrp="1" noChangeArrowheads="1"/>
          </p:cNvSpPr>
          <p:nvPr>
            <p:ph type="title"/>
          </p:nvPr>
        </p:nvSpPr>
        <p:spPr>
          <a:xfrm>
            <a:off x="1295467" y="548680"/>
            <a:ext cx="8955616" cy="642939"/>
          </a:xfrm>
        </p:spPr>
        <p:txBody>
          <a:bodyPr>
            <a:noAutofit/>
          </a:bodyPr>
          <a:lstStyle/>
          <a:p>
            <a:r>
              <a:rPr lang="zh-CN" altLang="en-US" sz="4800" dirty="0"/>
              <a:t>什么是网络</a:t>
            </a:r>
          </a:p>
        </p:txBody>
      </p:sp>
      <p:sp>
        <p:nvSpPr>
          <p:cNvPr id="2404355" name="Rectangle 3"/>
          <p:cNvSpPr>
            <a:spLocks noGrp="1" noChangeArrowheads="1"/>
          </p:cNvSpPr>
          <p:nvPr>
            <p:ph type="body" sz="half" idx="1"/>
          </p:nvPr>
        </p:nvSpPr>
        <p:spPr>
          <a:xfrm>
            <a:off x="719403" y="1508788"/>
            <a:ext cx="6720747" cy="5064785"/>
          </a:xfrm>
        </p:spPr>
        <p:txBody>
          <a:bodyPr>
            <a:normAutofit/>
          </a:bodyPr>
          <a:lstStyle/>
          <a:p>
            <a:pPr>
              <a:lnSpc>
                <a:spcPct val="150000"/>
              </a:lnSpc>
            </a:pPr>
            <a:r>
              <a:rPr lang="zh-CN" altLang="en-US" sz="3200" dirty="0">
                <a:sym typeface="Wingdings" pitchFamily="2" charset="2"/>
              </a:rPr>
              <a:t>拓扑结构</a:t>
            </a:r>
            <a:endParaRPr lang="en-US" altLang="zh-CN" sz="3200" dirty="0">
              <a:sym typeface="Wingdings" pitchFamily="2" charset="2"/>
            </a:endParaRPr>
          </a:p>
          <a:p>
            <a:pPr lvl="1">
              <a:lnSpc>
                <a:spcPct val="150000"/>
              </a:lnSpc>
              <a:spcBef>
                <a:spcPts val="0"/>
              </a:spcBef>
              <a:buFont typeface="华文楷体" pitchFamily="2" charset="-122"/>
              <a:buChar char="−"/>
            </a:pPr>
            <a:r>
              <a:rPr lang="zh-CN" altLang="zh-CN" sz="2667" dirty="0"/>
              <a:t>星型</a:t>
            </a:r>
            <a:endParaRPr lang="zh-CN" altLang="zh-CN" sz="2667" b="1" dirty="0"/>
          </a:p>
          <a:p>
            <a:pPr lvl="1">
              <a:lnSpc>
                <a:spcPct val="150000"/>
              </a:lnSpc>
              <a:spcBef>
                <a:spcPts val="0"/>
              </a:spcBef>
              <a:buSzPct val="80000"/>
              <a:buFont typeface="Wingdings" pitchFamily="2" charset="2"/>
              <a:buChar char="p"/>
            </a:pPr>
            <a:r>
              <a:rPr lang="zh-CN" altLang="zh-CN" sz="2667" dirty="0"/>
              <a:t>优点</a:t>
            </a:r>
            <a:r>
              <a:rPr lang="zh-CN" altLang="en-US" sz="2667" dirty="0"/>
              <a:t>：</a:t>
            </a:r>
            <a:r>
              <a:rPr lang="zh-CN" altLang="zh-CN" sz="2667" dirty="0"/>
              <a:t>连接方便、故障诊断容易、可靠性较高。</a:t>
            </a:r>
            <a:endParaRPr lang="en-US" altLang="zh-CN" sz="2667" dirty="0"/>
          </a:p>
          <a:p>
            <a:pPr lvl="1">
              <a:lnSpc>
                <a:spcPct val="150000"/>
              </a:lnSpc>
              <a:spcBef>
                <a:spcPts val="0"/>
              </a:spcBef>
              <a:buSzPct val="80000"/>
              <a:buFont typeface="Wingdings" pitchFamily="2" charset="2"/>
              <a:buChar char="p"/>
            </a:pPr>
            <a:r>
              <a:rPr lang="zh-CN" altLang="zh-CN" sz="2667" dirty="0"/>
              <a:t>缺点</a:t>
            </a:r>
            <a:r>
              <a:rPr lang="zh-CN" altLang="en-US" sz="2667" dirty="0"/>
              <a:t>：</a:t>
            </a:r>
            <a:r>
              <a:rPr lang="zh-CN" altLang="zh-CN" sz="2667" dirty="0"/>
              <a:t>对中心节点依赖性较高，中心节点故障将导致整个网络瘫痪</a:t>
            </a:r>
            <a:r>
              <a:rPr lang="zh-CN" altLang="en-US" sz="2667" dirty="0"/>
              <a:t>。</a:t>
            </a:r>
            <a:endParaRPr lang="en-US" altLang="zh-CN" sz="2667" dirty="0">
              <a:sym typeface="Wingdings" pitchFamily="2" charset="2"/>
            </a:endParaRPr>
          </a:p>
        </p:txBody>
      </p:sp>
      <p:sp>
        <p:nvSpPr>
          <p:cNvPr id="5" name="TextBox 4"/>
          <p:cNvSpPr txBox="1"/>
          <p:nvPr/>
        </p:nvSpPr>
        <p:spPr>
          <a:xfrm>
            <a:off x="-30291" y="5736"/>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2" action="ppaction://hlinksldjump"/>
              </a:rPr>
              <a:t></a:t>
            </a:r>
            <a:endParaRPr lang="zh-CN" altLang="en-US" sz="8000" dirty="0">
              <a:solidFill>
                <a:prstClr val="black"/>
              </a:solidFill>
              <a:latin typeface="Trebuchet MS"/>
              <a:ea typeface="方正姚体" panose="02010601030101010101" pitchFamily="2" charset="-122"/>
            </a:endParaRPr>
          </a:p>
        </p:txBody>
      </p:sp>
      <p:pic>
        <p:nvPicPr>
          <p:cNvPr id="7" name="图片 6"/>
          <p:cNvPicPr/>
          <p:nvPr/>
        </p:nvPicPr>
        <p:blipFill>
          <a:blip r:embed="rId3" cstate="print"/>
          <a:stretch>
            <a:fillRect/>
          </a:stretch>
        </p:blipFill>
        <p:spPr bwMode="auto">
          <a:xfrm>
            <a:off x="7632171" y="2564904"/>
            <a:ext cx="3695239" cy="2692064"/>
          </a:xfrm>
          <a:prstGeom prst="rect">
            <a:avLst/>
          </a:prstGeom>
          <a:noFill/>
          <a:ln>
            <a:noFill/>
          </a:ln>
        </p:spPr>
      </p:pic>
    </p:spTree>
    <p:extLst>
      <p:ext uri="{BB962C8B-B14F-4D97-AF65-F5344CB8AC3E}">
        <p14:creationId xmlns:p14="http://schemas.microsoft.com/office/powerpoint/2010/main" val="218449094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04354" name="Rectangle 2"/>
          <p:cNvSpPr>
            <a:spLocks noGrp="1" noChangeArrowheads="1"/>
          </p:cNvSpPr>
          <p:nvPr>
            <p:ph type="title"/>
          </p:nvPr>
        </p:nvSpPr>
        <p:spPr>
          <a:xfrm>
            <a:off x="1295467" y="548680"/>
            <a:ext cx="8955616" cy="642939"/>
          </a:xfrm>
        </p:spPr>
        <p:txBody>
          <a:bodyPr>
            <a:noAutofit/>
          </a:bodyPr>
          <a:lstStyle/>
          <a:p>
            <a:r>
              <a:rPr lang="zh-CN" altLang="en-US" sz="4800" dirty="0"/>
              <a:t>什么是网络</a:t>
            </a:r>
          </a:p>
        </p:txBody>
      </p:sp>
      <p:sp>
        <p:nvSpPr>
          <p:cNvPr id="2404355" name="Rectangle 3"/>
          <p:cNvSpPr>
            <a:spLocks noGrp="1" noChangeArrowheads="1"/>
          </p:cNvSpPr>
          <p:nvPr>
            <p:ph type="body" sz="half" idx="1"/>
          </p:nvPr>
        </p:nvSpPr>
        <p:spPr>
          <a:xfrm>
            <a:off x="719403" y="1508788"/>
            <a:ext cx="6720747" cy="5064785"/>
          </a:xfrm>
        </p:spPr>
        <p:txBody>
          <a:bodyPr>
            <a:normAutofit/>
          </a:bodyPr>
          <a:lstStyle/>
          <a:p>
            <a:pPr>
              <a:lnSpc>
                <a:spcPct val="150000"/>
              </a:lnSpc>
            </a:pPr>
            <a:r>
              <a:rPr lang="zh-CN" altLang="en-US" sz="3200" dirty="0">
                <a:sym typeface="Wingdings" pitchFamily="2" charset="2"/>
              </a:rPr>
              <a:t>拓扑结构</a:t>
            </a:r>
            <a:endParaRPr lang="en-US" altLang="zh-CN" sz="3200" dirty="0">
              <a:sym typeface="Wingdings" pitchFamily="2" charset="2"/>
            </a:endParaRPr>
          </a:p>
          <a:p>
            <a:pPr lvl="1">
              <a:lnSpc>
                <a:spcPct val="150000"/>
              </a:lnSpc>
              <a:spcBef>
                <a:spcPts val="0"/>
              </a:spcBef>
              <a:buFont typeface="华文楷体" pitchFamily="2" charset="-122"/>
              <a:buChar char="−"/>
            </a:pPr>
            <a:r>
              <a:rPr lang="zh-CN" altLang="zh-CN" sz="2667" dirty="0"/>
              <a:t>环型</a:t>
            </a:r>
            <a:endParaRPr lang="zh-CN" altLang="zh-CN" sz="2667" b="1" dirty="0"/>
          </a:p>
          <a:p>
            <a:pPr lvl="1">
              <a:lnSpc>
                <a:spcPct val="150000"/>
              </a:lnSpc>
              <a:spcBef>
                <a:spcPts val="0"/>
              </a:spcBef>
              <a:buSzPct val="80000"/>
              <a:buFont typeface="Wingdings" pitchFamily="2" charset="2"/>
              <a:buChar char="p"/>
            </a:pPr>
            <a:r>
              <a:rPr lang="zh-CN" altLang="zh-CN" sz="2667" dirty="0"/>
              <a:t>优点</a:t>
            </a:r>
            <a:r>
              <a:rPr lang="zh-CN" altLang="en-US" sz="2667" dirty="0"/>
              <a:t>：</a:t>
            </a:r>
            <a:r>
              <a:rPr lang="zh-CN" altLang="zh-CN" sz="2667" dirty="0"/>
              <a:t>具有较高的信息传输的确定性。</a:t>
            </a:r>
            <a:endParaRPr lang="en-US" altLang="zh-CN" sz="2667" dirty="0"/>
          </a:p>
          <a:p>
            <a:pPr lvl="1">
              <a:lnSpc>
                <a:spcPct val="150000"/>
              </a:lnSpc>
              <a:spcBef>
                <a:spcPts val="0"/>
              </a:spcBef>
              <a:buSzPct val="80000"/>
              <a:buFont typeface="Wingdings" pitchFamily="2" charset="2"/>
              <a:buChar char="p"/>
            </a:pPr>
            <a:r>
              <a:rPr lang="zh-CN" altLang="zh-CN" sz="2667" dirty="0"/>
              <a:t>缺点</a:t>
            </a:r>
            <a:r>
              <a:rPr lang="zh-CN" altLang="en-US" sz="2667" dirty="0"/>
              <a:t>：</a:t>
            </a:r>
            <a:r>
              <a:rPr lang="zh-CN" altLang="zh-CN" sz="2667" dirty="0"/>
              <a:t>扩充和关闭节点都比较复杂</a:t>
            </a:r>
            <a:r>
              <a:rPr lang="zh-CN" altLang="en-US" sz="2667" dirty="0"/>
              <a:t>。</a:t>
            </a:r>
            <a:endParaRPr lang="en-US" altLang="zh-CN" sz="2667" dirty="0">
              <a:sym typeface="Wingdings" pitchFamily="2" charset="2"/>
            </a:endParaRPr>
          </a:p>
        </p:txBody>
      </p:sp>
      <p:sp>
        <p:nvSpPr>
          <p:cNvPr id="5" name="TextBox 4"/>
          <p:cNvSpPr txBox="1"/>
          <p:nvPr/>
        </p:nvSpPr>
        <p:spPr>
          <a:xfrm>
            <a:off x="-30291" y="5736"/>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2" action="ppaction://hlinksldjump"/>
              </a:rPr>
              <a:t></a:t>
            </a:r>
            <a:endParaRPr lang="zh-CN" altLang="en-US" sz="8000" dirty="0">
              <a:solidFill>
                <a:prstClr val="black"/>
              </a:solidFill>
              <a:latin typeface="Trebuchet MS"/>
              <a:ea typeface="方正姚体" panose="02010601030101010101" pitchFamily="2" charset="-122"/>
            </a:endParaRPr>
          </a:p>
        </p:txBody>
      </p:sp>
      <p:pic>
        <p:nvPicPr>
          <p:cNvPr id="6" name="图片 5"/>
          <p:cNvPicPr/>
          <p:nvPr/>
        </p:nvPicPr>
        <p:blipFill>
          <a:blip r:embed="rId3" cstate="print"/>
          <a:stretch>
            <a:fillRect/>
          </a:stretch>
        </p:blipFill>
        <p:spPr bwMode="auto">
          <a:xfrm>
            <a:off x="7728181" y="1988840"/>
            <a:ext cx="3746032" cy="3289760"/>
          </a:xfrm>
          <a:prstGeom prst="rect">
            <a:avLst/>
          </a:prstGeom>
          <a:noFill/>
          <a:ln>
            <a:noFill/>
          </a:ln>
        </p:spPr>
      </p:pic>
    </p:spTree>
    <p:extLst>
      <p:ext uri="{BB962C8B-B14F-4D97-AF65-F5344CB8AC3E}">
        <p14:creationId xmlns:p14="http://schemas.microsoft.com/office/powerpoint/2010/main" val="388638771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04354" name="Rectangle 2"/>
          <p:cNvSpPr>
            <a:spLocks noGrp="1" noChangeArrowheads="1"/>
          </p:cNvSpPr>
          <p:nvPr>
            <p:ph type="title"/>
          </p:nvPr>
        </p:nvSpPr>
        <p:spPr>
          <a:xfrm>
            <a:off x="1295467" y="548680"/>
            <a:ext cx="8955616" cy="642939"/>
          </a:xfrm>
        </p:spPr>
        <p:txBody>
          <a:bodyPr>
            <a:noAutofit/>
          </a:bodyPr>
          <a:lstStyle/>
          <a:p>
            <a:r>
              <a:rPr lang="zh-CN" altLang="en-US" sz="4800" dirty="0"/>
              <a:t>什么是网络</a:t>
            </a:r>
          </a:p>
        </p:txBody>
      </p:sp>
      <p:sp>
        <p:nvSpPr>
          <p:cNvPr id="2404355" name="Rectangle 3"/>
          <p:cNvSpPr>
            <a:spLocks noGrp="1" noChangeArrowheads="1"/>
          </p:cNvSpPr>
          <p:nvPr>
            <p:ph type="body" sz="half" idx="1"/>
          </p:nvPr>
        </p:nvSpPr>
        <p:spPr>
          <a:xfrm>
            <a:off x="719403" y="1508788"/>
            <a:ext cx="6720747" cy="5064785"/>
          </a:xfrm>
        </p:spPr>
        <p:txBody>
          <a:bodyPr>
            <a:normAutofit/>
          </a:bodyPr>
          <a:lstStyle/>
          <a:p>
            <a:pPr>
              <a:lnSpc>
                <a:spcPct val="150000"/>
              </a:lnSpc>
            </a:pPr>
            <a:r>
              <a:rPr lang="zh-CN" altLang="en-US" sz="3200" dirty="0">
                <a:sym typeface="Wingdings" pitchFamily="2" charset="2"/>
              </a:rPr>
              <a:t>拓扑结构</a:t>
            </a:r>
            <a:endParaRPr lang="en-US" altLang="zh-CN" sz="3200" dirty="0">
              <a:sym typeface="Wingdings" pitchFamily="2" charset="2"/>
            </a:endParaRPr>
          </a:p>
          <a:p>
            <a:pPr lvl="1">
              <a:lnSpc>
                <a:spcPct val="150000"/>
              </a:lnSpc>
              <a:spcBef>
                <a:spcPts val="0"/>
              </a:spcBef>
              <a:buFont typeface="华文楷体" pitchFamily="2" charset="-122"/>
              <a:buChar char="−"/>
            </a:pPr>
            <a:r>
              <a:rPr lang="zh-CN" altLang="en-US" sz="2667" dirty="0"/>
              <a:t>树</a:t>
            </a:r>
            <a:r>
              <a:rPr lang="zh-CN" altLang="zh-CN" sz="2667" dirty="0"/>
              <a:t>型</a:t>
            </a:r>
            <a:endParaRPr lang="zh-CN" altLang="zh-CN" sz="2667" b="1" dirty="0"/>
          </a:p>
          <a:p>
            <a:pPr lvl="1">
              <a:lnSpc>
                <a:spcPct val="150000"/>
              </a:lnSpc>
              <a:spcBef>
                <a:spcPts val="0"/>
              </a:spcBef>
              <a:buSzPct val="80000"/>
              <a:buFont typeface="Wingdings" pitchFamily="2" charset="2"/>
              <a:buChar char="p"/>
            </a:pPr>
            <a:r>
              <a:rPr lang="zh-CN" altLang="zh-CN" sz="2667" dirty="0"/>
              <a:t>优点</a:t>
            </a:r>
            <a:r>
              <a:rPr lang="zh-CN" altLang="en-US" sz="2667" dirty="0"/>
              <a:t>：</a:t>
            </a:r>
            <a:r>
              <a:rPr lang="zh-CN" altLang="zh-CN" sz="2667" dirty="0"/>
              <a:t>组网灵活、成本低、扩充方便。</a:t>
            </a:r>
            <a:endParaRPr lang="en-US" altLang="zh-CN" sz="2667" dirty="0"/>
          </a:p>
          <a:p>
            <a:pPr lvl="1">
              <a:lnSpc>
                <a:spcPct val="150000"/>
              </a:lnSpc>
              <a:spcBef>
                <a:spcPts val="0"/>
              </a:spcBef>
              <a:buSzPct val="80000"/>
              <a:buFont typeface="Wingdings" pitchFamily="2" charset="2"/>
              <a:buChar char="p"/>
            </a:pPr>
            <a:r>
              <a:rPr lang="zh-CN" altLang="zh-CN" sz="2667" dirty="0"/>
              <a:t>缺点</a:t>
            </a:r>
            <a:r>
              <a:rPr lang="zh-CN" altLang="en-US" sz="2667" dirty="0"/>
              <a:t>：对根依赖性大，若根发生故障，则全网不能正常工作。</a:t>
            </a:r>
            <a:endParaRPr lang="en-US" altLang="zh-CN" sz="2667" dirty="0">
              <a:sym typeface="Wingdings" pitchFamily="2" charset="2"/>
            </a:endParaRPr>
          </a:p>
        </p:txBody>
      </p:sp>
      <p:sp>
        <p:nvSpPr>
          <p:cNvPr id="5" name="TextBox 4"/>
          <p:cNvSpPr txBox="1"/>
          <p:nvPr/>
        </p:nvSpPr>
        <p:spPr>
          <a:xfrm>
            <a:off x="-30291" y="5736"/>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2" action="ppaction://hlinksldjump"/>
              </a:rPr>
              <a:t></a:t>
            </a:r>
            <a:endParaRPr lang="zh-CN" altLang="en-US" sz="8000" dirty="0">
              <a:solidFill>
                <a:prstClr val="black"/>
              </a:solidFill>
              <a:latin typeface="Trebuchet MS"/>
              <a:ea typeface="方正姚体" panose="02010601030101010101" pitchFamily="2" charset="-122"/>
            </a:endParaRPr>
          </a:p>
        </p:txBody>
      </p:sp>
      <p:pic>
        <p:nvPicPr>
          <p:cNvPr id="7" name="图片 6"/>
          <p:cNvPicPr/>
          <p:nvPr/>
        </p:nvPicPr>
        <p:blipFill>
          <a:blip r:embed="rId3" cstate="print"/>
          <a:stretch>
            <a:fillRect/>
          </a:stretch>
        </p:blipFill>
        <p:spPr bwMode="auto">
          <a:xfrm>
            <a:off x="7728181" y="2564904"/>
            <a:ext cx="3744416" cy="2208245"/>
          </a:xfrm>
          <a:prstGeom prst="rect">
            <a:avLst/>
          </a:prstGeom>
          <a:noFill/>
          <a:ln>
            <a:noFill/>
          </a:ln>
        </p:spPr>
      </p:pic>
    </p:spTree>
    <p:extLst>
      <p:ext uri="{BB962C8B-B14F-4D97-AF65-F5344CB8AC3E}">
        <p14:creationId xmlns:p14="http://schemas.microsoft.com/office/powerpoint/2010/main" val="168838105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zh-CN" altLang="en-US" sz="4800" dirty="0"/>
              <a:t>主题一 信息传输平台</a:t>
            </a:r>
            <a:r>
              <a:rPr lang="en-US" altLang="zh-CN" sz="4800" dirty="0"/>
              <a:t>--</a:t>
            </a:r>
            <a:r>
              <a:rPr lang="zh-CN" altLang="en-US" sz="4800" dirty="0"/>
              <a:t>网络</a:t>
            </a:r>
          </a:p>
        </p:txBody>
      </p:sp>
      <p:sp>
        <p:nvSpPr>
          <p:cNvPr id="2" name="内容占位符 1"/>
          <p:cNvSpPr>
            <a:spLocks noGrp="1"/>
          </p:cNvSpPr>
          <p:nvPr>
            <p:ph idx="1"/>
          </p:nvPr>
        </p:nvSpPr>
        <p:spPr/>
        <p:txBody>
          <a:bodyPr>
            <a:normAutofit/>
          </a:bodyPr>
          <a:lstStyle/>
          <a:p>
            <a:pPr>
              <a:lnSpc>
                <a:spcPct val="150000"/>
              </a:lnSpc>
              <a:spcBef>
                <a:spcPts val="0"/>
              </a:spcBef>
            </a:pPr>
            <a:r>
              <a:rPr lang="zh-CN" altLang="en-US" sz="3733" dirty="0">
                <a:latin typeface="黑体" pitchFamily="49" charset="-122"/>
                <a:ea typeface="黑体" pitchFamily="49" charset="-122"/>
              </a:rPr>
              <a:t>什么是网络</a:t>
            </a:r>
            <a:endParaRPr lang="en-US" altLang="zh-CN" sz="3733" dirty="0">
              <a:latin typeface="黑体" pitchFamily="49" charset="-122"/>
              <a:ea typeface="黑体" pitchFamily="49" charset="-122"/>
            </a:endParaRPr>
          </a:p>
          <a:p>
            <a:pPr>
              <a:lnSpc>
                <a:spcPct val="150000"/>
              </a:lnSpc>
              <a:spcBef>
                <a:spcPts val="0"/>
              </a:spcBef>
            </a:pPr>
            <a:r>
              <a:rPr lang="zh-CN" altLang="en-US" sz="3733" dirty="0">
                <a:latin typeface="黑体" pitchFamily="49" charset="-122"/>
                <a:ea typeface="黑体" pitchFamily="49" charset="-122"/>
              </a:rPr>
              <a:t>网络介质</a:t>
            </a:r>
            <a:endParaRPr lang="en-US" altLang="zh-CN" sz="3733" dirty="0">
              <a:latin typeface="黑体" pitchFamily="49" charset="-122"/>
              <a:ea typeface="黑体" pitchFamily="49" charset="-122"/>
            </a:endParaRPr>
          </a:p>
          <a:p>
            <a:pPr>
              <a:lnSpc>
                <a:spcPct val="150000"/>
              </a:lnSpc>
              <a:spcBef>
                <a:spcPts val="0"/>
              </a:spcBef>
            </a:pPr>
            <a:r>
              <a:rPr lang="zh-CN" altLang="en-US" sz="3733" dirty="0">
                <a:latin typeface="黑体" pitchFamily="49" charset="-122"/>
                <a:ea typeface="黑体" pitchFamily="49" charset="-122"/>
              </a:rPr>
              <a:t>网络设备</a:t>
            </a:r>
            <a:endParaRPr lang="en-US" altLang="zh-CN" sz="3733" dirty="0">
              <a:latin typeface="黑体" pitchFamily="49" charset="-122"/>
              <a:ea typeface="黑体" pitchFamily="49" charset="-122"/>
            </a:endParaRPr>
          </a:p>
          <a:p>
            <a:pPr>
              <a:lnSpc>
                <a:spcPct val="150000"/>
              </a:lnSpc>
              <a:spcBef>
                <a:spcPts val="0"/>
              </a:spcBef>
            </a:pPr>
            <a:r>
              <a:rPr lang="zh-CN" altLang="en-US" sz="3733" dirty="0">
                <a:latin typeface="黑体" pitchFamily="49" charset="-122"/>
                <a:ea typeface="黑体" pitchFamily="49" charset="-122"/>
              </a:rPr>
              <a:t>网络协议与体系结构</a:t>
            </a:r>
          </a:p>
        </p:txBody>
      </p:sp>
      <p:sp>
        <p:nvSpPr>
          <p:cNvPr id="5" name="TextBox 4"/>
          <p:cNvSpPr txBox="1"/>
          <p:nvPr/>
        </p:nvSpPr>
        <p:spPr>
          <a:xfrm>
            <a:off x="0" y="-170"/>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2" action="ppaction://hlinksldjump"/>
              </a:rPr>
              <a:t></a:t>
            </a:r>
            <a:endParaRPr lang="zh-CN" altLang="en-US" sz="8000" dirty="0">
              <a:solidFill>
                <a:prstClr val="black"/>
              </a:solidFill>
              <a:latin typeface="Trebuchet MS"/>
              <a:ea typeface="方正姚体" panose="02010601030101010101" pitchFamily="2" charset="-122"/>
            </a:endParaRPr>
          </a:p>
        </p:txBody>
      </p:sp>
    </p:spTree>
    <p:extLst>
      <p:ext uri="{BB962C8B-B14F-4D97-AF65-F5344CB8AC3E}">
        <p14:creationId xmlns:p14="http://schemas.microsoft.com/office/powerpoint/2010/main" val="189379592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PhAnim="0">
  <p:cSld>
    <p:bg>
      <p:bgPr>
        <a:solidFill>
          <a:schemeClr val="bg1"/>
        </a:solidFill>
        <a:effectLst/>
      </p:bgPr>
    </p:bg>
    <p:spTree>
      <p:nvGrpSpPr>
        <p:cNvPr id="1" name=""/>
        <p:cNvGrpSpPr/>
        <p:nvPr/>
      </p:nvGrpSpPr>
      <p:grpSpPr>
        <a:xfrm>
          <a:off x="0" y="0"/>
          <a:ext cx="0" cy="0"/>
          <a:chOff x="0" y="0"/>
          <a:chExt cx="0" cy="0"/>
        </a:xfrm>
      </p:grpSpPr>
      <p:sp>
        <p:nvSpPr>
          <p:cNvPr id="2404354" name="Rectangle 2"/>
          <p:cNvSpPr>
            <a:spLocks noGrp="1" noChangeArrowheads="1"/>
          </p:cNvSpPr>
          <p:nvPr>
            <p:ph type="title"/>
          </p:nvPr>
        </p:nvSpPr>
        <p:spPr>
          <a:xfrm>
            <a:off x="1295467" y="548680"/>
            <a:ext cx="8955616" cy="642939"/>
          </a:xfrm>
        </p:spPr>
        <p:txBody>
          <a:bodyPr>
            <a:noAutofit/>
          </a:bodyPr>
          <a:lstStyle/>
          <a:p>
            <a:r>
              <a:rPr lang="zh-CN" altLang="en-US" sz="4800" dirty="0"/>
              <a:t>网络传输介质</a:t>
            </a:r>
          </a:p>
        </p:txBody>
      </p:sp>
      <p:sp>
        <p:nvSpPr>
          <p:cNvPr id="2404355" name="Rectangle 3"/>
          <p:cNvSpPr>
            <a:spLocks noGrp="1" noChangeArrowheads="1"/>
          </p:cNvSpPr>
          <p:nvPr>
            <p:ph type="body" sz="half" idx="1"/>
          </p:nvPr>
        </p:nvSpPr>
        <p:spPr>
          <a:xfrm>
            <a:off x="719403" y="1508788"/>
            <a:ext cx="6720747" cy="5064785"/>
          </a:xfrm>
        </p:spPr>
        <p:txBody>
          <a:bodyPr>
            <a:normAutofit/>
          </a:bodyPr>
          <a:lstStyle/>
          <a:p>
            <a:pPr marL="457189" lvl="3" indent="-457189">
              <a:lnSpc>
                <a:spcPct val="150000"/>
              </a:lnSpc>
              <a:buFont typeface="Arial" pitchFamily="34" charset="0"/>
              <a:buChar char="•"/>
            </a:pPr>
            <a:r>
              <a:rPr lang="zh-CN" altLang="zh-CN" sz="3200" dirty="0">
                <a:sym typeface="Wingdings" pitchFamily="2" charset="2"/>
              </a:rPr>
              <a:t>双绞线</a:t>
            </a:r>
          </a:p>
        </p:txBody>
      </p:sp>
      <p:sp>
        <p:nvSpPr>
          <p:cNvPr id="5" name="TextBox 4"/>
          <p:cNvSpPr txBox="1"/>
          <p:nvPr/>
        </p:nvSpPr>
        <p:spPr>
          <a:xfrm>
            <a:off x="-30291" y="5736"/>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2" action="ppaction://hlinksldjump"/>
              </a:rPr>
              <a:t></a:t>
            </a:r>
            <a:endParaRPr lang="zh-CN" altLang="en-US" sz="8000" dirty="0">
              <a:solidFill>
                <a:prstClr val="black"/>
              </a:solidFill>
              <a:latin typeface="Trebuchet MS"/>
              <a:ea typeface="方正姚体" panose="02010601030101010101" pitchFamily="2" charset="-122"/>
            </a:endParaRPr>
          </a:p>
        </p:txBody>
      </p:sp>
      <p:grpSp>
        <p:nvGrpSpPr>
          <p:cNvPr id="13" name="组合 12"/>
          <p:cNvGrpSpPr/>
          <p:nvPr/>
        </p:nvGrpSpPr>
        <p:grpSpPr>
          <a:xfrm>
            <a:off x="3215680" y="2180861"/>
            <a:ext cx="7909203" cy="3456384"/>
            <a:chOff x="2051720" y="1491630"/>
            <a:chExt cx="5931902" cy="2592288"/>
          </a:xfrm>
        </p:grpSpPr>
        <p:pic>
          <p:nvPicPr>
            <p:cNvPr id="12" name="Picture 10"/>
            <p:cNvPicPr>
              <a:picLocks noChangeAspect="1" noChangeArrowheads="1"/>
            </p:cNvPicPr>
            <p:nvPr/>
          </p:nvPicPr>
          <p:blipFill>
            <a:blip r:embed="rId3" cstate="print"/>
            <a:srcRect/>
            <a:stretch>
              <a:fillRect/>
            </a:stretch>
          </p:blipFill>
          <p:spPr bwMode="auto">
            <a:xfrm>
              <a:off x="4355976" y="1491630"/>
              <a:ext cx="1959747" cy="1440160"/>
            </a:xfrm>
            <a:prstGeom prst="rect">
              <a:avLst/>
            </a:prstGeom>
            <a:noFill/>
            <a:ln w="9525">
              <a:noFill/>
              <a:miter lim="800000"/>
              <a:headEnd/>
              <a:tailEnd/>
            </a:ln>
            <a:effectLst/>
          </p:spPr>
        </p:pic>
        <p:pic>
          <p:nvPicPr>
            <p:cNvPr id="119813" name="Picture 5"/>
            <p:cNvPicPr>
              <a:picLocks noChangeAspect="1" noChangeArrowheads="1"/>
            </p:cNvPicPr>
            <p:nvPr/>
          </p:nvPicPr>
          <p:blipFill>
            <a:blip r:embed="rId4" cstate="print"/>
            <a:srcRect/>
            <a:stretch>
              <a:fillRect/>
            </a:stretch>
          </p:blipFill>
          <p:spPr bwMode="auto">
            <a:xfrm>
              <a:off x="5940152" y="2571750"/>
              <a:ext cx="2043470" cy="1512168"/>
            </a:xfrm>
            <a:prstGeom prst="rect">
              <a:avLst/>
            </a:prstGeom>
            <a:noFill/>
            <a:ln w="9525">
              <a:noFill/>
              <a:miter lim="800000"/>
              <a:headEnd/>
              <a:tailEnd/>
            </a:ln>
          </p:spPr>
        </p:pic>
        <p:pic>
          <p:nvPicPr>
            <p:cNvPr id="119811" name="Picture 3"/>
            <p:cNvPicPr>
              <a:picLocks noChangeAspect="1" noChangeArrowheads="1"/>
            </p:cNvPicPr>
            <p:nvPr/>
          </p:nvPicPr>
          <p:blipFill>
            <a:blip r:embed="rId5" cstate="print"/>
            <a:srcRect/>
            <a:stretch>
              <a:fillRect/>
            </a:stretch>
          </p:blipFill>
          <p:spPr bwMode="auto">
            <a:xfrm>
              <a:off x="3131840" y="2499742"/>
              <a:ext cx="1930135" cy="1447601"/>
            </a:xfrm>
            <a:prstGeom prst="rect">
              <a:avLst/>
            </a:prstGeom>
            <a:noFill/>
            <a:ln w="9525">
              <a:noFill/>
              <a:miter lim="800000"/>
              <a:headEnd/>
              <a:tailEnd/>
            </a:ln>
          </p:spPr>
        </p:pic>
        <p:pic>
          <p:nvPicPr>
            <p:cNvPr id="119812" name="Picture 4"/>
            <p:cNvPicPr>
              <a:picLocks noChangeAspect="1" noChangeArrowheads="1"/>
            </p:cNvPicPr>
            <p:nvPr/>
          </p:nvPicPr>
          <p:blipFill>
            <a:blip r:embed="rId6" cstate="print"/>
            <a:srcRect/>
            <a:stretch>
              <a:fillRect/>
            </a:stretch>
          </p:blipFill>
          <p:spPr bwMode="auto">
            <a:xfrm>
              <a:off x="2051720" y="1491630"/>
              <a:ext cx="1733550" cy="1724025"/>
            </a:xfrm>
            <a:prstGeom prst="rect">
              <a:avLst/>
            </a:prstGeom>
            <a:noFill/>
            <a:ln w="9525">
              <a:noFill/>
              <a:miter lim="800000"/>
              <a:headEnd/>
              <a:tailEnd/>
            </a:ln>
          </p:spPr>
        </p:pic>
      </p:grpSp>
    </p:spTree>
    <p:extLst>
      <p:ext uri="{BB962C8B-B14F-4D97-AF65-F5344CB8AC3E}">
        <p14:creationId xmlns:p14="http://schemas.microsoft.com/office/powerpoint/2010/main" val="319887683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2404354"/>
                                        </p:tgtEl>
                                        <p:attrNameLst>
                                          <p:attrName>style.visibility</p:attrName>
                                        </p:attrNameLst>
                                      </p:cBhvr>
                                      <p:to>
                                        <p:strVal val="visible"/>
                                      </p:to>
                                    </p:set>
                                    <p:anim calcmode="lin" valueType="num">
                                      <p:cBhvr additive="base">
                                        <p:cTn id="7" dur="500" fill="hold"/>
                                        <p:tgtEl>
                                          <p:spTgt spid="2404354"/>
                                        </p:tgtEl>
                                        <p:attrNameLst>
                                          <p:attrName>ppt_x</p:attrName>
                                        </p:attrNameLst>
                                      </p:cBhvr>
                                      <p:tavLst>
                                        <p:tav tm="0">
                                          <p:val>
                                            <p:strVal val="1+#ppt_w/2"/>
                                          </p:val>
                                        </p:tav>
                                        <p:tav tm="100000">
                                          <p:val>
                                            <p:strVal val="#ppt_x"/>
                                          </p:val>
                                        </p:tav>
                                      </p:tavLst>
                                    </p:anim>
                                    <p:anim calcmode="lin" valueType="num">
                                      <p:cBhvr additive="base">
                                        <p:cTn id="8" dur="500" fill="hold"/>
                                        <p:tgtEl>
                                          <p:spTgt spid="240435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04354" grpId="0"/>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04354" name="Rectangle 2"/>
          <p:cNvSpPr>
            <a:spLocks noGrp="1" noChangeArrowheads="1"/>
          </p:cNvSpPr>
          <p:nvPr>
            <p:ph type="title"/>
          </p:nvPr>
        </p:nvSpPr>
        <p:spPr>
          <a:xfrm>
            <a:off x="1295467" y="548680"/>
            <a:ext cx="8955616" cy="642939"/>
          </a:xfrm>
        </p:spPr>
        <p:txBody>
          <a:bodyPr>
            <a:noAutofit/>
          </a:bodyPr>
          <a:lstStyle/>
          <a:p>
            <a:r>
              <a:rPr lang="zh-CN" altLang="en-US" sz="4800" dirty="0"/>
              <a:t>网络传输介质</a:t>
            </a:r>
          </a:p>
        </p:txBody>
      </p:sp>
      <p:sp>
        <p:nvSpPr>
          <p:cNvPr id="2404355" name="Rectangle 3"/>
          <p:cNvSpPr>
            <a:spLocks noGrp="1" noChangeArrowheads="1"/>
          </p:cNvSpPr>
          <p:nvPr>
            <p:ph type="body" sz="half" idx="1"/>
          </p:nvPr>
        </p:nvSpPr>
        <p:spPr>
          <a:xfrm>
            <a:off x="719403" y="1508788"/>
            <a:ext cx="6720747" cy="5064785"/>
          </a:xfrm>
        </p:spPr>
        <p:txBody>
          <a:bodyPr>
            <a:normAutofit/>
          </a:bodyPr>
          <a:lstStyle/>
          <a:p>
            <a:pPr marL="457189" lvl="3" indent="-457189">
              <a:lnSpc>
                <a:spcPct val="150000"/>
              </a:lnSpc>
              <a:buFont typeface="Arial" pitchFamily="34" charset="0"/>
              <a:buChar char="•"/>
            </a:pPr>
            <a:r>
              <a:rPr lang="zh-CN" altLang="zh-CN" sz="3200" dirty="0">
                <a:sym typeface="Wingdings" pitchFamily="2" charset="2"/>
              </a:rPr>
              <a:t>光纤</a:t>
            </a:r>
            <a:endParaRPr lang="en-US" altLang="zh-CN" sz="3200" dirty="0">
              <a:sym typeface="Wingdings" pitchFamily="2" charset="2"/>
            </a:endParaRPr>
          </a:p>
          <a:p>
            <a:pPr marL="1066773" lvl="4" indent="-457189">
              <a:lnSpc>
                <a:spcPct val="150000"/>
              </a:lnSpc>
              <a:buFont typeface="华文楷体" pitchFamily="2" charset="-122"/>
              <a:buChar char="−"/>
            </a:pPr>
            <a:r>
              <a:rPr lang="zh-CN" altLang="zh-CN" dirty="0">
                <a:latin typeface="华文楷体" panose="02010600040101010101" pitchFamily="2" charset="-122"/>
                <a:ea typeface="华文楷体" panose="02010600040101010101" pitchFamily="2" charset="-122"/>
              </a:rPr>
              <a:t>多模光纤和单模光纤</a:t>
            </a:r>
            <a:endParaRPr lang="en-US" altLang="zh-CN" dirty="0">
              <a:latin typeface="华文楷体" panose="02010600040101010101" pitchFamily="2" charset="-122"/>
              <a:ea typeface="华文楷体" panose="02010600040101010101" pitchFamily="2" charset="-122"/>
            </a:endParaRPr>
          </a:p>
          <a:p>
            <a:pPr marL="1066773" lvl="4" indent="-457189">
              <a:lnSpc>
                <a:spcPct val="150000"/>
              </a:lnSpc>
              <a:buFont typeface="华文楷体" pitchFamily="2" charset="-122"/>
              <a:buChar char="−"/>
            </a:pPr>
            <a:r>
              <a:rPr lang="zh-CN" altLang="zh-CN" dirty="0">
                <a:latin typeface="华文楷体" panose="02010600040101010101" pitchFamily="2" charset="-122"/>
                <a:ea typeface="华文楷体" panose="02010600040101010101" pitchFamily="2" charset="-122"/>
              </a:rPr>
              <a:t>光发送器、光纤介质和光接收器</a:t>
            </a:r>
            <a:endParaRPr lang="en-US" altLang="zh-CN" dirty="0">
              <a:latin typeface="华文楷体" panose="02010600040101010101" pitchFamily="2" charset="-122"/>
              <a:ea typeface="华文楷体" panose="02010600040101010101" pitchFamily="2" charset="-122"/>
              <a:sym typeface="Wingdings" pitchFamily="2" charset="2"/>
            </a:endParaRPr>
          </a:p>
          <a:p>
            <a:pPr marL="457189" lvl="3" indent="-457189">
              <a:lnSpc>
                <a:spcPct val="150000"/>
              </a:lnSpc>
              <a:buFont typeface="Arial" pitchFamily="34" charset="0"/>
              <a:buChar char="•"/>
            </a:pPr>
            <a:endParaRPr lang="zh-CN" altLang="zh-CN" sz="3200" dirty="0">
              <a:sym typeface="Wingdings" pitchFamily="2" charset="2"/>
            </a:endParaRPr>
          </a:p>
          <a:p>
            <a:pPr marL="457189" lvl="3" indent="-457189">
              <a:lnSpc>
                <a:spcPct val="150000"/>
              </a:lnSpc>
              <a:buFont typeface="Arial" pitchFamily="34" charset="0"/>
              <a:buChar char="•"/>
            </a:pPr>
            <a:endParaRPr lang="zh-CN" altLang="zh-CN" sz="3200" dirty="0">
              <a:sym typeface="Wingdings" pitchFamily="2" charset="2"/>
            </a:endParaRPr>
          </a:p>
        </p:txBody>
      </p:sp>
      <p:sp>
        <p:nvSpPr>
          <p:cNvPr id="5" name="TextBox 4"/>
          <p:cNvSpPr txBox="1"/>
          <p:nvPr/>
        </p:nvSpPr>
        <p:spPr>
          <a:xfrm>
            <a:off x="-30291" y="5736"/>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2" action="ppaction://hlinksldjump"/>
              </a:rPr>
              <a:t></a:t>
            </a:r>
            <a:endParaRPr lang="zh-CN" altLang="en-US" sz="8000" dirty="0">
              <a:solidFill>
                <a:prstClr val="black"/>
              </a:solidFill>
              <a:latin typeface="Trebuchet MS"/>
              <a:ea typeface="方正姚体" panose="02010601030101010101" pitchFamily="2" charset="-122"/>
            </a:endParaRPr>
          </a:p>
        </p:txBody>
      </p:sp>
      <p:pic>
        <p:nvPicPr>
          <p:cNvPr id="120834" name="Picture 2"/>
          <p:cNvPicPr>
            <a:picLocks noChangeAspect="1" noChangeArrowheads="1"/>
          </p:cNvPicPr>
          <p:nvPr/>
        </p:nvPicPr>
        <p:blipFill>
          <a:blip r:embed="rId3" cstate="print"/>
          <a:srcRect/>
          <a:stretch>
            <a:fillRect/>
          </a:stretch>
        </p:blipFill>
        <p:spPr bwMode="auto">
          <a:xfrm>
            <a:off x="7824193" y="1604797"/>
            <a:ext cx="2567105" cy="2016224"/>
          </a:xfrm>
          <a:prstGeom prst="rect">
            <a:avLst/>
          </a:prstGeom>
          <a:noFill/>
          <a:ln w="9525">
            <a:noFill/>
            <a:miter lim="800000"/>
            <a:headEnd/>
            <a:tailEnd/>
          </a:ln>
        </p:spPr>
      </p:pic>
      <p:pic>
        <p:nvPicPr>
          <p:cNvPr id="6" name="图片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175787" y="4389107"/>
            <a:ext cx="6891020" cy="1378373"/>
          </a:xfrm>
          <a:prstGeom prst="rect">
            <a:avLst/>
          </a:prstGeom>
          <a:noFill/>
          <a:ln>
            <a:noFill/>
          </a:ln>
        </p:spPr>
      </p:pic>
    </p:spTree>
    <p:extLst>
      <p:ext uri="{BB962C8B-B14F-4D97-AF65-F5344CB8AC3E}">
        <p14:creationId xmlns:p14="http://schemas.microsoft.com/office/powerpoint/2010/main" val="193771731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04354" name="Rectangle 2"/>
          <p:cNvSpPr>
            <a:spLocks noGrp="1" noChangeArrowheads="1"/>
          </p:cNvSpPr>
          <p:nvPr>
            <p:ph type="title"/>
          </p:nvPr>
        </p:nvSpPr>
        <p:spPr>
          <a:xfrm>
            <a:off x="1295467" y="548680"/>
            <a:ext cx="8955616" cy="642939"/>
          </a:xfrm>
        </p:spPr>
        <p:txBody>
          <a:bodyPr>
            <a:noAutofit/>
          </a:bodyPr>
          <a:lstStyle/>
          <a:p>
            <a:r>
              <a:rPr lang="zh-CN" altLang="en-US" sz="4800" dirty="0"/>
              <a:t>网络传输介质</a:t>
            </a:r>
          </a:p>
        </p:txBody>
      </p:sp>
      <p:sp>
        <p:nvSpPr>
          <p:cNvPr id="2404355" name="Rectangle 3"/>
          <p:cNvSpPr>
            <a:spLocks noGrp="1" noChangeArrowheads="1"/>
          </p:cNvSpPr>
          <p:nvPr>
            <p:ph type="body" sz="half" idx="1"/>
          </p:nvPr>
        </p:nvSpPr>
        <p:spPr>
          <a:xfrm>
            <a:off x="719403" y="1508788"/>
            <a:ext cx="6720747" cy="5064785"/>
          </a:xfrm>
        </p:spPr>
        <p:txBody>
          <a:bodyPr>
            <a:normAutofit/>
          </a:bodyPr>
          <a:lstStyle/>
          <a:p>
            <a:pPr marL="457189" lvl="3" indent="-457189">
              <a:lnSpc>
                <a:spcPct val="150000"/>
              </a:lnSpc>
              <a:buFont typeface="Arial" pitchFamily="34" charset="0"/>
              <a:buChar char="•"/>
            </a:pPr>
            <a:r>
              <a:rPr lang="zh-CN" altLang="zh-CN" sz="3200" dirty="0"/>
              <a:t>无线介质</a:t>
            </a:r>
            <a:endParaRPr lang="en-US" altLang="zh-CN" sz="3200" dirty="0">
              <a:sym typeface="Wingdings" pitchFamily="2" charset="2"/>
            </a:endParaRPr>
          </a:p>
          <a:p>
            <a:pPr lvl="1"/>
            <a:r>
              <a:rPr lang="zh-CN" altLang="zh-CN" sz="2667" dirty="0"/>
              <a:t>微波</a:t>
            </a:r>
            <a:endParaRPr lang="en-US" altLang="zh-CN" sz="2667" dirty="0"/>
          </a:p>
          <a:p>
            <a:pPr lvl="1"/>
            <a:r>
              <a:rPr lang="zh-CN" altLang="zh-CN" sz="2667" dirty="0"/>
              <a:t>红外线传输</a:t>
            </a:r>
          </a:p>
          <a:p>
            <a:pPr marL="457189" lvl="3" indent="-457189">
              <a:lnSpc>
                <a:spcPct val="150000"/>
              </a:lnSpc>
              <a:buFont typeface="Arial" pitchFamily="34" charset="0"/>
              <a:buChar char="•"/>
            </a:pPr>
            <a:endParaRPr lang="zh-CN" altLang="zh-CN" sz="3200" dirty="0">
              <a:sym typeface="Wingdings" pitchFamily="2" charset="2"/>
            </a:endParaRPr>
          </a:p>
          <a:p>
            <a:pPr marL="457189" lvl="3" indent="-457189">
              <a:lnSpc>
                <a:spcPct val="150000"/>
              </a:lnSpc>
              <a:buFont typeface="Arial" pitchFamily="34" charset="0"/>
              <a:buChar char="•"/>
            </a:pPr>
            <a:endParaRPr lang="zh-CN" altLang="zh-CN" sz="3200" dirty="0">
              <a:sym typeface="Wingdings" pitchFamily="2" charset="2"/>
            </a:endParaRPr>
          </a:p>
        </p:txBody>
      </p:sp>
      <p:sp>
        <p:nvSpPr>
          <p:cNvPr id="5" name="TextBox 4"/>
          <p:cNvSpPr txBox="1"/>
          <p:nvPr/>
        </p:nvSpPr>
        <p:spPr>
          <a:xfrm>
            <a:off x="-30291" y="5736"/>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2" action="ppaction://hlinksldjump"/>
              </a:rPr>
              <a:t></a:t>
            </a:r>
            <a:endParaRPr lang="zh-CN" altLang="en-US" sz="8000" dirty="0">
              <a:solidFill>
                <a:prstClr val="black"/>
              </a:solidFill>
              <a:latin typeface="Trebuchet MS"/>
              <a:ea typeface="方正姚体" panose="02010601030101010101" pitchFamily="2" charset="-122"/>
            </a:endParaRPr>
          </a:p>
        </p:txBody>
      </p:sp>
    </p:spTree>
    <p:extLst>
      <p:ext uri="{BB962C8B-B14F-4D97-AF65-F5344CB8AC3E}">
        <p14:creationId xmlns:p14="http://schemas.microsoft.com/office/powerpoint/2010/main" val="236840175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04354" name="Rectangle 2"/>
          <p:cNvSpPr>
            <a:spLocks noGrp="1" noChangeArrowheads="1"/>
          </p:cNvSpPr>
          <p:nvPr>
            <p:ph type="title"/>
          </p:nvPr>
        </p:nvSpPr>
        <p:spPr>
          <a:xfrm>
            <a:off x="1295467" y="548680"/>
            <a:ext cx="8955616" cy="642939"/>
          </a:xfrm>
        </p:spPr>
        <p:txBody>
          <a:bodyPr>
            <a:noAutofit/>
          </a:bodyPr>
          <a:lstStyle/>
          <a:p>
            <a:r>
              <a:rPr lang="zh-CN" altLang="en-US" sz="4800" dirty="0"/>
              <a:t>网络传输介质</a:t>
            </a:r>
          </a:p>
        </p:txBody>
      </p:sp>
      <p:sp>
        <p:nvSpPr>
          <p:cNvPr id="2404355" name="Rectangle 3"/>
          <p:cNvSpPr>
            <a:spLocks noGrp="1" noChangeArrowheads="1"/>
          </p:cNvSpPr>
          <p:nvPr>
            <p:ph type="body" sz="half" idx="1"/>
          </p:nvPr>
        </p:nvSpPr>
        <p:spPr>
          <a:xfrm>
            <a:off x="719403" y="1508788"/>
            <a:ext cx="6720747" cy="5064785"/>
          </a:xfrm>
        </p:spPr>
        <p:txBody>
          <a:bodyPr>
            <a:normAutofit/>
          </a:bodyPr>
          <a:lstStyle/>
          <a:p>
            <a:pPr marL="457189" lvl="3" indent="-457189">
              <a:lnSpc>
                <a:spcPct val="150000"/>
              </a:lnSpc>
              <a:buFont typeface="Arial" pitchFamily="34" charset="0"/>
              <a:buChar char="•"/>
            </a:pPr>
            <a:r>
              <a:rPr lang="zh-CN" altLang="zh-CN" sz="3200" dirty="0">
                <a:sym typeface="Wingdings" pitchFamily="2" charset="2"/>
              </a:rPr>
              <a:t>光纤</a:t>
            </a:r>
            <a:endParaRPr lang="en-US" altLang="zh-CN" sz="3200" dirty="0">
              <a:sym typeface="Wingdings" pitchFamily="2" charset="2"/>
            </a:endParaRPr>
          </a:p>
          <a:p>
            <a:pPr marL="1066773" lvl="4" indent="-457189">
              <a:lnSpc>
                <a:spcPct val="150000"/>
              </a:lnSpc>
              <a:buFont typeface="华文楷体" pitchFamily="2" charset="-122"/>
              <a:buChar char="−"/>
            </a:pPr>
            <a:r>
              <a:rPr lang="zh-CN" altLang="zh-CN" dirty="0">
                <a:latin typeface="华文楷体" panose="02010600040101010101" pitchFamily="2" charset="-122"/>
                <a:ea typeface="华文楷体" panose="02010600040101010101" pitchFamily="2" charset="-122"/>
              </a:rPr>
              <a:t>多模光纤和单模光纤</a:t>
            </a:r>
            <a:endParaRPr lang="en-US" altLang="zh-CN" dirty="0">
              <a:latin typeface="华文楷体" panose="02010600040101010101" pitchFamily="2" charset="-122"/>
              <a:ea typeface="华文楷体" panose="02010600040101010101" pitchFamily="2" charset="-122"/>
            </a:endParaRPr>
          </a:p>
          <a:p>
            <a:pPr marL="1066773" lvl="4" indent="-457189">
              <a:lnSpc>
                <a:spcPct val="150000"/>
              </a:lnSpc>
              <a:buFont typeface="华文楷体" pitchFamily="2" charset="-122"/>
              <a:buChar char="−"/>
            </a:pPr>
            <a:r>
              <a:rPr lang="zh-CN" altLang="zh-CN" dirty="0">
                <a:latin typeface="华文楷体" panose="02010600040101010101" pitchFamily="2" charset="-122"/>
                <a:ea typeface="华文楷体" panose="02010600040101010101" pitchFamily="2" charset="-122"/>
              </a:rPr>
              <a:t>光发送器、光纤介质和光接收器</a:t>
            </a:r>
            <a:endParaRPr lang="en-US" altLang="zh-CN" dirty="0">
              <a:latin typeface="华文楷体" panose="02010600040101010101" pitchFamily="2" charset="-122"/>
              <a:ea typeface="华文楷体" panose="02010600040101010101" pitchFamily="2" charset="-122"/>
              <a:sym typeface="Wingdings" pitchFamily="2" charset="2"/>
            </a:endParaRPr>
          </a:p>
          <a:p>
            <a:pPr marL="457189" lvl="3" indent="-457189">
              <a:lnSpc>
                <a:spcPct val="150000"/>
              </a:lnSpc>
              <a:buFont typeface="Arial" pitchFamily="34" charset="0"/>
              <a:buChar char="•"/>
            </a:pPr>
            <a:endParaRPr lang="zh-CN" altLang="zh-CN" sz="3200" dirty="0">
              <a:sym typeface="Wingdings" pitchFamily="2" charset="2"/>
            </a:endParaRPr>
          </a:p>
          <a:p>
            <a:pPr marL="457189" lvl="3" indent="-457189">
              <a:lnSpc>
                <a:spcPct val="150000"/>
              </a:lnSpc>
              <a:buFont typeface="Arial" pitchFamily="34" charset="0"/>
              <a:buChar char="•"/>
            </a:pPr>
            <a:endParaRPr lang="zh-CN" altLang="zh-CN" sz="3200" dirty="0">
              <a:sym typeface="Wingdings" pitchFamily="2" charset="2"/>
            </a:endParaRPr>
          </a:p>
        </p:txBody>
      </p:sp>
      <p:sp>
        <p:nvSpPr>
          <p:cNvPr id="5" name="TextBox 4"/>
          <p:cNvSpPr txBox="1"/>
          <p:nvPr/>
        </p:nvSpPr>
        <p:spPr>
          <a:xfrm>
            <a:off x="-30291" y="5736"/>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2" action="ppaction://hlinksldjump"/>
              </a:rPr>
              <a:t></a:t>
            </a:r>
            <a:endParaRPr lang="zh-CN" altLang="en-US" sz="8000" dirty="0">
              <a:solidFill>
                <a:prstClr val="black"/>
              </a:solidFill>
              <a:latin typeface="Trebuchet MS"/>
              <a:ea typeface="方正姚体" panose="02010601030101010101" pitchFamily="2" charset="-122"/>
            </a:endParaRPr>
          </a:p>
        </p:txBody>
      </p:sp>
      <p:pic>
        <p:nvPicPr>
          <p:cNvPr id="120834" name="Picture 2"/>
          <p:cNvPicPr>
            <a:picLocks noChangeAspect="1" noChangeArrowheads="1"/>
          </p:cNvPicPr>
          <p:nvPr/>
        </p:nvPicPr>
        <p:blipFill>
          <a:blip r:embed="rId3" cstate="print"/>
          <a:srcRect/>
          <a:stretch>
            <a:fillRect/>
          </a:stretch>
        </p:blipFill>
        <p:spPr bwMode="auto">
          <a:xfrm>
            <a:off x="7824193" y="1604797"/>
            <a:ext cx="2567105" cy="2016224"/>
          </a:xfrm>
          <a:prstGeom prst="rect">
            <a:avLst/>
          </a:prstGeom>
          <a:noFill/>
          <a:ln w="9525">
            <a:noFill/>
            <a:miter lim="800000"/>
            <a:headEnd/>
            <a:tailEnd/>
          </a:ln>
        </p:spPr>
      </p:pic>
      <p:pic>
        <p:nvPicPr>
          <p:cNvPr id="6" name="图片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175787" y="4389107"/>
            <a:ext cx="6891020" cy="1378373"/>
          </a:xfrm>
          <a:prstGeom prst="rect">
            <a:avLst/>
          </a:prstGeom>
          <a:noFill/>
          <a:ln>
            <a:noFill/>
          </a:ln>
        </p:spPr>
      </p:pic>
    </p:spTree>
    <p:extLst>
      <p:ext uri="{BB962C8B-B14F-4D97-AF65-F5344CB8AC3E}">
        <p14:creationId xmlns:p14="http://schemas.microsoft.com/office/powerpoint/2010/main" val="50469982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zh-CN" altLang="en-US" sz="4800" dirty="0"/>
              <a:t>主题一 信息传输平台</a:t>
            </a:r>
            <a:r>
              <a:rPr lang="en-US" altLang="zh-CN" sz="4800" dirty="0"/>
              <a:t>--</a:t>
            </a:r>
            <a:r>
              <a:rPr lang="zh-CN" altLang="en-US" sz="4800" dirty="0"/>
              <a:t>网络</a:t>
            </a:r>
          </a:p>
        </p:txBody>
      </p:sp>
      <p:sp>
        <p:nvSpPr>
          <p:cNvPr id="2" name="内容占位符 1"/>
          <p:cNvSpPr>
            <a:spLocks noGrp="1"/>
          </p:cNvSpPr>
          <p:nvPr>
            <p:ph idx="1"/>
          </p:nvPr>
        </p:nvSpPr>
        <p:spPr/>
        <p:txBody>
          <a:bodyPr>
            <a:normAutofit/>
          </a:bodyPr>
          <a:lstStyle/>
          <a:p>
            <a:pPr>
              <a:lnSpc>
                <a:spcPct val="150000"/>
              </a:lnSpc>
              <a:spcBef>
                <a:spcPts val="0"/>
              </a:spcBef>
            </a:pPr>
            <a:r>
              <a:rPr lang="zh-CN" altLang="en-US" sz="3733" dirty="0">
                <a:latin typeface="黑体" pitchFamily="49" charset="-122"/>
                <a:ea typeface="黑体" pitchFamily="49" charset="-122"/>
              </a:rPr>
              <a:t>什么是网络</a:t>
            </a:r>
            <a:endParaRPr lang="en-US" altLang="zh-CN" sz="3733" dirty="0">
              <a:latin typeface="黑体" pitchFamily="49" charset="-122"/>
              <a:ea typeface="黑体" pitchFamily="49" charset="-122"/>
            </a:endParaRPr>
          </a:p>
          <a:p>
            <a:pPr>
              <a:lnSpc>
                <a:spcPct val="150000"/>
              </a:lnSpc>
              <a:spcBef>
                <a:spcPts val="0"/>
              </a:spcBef>
            </a:pPr>
            <a:r>
              <a:rPr lang="zh-CN" altLang="en-US" sz="3733" dirty="0">
                <a:latin typeface="黑体" pitchFamily="49" charset="-122"/>
                <a:ea typeface="黑体" pitchFamily="49" charset="-122"/>
              </a:rPr>
              <a:t>网络介质</a:t>
            </a:r>
            <a:endParaRPr lang="en-US" altLang="zh-CN" sz="3733" dirty="0">
              <a:latin typeface="黑体" pitchFamily="49" charset="-122"/>
              <a:ea typeface="黑体" pitchFamily="49" charset="-122"/>
            </a:endParaRPr>
          </a:p>
          <a:p>
            <a:pPr>
              <a:lnSpc>
                <a:spcPct val="150000"/>
              </a:lnSpc>
              <a:spcBef>
                <a:spcPts val="0"/>
              </a:spcBef>
            </a:pPr>
            <a:r>
              <a:rPr lang="zh-CN" altLang="en-US" sz="3733" dirty="0">
                <a:latin typeface="黑体" pitchFamily="49" charset="-122"/>
                <a:ea typeface="黑体" pitchFamily="49" charset="-122"/>
              </a:rPr>
              <a:t>网络设备</a:t>
            </a:r>
            <a:endParaRPr lang="en-US" altLang="zh-CN" sz="3733" dirty="0">
              <a:latin typeface="黑体" pitchFamily="49" charset="-122"/>
              <a:ea typeface="黑体" pitchFamily="49" charset="-122"/>
            </a:endParaRPr>
          </a:p>
          <a:p>
            <a:pPr>
              <a:lnSpc>
                <a:spcPct val="150000"/>
              </a:lnSpc>
              <a:spcBef>
                <a:spcPts val="0"/>
              </a:spcBef>
            </a:pPr>
            <a:r>
              <a:rPr lang="zh-CN" altLang="en-US" sz="3733" dirty="0">
                <a:latin typeface="黑体" pitchFamily="49" charset="-122"/>
                <a:ea typeface="黑体" pitchFamily="49" charset="-122"/>
              </a:rPr>
              <a:t>网络协议与体系结构</a:t>
            </a:r>
          </a:p>
        </p:txBody>
      </p:sp>
      <p:sp>
        <p:nvSpPr>
          <p:cNvPr id="5" name="TextBox 4"/>
          <p:cNvSpPr txBox="1"/>
          <p:nvPr/>
        </p:nvSpPr>
        <p:spPr>
          <a:xfrm>
            <a:off x="0" y="-170"/>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2" action="ppaction://hlinksldjump"/>
              </a:rPr>
              <a:t></a:t>
            </a:r>
            <a:endParaRPr lang="zh-CN" altLang="en-US" sz="8000" dirty="0">
              <a:solidFill>
                <a:prstClr val="black"/>
              </a:solidFill>
              <a:latin typeface="Trebuchet MS"/>
              <a:ea typeface="方正姚体" panose="02010601030101010101" pitchFamily="2" charset="-122"/>
            </a:endParaRPr>
          </a:p>
        </p:txBody>
      </p:sp>
    </p:spTree>
    <p:extLst>
      <p:ext uri="{BB962C8B-B14F-4D97-AF65-F5344CB8AC3E}">
        <p14:creationId xmlns:p14="http://schemas.microsoft.com/office/powerpoint/2010/main" val="327528360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04354" name="Rectangle 2"/>
          <p:cNvSpPr>
            <a:spLocks noGrp="1" noChangeArrowheads="1"/>
          </p:cNvSpPr>
          <p:nvPr>
            <p:ph type="title"/>
          </p:nvPr>
        </p:nvSpPr>
        <p:spPr>
          <a:xfrm>
            <a:off x="1295467" y="356659"/>
            <a:ext cx="8955616" cy="864096"/>
          </a:xfrm>
        </p:spPr>
        <p:txBody>
          <a:bodyPr>
            <a:noAutofit/>
          </a:bodyPr>
          <a:lstStyle/>
          <a:p>
            <a:pPr>
              <a:lnSpc>
                <a:spcPct val="150000"/>
              </a:lnSpc>
              <a:spcBef>
                <a:spcPts val="0"/>
              </a:spcBef>
            </a:pPr>
            <a:r>
              <a:rPr lang="zh-CN" altLang="en-US" sz="4800" dirty="0"/>
              <a:t>网络设备</a:t>
            </a:r>
            <a:endParaRPr lang="en-US" altLang="zh-CN" sz="4800" dirty="0"/>
          </a:p>
        </p:txBody>
      </p:sp>
      <p:sp>
        <p:nvSpPr>
          <p:cNvPr id="2404355" name="Rectangle 3"/>
          <p:cNvSpPr>
            <a:spLocks noGrp="1" noChangeArrowheads="1"/>
          </p:cNvSpPr>
          <p:nvPr>
            <p:ph type="body" sz="half" idx="1"/>
          </p:nvPr>
        </p:nvSpPr>
        <p:spPr>
          <a:xfrm>
            <a:off x="719403" y="1508788"/>
            <a:ext cx="6912768" cy="5064785"/>
          </a:xfrm>
        </p:spPr>
        <p:txBody>
          <a:bodyPr>
            <a:normAutofit/>
          </a:bodyPr>
          <a:lstStyle/>
          <a:p>
            <a:pPr marL="457189" lvl="3" indent="-457189">
              <a:lnSpc>
                <a:spcPct val="150000"/>
              </a:lnSpc>
              <a:buFont typeface="Arial" pitchFamily="34" charset="0"/>
              <a:buChar char="•"/>
            </a:pPr>
            <a:r>
              <a:rPr lang="zh-CN" altLang="zh-CN" sz="3200" dirty="0">
                <a:sym typeface="Wingdings" pitchFamily="2" charset="2"/>
              </a:rPr>
              <a:t>网络接口卡</a:t>
            </a:r>
          </a:p>
          <a:p>
            <a:pPr marL="1066773" lvl="4" indent="-457189">
              <a:lnSpc>
                <a:spcPct val="150000"/>
              </a:lnSpc>
              <a:buFont typeface="华文楷体" pitchFamily="2" charset="-122"/>
              <a:buChar char="−"/>
            </a:pPr>
            <a:r>
              <a:rPr lang="zh-CN" altLang="zh-CN" dirty="0">
                <a:latin typeface="华文楷体" panose="02010600040101010101" pitchFamily="2" charset="-122"/>
                <a:ea typeface="华文楷体" panose="02010600040101010101" pitchFamily="2" charset="-122"/>
              </a:rPr>
              <a:t>用于处理网络传输介质上的信号，在传输介质和计算机之间交换数据</a:t>
            </a:r>
            <a:r>
              <a:rPr lang="zh-CN" altLang="en-US" dirty="0">
                <a:latin typeface="华文楷体" panose="02010600040101010101" pitchFamily="2" charset="-122"/>
                <a:ea typeface="华文楷体" panose="02010600040101010101" pitchFamily="2" charset="-122"/>
              </a:rPr>
              <a:t>。</a:t>
            </a:r>
            <a:endParaRPr lang="en-US" altLang="zh-CN" dirty="0">
              <a:latin typeface="华文楷体" panose="02010600040101010101" pitchFamily="2" charset="-122"/>
              <a:ea typeface="华文楷体" panose="02010600040101010101" pitchFamily="2" charset="-122"/>
            </a:endParaRPr>
          </a:p>
          <a:p>
            <a:pPr marL="1066773" lvl="4" indent="-457189">
              <a:lnSpc>
                <a:spcPct val="150000"/>
              </a:lnSpc>
              <a:buFont typeface="华文楷体" pitchFamily="2" charset="-122"/>
              <a:buChar char="−"/>
            </a:pPr>
            <a:r>
              <a:rPr lang="zh-CN" altLang="zh-CN" dirty="0">
                <a:latin typeface="华文楷体" panose="02010600040101010101" pitchFamily="2" charset="-122"/>
                <a:ea typeface="华文楷体" panose="02010600040101010101" pitchFamily="2" charset="-122"/>
              </a:rPr>
              <a:t>每个网卡有一个唯一、固定的</a:t>
            </a:r>
            <a:r>
              <a:rPr lang="en-US" altLang="zh-CN" dirty="0">
                <a:latin typeface="华文楷体" panose="02010600040101010101" pitchFamily="2" charset="-122"/>
                <a:ea typeface="华文楷体" panose="02010600040101010101" pitchFamily="2" charset="-122"/>
              </a:rPr>
              <a:t>MAC</a:t>
            </a:r>
            <a:r>
              <a:rPr lang="zh-CN" altLang="zh-CN" dirty="0">
                <a:latin typeface="华文楷体" panose="02010600040101010101" pitchFamily="2" charset="-122"/>
                <a:ea typeface="华文楷体" panose="02010600040101010101" pitchFamily="2" charset="-122"/>
              </a:rPr>
              <a:t>地址（</a:t>
            </a:r>
            <a:r>
              <a:rPr lang="en-US" altLang="zh-CN" dirty="0">
                <a:latin typeface="华文楷体" panose="02010600040101010101" pitchFamily="2" charset="-122"/>
                <a:ea typeface="华文楷体" panose="02010600040101010101" pitchFamily="2" charset="-122"/>
              </a:rPr>
              <a:t>48</a:t>
            </a:r>
            <a:r>
              <a:rPr lang="zh-CN" altLang="zh-CN" dirty="0">
                <a:latin typeface="华文楷体" panose="02010600040101010101" pitchFamily="2" charset="-122"/>
                <a:ea typeface="华文楷体" panose="02010600040101010101" pitchFamily="2" charset="-122"/>
              </a:rPr>
              <a:t>个二进制位）</a:t>
            </a:r>
            <a:r>
              <a:rPr lang="zh-CN" altLang="en-US" dirty="0">
                <a:latin typeface="华文楷体" panose="02010600040101010101" pitchFamily="2" charset="-122"/>
                <a:ea typeface="华文楷体" panose="02010600040101010101" pitchFamily="2" charset="-122"/>
              </a:rPr>
              <a:t>。</a:t>
            </a:r>
            <a:endParaRPr lang="en-US" altLang="zh-CN" dirty="0">
              <a:latin typeface="华文楷体" panose="02010600040101010101" pitchFamily="2" charset="-122"/>
              <a:ea typeface="华文楷体" panose="02010600040101010101" pitchFamily="2" charset="-122"/>
              <a:sym typeface="Wingdings" pitchFamily="2" charset="2"/>
            </a:endParaRPr>
          </a:p>
          <a:p>
            <a:pPr marL="457189" lvl="3" indent="-457189">
              <a:lnSpc>
                <a:spcPct val="150000"/>
              </a:lnSpc>
              <a:buFont typeface="Arial" pitchFamily="34" charset="0"/>
              <a:buChar char="•"/>
            </a:pPr>
            <a:endParaRPr lang="zh-CN" altLang="zh-CN" sz="3200" dirty="0">
              <a:sym typeface="Wingdings" pitchFamily="2" charset="2"/>
            </a:endParaRPr>
          </a:p>
          <a:p>
            <a:pPr marL="457189" lvl="3" indent="-457189">
              <a:lnSpc>
                <a:spcPct val="150000"/>
              </a:lnSpc>
              <a:buFont typeface="Arial" pitchFamily="34" charset="0"/>
              <a:buChar char="•"/>
            </a:pPr>
            <a:endParaRPr lang="zh-CN" altLang="zh-CN" sz="3200" dirty="0">
              <a:sym typeface="Wingdings" pitchFamily="2" charset="2"/>
            </a:endParaRPr>
          </a:p>
        </p:txBody>
      </p:sp>
      <p:sp>
        <p:nvSpPr>
          <p:cNvPr id="5" name="TextBox 4"/>
          <p:cNvSpPr txBox="1"/>
          <p:nvPr/>
        </p:nvSpPr>
        <p:spPr>
          <a:xfrm>
            <a:off x="-30291" y="5736"/>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2" action="ppaction://hlinksldjump"/>
              </a:rPr>
              <a:t></a:t>
            </a:r>
            <a:endParaRPr lang="zh-CN" altLang="en-US" sz="8000" dirty="0">
              <a:solidFill>
                <a:prstClr val="black"/>
              </a:solidFill>
              <a:latin typeface="Trebuchet MS"/>
              <a:ea typeface="方正姚体" panose="02010601030101010101" pitchFamily="2" charset="-122"/>
            </a:endParaRPr>
          </a:p>
        </p:txBody>
      </p:sp>
      <p:pic>
        <p:nvPicPr>
          <p:cNvPr id="7" name="图片 6" descr="认识服务器网卡（图）（图三）"/>
          <p:cNvPicPr/>
          <p:nvPr/>
        </p:nvPicPr>
        <p:blipFill>
          <a:blip r:embed="rId3" cstate="print"/>
          <a:stretch>
            <a:fillRect/>
          </a:stretch>
        </p:blipFill>
        <p:spPr bwMode="auto">
          <a:xfrm>
            <a:off x="8112224" y="2372883"/>
            <a:ext cx="3456384" cy="2784309"/>
          </a:xfrm>
          <a:prstGeom prst="rect">
            <a:avLst/>
          </a:prstGeom>
          <a:noFill/>
          <a:ln>
            <a:noFill/>
          </a:ln>
        </p:spPr>
      </p:pic>
    </p:spTree>
    <p:extLst>
      <p:ext uri="{BB962C8B-B14F-4D97-AF65-F5344CB8AC3E}">
        <p14:creationId xmlns:p14="http://schemas.microsoft.com/office/powerpoint/2010/main" val="162567009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04354" name="Rectangle 2"/>
          <p:cNvSpPr>
            <a:spLocks noGrp="1" noChangeArrowheads="1"/>
          </p:cNvSpPr>
          <p:nvPr>
            <p:ph type="title"/>
          </p:nvPr>
        </p:nvSpPr>
        <p:spPr>
          <a:xfrm>
            <a:off x="1295467" y="356659"/>
            <a:ext cx="8955616" cy="864096"/>
          </a:xfrm>
        </p:spPr>
        <p:txBody>
          <a:bodyPr>
            <a:noAutofit/>
          </a:bodyPr>
          <a:lstStyle/>
          <a:p>
            <a:pPr>
              <a:lnSpc>
                <a:spcPct val="150000"/>
              </a:lnSpc>
              <a:spcBef>
                <a:spcPts val="0"/>
              </a:spcBef>
            </a:pPr>
            <a:r>
              <a:rPr lang="zh-CN" altLang="en-US" sz="4800" dirty="0"/>
              <a:t>网络设备</a:t>
            </a:r>
            <a:endParaRPr lang="en-US" altLang="zh-CN" sz="4800" dirty="0"/>
          </a:p>
        </p:txBody>
      </p:sp>
      <p:sp>
        <p:nvSpPr>
          <p:cNvPr id="2404355" name="Rectangle 3"/>
          <p:cNvSpPr>
            <a:spLocks noGrp="1" noChangeArrowheads="1"/>
          </p:cNvSpPr>
          <p:nvPr>
            <p:ph type="body" sz="half" idx="1"/>
          </p:nvPr>
        </p:nvSpPr>
        <p:spPr>
          <a:xfrm>
            <a:off x="719403" y="1508788"/>
            <a:ext cx="6912768" cy="5064785"/>
          </a:xfrm>
        </p:spPr>
        <p:txBody>
          <a:bodyPr>
            <a:normAutofit/>
          </a:bodyPr>
          <a:lstStyle/>
          <a:p>
            <a:pPr marL="457189" lvl="3" indent="-457189">
              <a:lnSpc>
                <a:spcPct val="150000"/>
              </a:lnSpc>
              <a:buFont typeface="Arial" pitchFamily="34" charset="0"/>
              <a:buChar char="•"/>
            </a:pPr>
            <a:r>
              <a:rPr lang="zh-CN" altLang="zh-CN" sz="3200" dirty="0">
                <a:sym typeface="Wingdings" pitchFamily="2" charset="2"/>
              </a:rPr>
              <a:t>中继器</a:t>
            </a:r>
          </a:p>
          <a:p>
            <a:pPr marL="457189" lvl="3" indent="-457189">
              <a:lnSpc>
                <a:spcPct val="150000"/>
              </a:lnSpc>
              <a:buNone/>
            </a:pPr>
            <a:r>
              <a:rPr lang="en-US" altLang="zh-CN" sz="2800" dirty="0">
                <a:latin typeface="华文楷体" panose="02010600040101010101" pitchFamily="2" charset="-122"/>
                <a:ea typeface="华文楷体" panose="02010600040101010101" pitchFamily="2" charset="-122"/>
                <a:sym typeface="Wingdings" pitchFamily="2" charset="2"/>
              </a:rPr>
              <a:t>	</a:t>
            </a:r>
            <a:r>
              <a:rPr lang="zh-CN" altLang="zh-CN" sz="2800" dirty="0">
                <a:latin typeface="华文楷体" panose="02010600040101010101" pitchFamily="2" charset="-122"/>
                <a:ea typeface="华文楷体" panose="02010600040101010101" pitchFamily="2" charset="-122"/>
              </a:rPr>
              <a:t>主要作用是用来放大信号</a:t>
            </a:r>
            <a:endParaRPr lang="en-US" altLang="zh-CN" sz="2800" dirty="0">
              <a:latin typeface="华文楷体" panose="02010600040101010101" pitchFamily="2" charset="-122"/>
              <a:ea typeface="华文楷体" panose="02010600040101010101" pitchFamily="2" charset="-122"/>
              <a:sym typeface="Wingdings" pitchFamily="2" charset="2"/>
            </a:endParaRPr>
          </a:p>
          <a:p>
            <a:pPr marL="457189" lvl="3" indent="-457189">
              <a:lnSpc>
                <a:spcPct val="150000"/>
              </a:lnSpc>
              <a:buFont typeface="Arial" pitchFamily="34" charset="0"/>
              <a:buChar char="•"/>
            </a:pPr>
            <a:r>
              <a:rPr lang="zh-CN" altLang="zh-CN" sz="3200" dirty="0">
                <a:sym typeface="Wingdings" pitchFamily="2" charset="2"/>
              </a:rPr>
              <a:t>集线器</a:t>
            </a:r>
          </a:p>
          <a:p>
            <a:pPr marL="1066773" lvl="4" indent="-457189">
              <a:lnSpc>
                <a:spcPct val="150000"/>
              </a:lnSpc>
              <a:buFont typeface="华文楷体" pitchFamily="2" charset="-122"/>
              <a:buChar char="−"/>
            </a:pPr>
            <a:r>
              <a:rPr lang="zh-CN" altLang="zh-CN" dirty="0">
                <a:latin typeface="华文楷体" panose="02010600040101010101" pitchFamily="2" charset="-122"/>
                <a:ea typeface="华文楷体" panose="02010600040101010101" pitchFamily="2" charset="-122"/>
              </a:rPr>
              <a:t>集线器是中继器的一种</a:t>
            </a:r>
            <a:r>
              <a:rPr lang="zh-CN" altLang="en-US" dirty="0">
                <a:latin typeface="华文楷体" panose="02010600040101010101" pitchFamily="2" charset="-122"/>
                <a:ea typeface="华文楷体" panose="02010600040101010101" pitchFamily="2" charset="-122"/>
              </a:rPr>
              <a:t>。</a:t>
            </a:r>
            <a:endParaRPr lang="en-US" altLang="zh-CN" dirty="0">
              <a:latin typeface="华文楷体" panose="02010600040101010101" pitchFamily="2" charset="-122"/>
              <a:ea typeface="华文楷体" panose="02010600040101010101" pitchFamily="2" charset="-122"/>
            </a:endParaRPr>
          </a:p>
          <a:p>
            <a:pPr marL="1066773" lvl="4" indent="-457189">
              <a:lnSpc>
                <a:spcPct val="150000"/>
              </a:lnSpc>
              <a:buFont typeface="华文楷体" pitchFamily="2" charset="-122"/>
              <a:buChar char="−"/>
            </a:pPr>
            <a:r>
              <a:rPr lang="zh-CN" altLang="zh-CN" dirty="0">
                <a:latin typeface="华文楷体" panose="02010600040101010101" pitchFamily="2" charset="-122"/>
                <a:ea typeface="华文楷体" panose="02010600040101010101" pitchFamily="2" charset="-122"/>
              </a:rPr>
              <a:t>能够</a:t>
            </a:r>
            <a:r>
              <a:rPr lang="zh-CN" altLang="en-US" dirty="0">
                <a:latin typeface="华文楷体" panose="02010600040101010101" pitchFamily="2" charset="-122"/>
                <a:ea typeface="华文楷体" panose="02010600040101010101" pitchFamily="2" charset="-122"/>
              </a:rPr>
              <a:t>提供</a:t>
            </a:r>
            <a:r>
              <a:rPr lang="zh-CN" altLang="zh-CN" dirty="0">
                <a:latin typeface="华文楷体" panose="02010600040101010101" pitchFamily="2" charset="-122"/>
                <a:ea typeface="华文楷体" panose="02010600040101010101" pitchFamily="2" charset="-122"/>
              </a:rPr>
              <a:t>更多的端口服务，可以优化网络布线结构、简化。 </a:t>
            </a:r>
            <a:endParaRPr lang="en-US" altLang="zh-CN" dirty="0">
              <a:latin typeface="华文楷体" panose="02010600040101010101" pitchFamily="2" charset="-122"/>
              <a:ea typeface="华文楷体" panose="02010600040101010101" pitchFamily="2" charset="-122"/>
              <a:sym typeface="Wingdings" pitchFamily="2" charset="2"/>
            </a:endParaRPr>
          </a:p>
          <a:p>
            <a:pPr marL="457189" lvl="3" indent="-457189">
              <a:lnSpc>
                <a:spcPct val="150000"/>
              </a:lnSpc>
              <a:buFont typeface="Arial" pitchFamily="34" charset="0"/>
              <a:buChar char="•"/>
            </a:pPr>
            <a:endParaRPr lang="zh-CN" altLang="zh-CN" sz="3200" dirty="0">
              <a:sym typeface="Wingdings" pitchFamily="2" charset="2"/>
            </a:endParaRPr>
          </a:p>
          <a:p>
            <a:pPr marL="457189" lvl="3" indent="-457189">
              <a:lnSpc>
                <a:spcPct val="150000"/>
              </a:lnSpc>
              <a:buFont typeface="Arial" pitchFamily="34" charset="0"/>
              <a:buChar char="•"/>
            </a:pPr>
            <a:endParaRPr lang="zh-CN" altLang="zh-CN" sz="3200" dirty="0">
              <a:sym typeface="Wingdings" pitchFamily="2" charset="2"/>
            </a:endParaRPr>
          </a:p>
        </p:txBody>
      </p:sp>
      <p:sp>
        <p:nvSpPr>
          <p:cNvPr id="5" name="TextBox 4"/>
          <p:cNvSpPr txBox="1"/>
          <p:nvPr/>
        </p:nvSpPr>
        <p:spPr>
          <a:xfrm>
            <a:off x="-30291" y="5736"/>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2" action="ppaction://hlinksldjump"/>
              </a:rPr>
              <a:t></a:t>
            </a:r>
            <a:endParaRPr lang="zh-CN" altLang="en-US" sz="8000" dirty="0">
              <a:solidFill>
                <a:prstClr val="black"/>
              </a:solidFill>
              <a:latin typeface="Trebuchet MS"/>
              <a:ea typeface="方正姚体" panose="02010601030101010101" pitchFamily="2" charset="-122"/>
            </a:endParaRPr>
          </a:p>
        </p:txBody>
      </p:sp>
      <p:pic>
        <p:nvPicPr>
          <p:cNvPr id="115714" name="Picture 2" descr="c:\users\hanjp\appdata\roaming\360se6\User Data\temp\%E7%BD%91%E7%BB%9C%E4%B8%AD%E7%BB%A7%E5%99%A8.jpg"/>
          <p:cNvPicPr>
            <a:picLocks noChangeAspect="1" noChangeArrowheads="1"/>
          </p:cNvPicPr>
          <p:nvPr/>
        </p:nvPicPr>
        <p:blipFill>
          <a:blip r:embed="rId3" cstate="print"/>
          <a:srcRect/>
          <a:stretch>
            <a:fillRect/>
          </a:stretch>
        </p:blipFill>
        <p:spPr bwMode="auto">
          <a:xfrm>
            <a:off x="7248128" y="2468894"/>
            <a:ext cx="4128459" cy="2124943"/>
          </a:xfrm>
          <a:prstGeom prst="rect">
            <a:avLst/>
          </a:prstGeom>
          <a:noFill/>
        </p:spPr>
      </p:pic>
    </p:spTree>
    <p:extLst>
      <p:ext uri="{BB962C8B-B14F-4D97-AF65-F5344CB8AC3E}">
        <p14:creationId xmlns:p14="http://schemas.microsoft.com/office/powerpoint/2010/main" val="70868629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04354" name="Rectangle 2"/>
          <p:cNvSpPr>
            <a:spLocks noGrp="1" noChangeArrowheads="1"/>
          </p:cNvSpPr>
          <p:nvPr>
            <p:ph type="title"/>
          </p:nvPr>
        </p:nvSpPr>
        <p:spPr>
          <a:xfrm>
            <a:off x="1295467" y="356659"/>
            <a:ext cx="8955616" cy="864096"/>
          </a:xfrm>
        </p:spPr>
        <p:txBody>
          <a:bodyPr>
            <a:noAutofit/>
          </a:bodyPr>
          <a:lstStyle/>
          <a:p>
            <a:pPr>
              <a:lnSpc>
                <a:spcPct val="150000"/>
              </a:lnSpc>
              <a:spcBef>
                <a:spcPts val="0"/>
              </a:spcBef>
            </a:pPr>
            <a:r>
              <a:rPr lang="zh-CN" altLang="en-US" sz="4800" dirty="0"/>
              <a:t>网络设备</a:t>
            </a:r>
            <a:endParaRPr lang="en-US" altLang="zh-CN" sz="4800" dirty="0"/>
          </a:p>
        </p:txBody>
      </p:sp>
      <p:sp>
        <p:nvSpPr>
          <p:cNvPr id="2404355" name="Rectangle 3"/>
          <p:cNvSpPr>
            <a:spLocks noGrp="1" noChangeArrowheads="1"/>
          </p:cNvSpPr>
          <p:nvPr>
            <p:ph type="body" sz="half" idx="1"/>
          </p:nvPr>
        </p:nvSpPr>
        <p:spPr>
          <a:xfrm>
            <a:off x="719403" y="1508788"/>
            <a:ext cx="5472608" cy="5064785"/>
          </a:xfrm>
        </p:spPr>
        <p:txBody>
          <a:bodyPr>
            <a:normAutofit/>
          </a:bodyPr>
          <a:lstStyle/>
          <a:p>
            <a:pPr marL="457189" lvl="3" indent="-457189">
              <a:lnSpc>
                <a:spcPct val="150000"/>
              </a:lnSpc>
              <a:buFont typeface="Arial" pitchFamily="34" charset="0"/>
              <a:buChar char="•"/>
            </a:pPr>
            <a:r>
              <a:rPr lang="zh-CN" altLang="zh-CN" sz="3200" dirty="0">
                <a:sym typeface="Wingdings" pitchFamily="2" charset="2"/>
              </a:rPr>
              <a:t>交换机</a:t>
            </a:r>
          </a:p>
          <a:p>
            <a:pPr marL="1066773" lvl="4" indent="-457189">
              <a:lnSpc>
                <a:spcPct val="150000"/>
              </a:lnSpc>
              <a:buFont typeface="华文楷体" pitchFamily="2" charset="-122"/>
              <a:buChar char="−"/>
            </a:pPr>
            <a:r>
              <a:rPr lang="zh-CN" altLang="zh-CN" dirty="0">
                <a:latin typeface="华文楷体" panose="02010600040101010101" pitchFamily="2" charset="-122"/>
                <a:ea typeface="华文楷体" panose="02010600040101010101" pitchFamily="2" charset="-122"/>
              </a:rPr>
              <a:t>工作在数据链路层</a:t>
            </a:r>
            <a:r>
              <a:rPr lang="zh-CN" altLang="en-US" dirty="0">
                <a:latin typeface="华文楷体" panose="02010600040101010101" pitchFamily="2" charset="-122"/>
                <a:ea typeface="华文楷体" panose="02010600040101010101" pitchFamily="2" charset="-122"/>
              </a:rPr>
              <a:t>。</a:t>
            </a:r>
            <a:endParaRPr lang="en-US" altLang="zh-CN" dirty="0">
              <a:latin typeface="华文楷体" panose="02010600040101010101" pitchFamily="2" charset="-122"/>
              <a:ea typeface="华文楷体" panose="02010600040101010101" pitchFamily="2" charset="-122"/>
            </a:endParaRPr>
          </a:p>
          <a:p>
            <a:pPr marL="1066773" lvl="4" indent="-457189">
              <a:lnSpc>
                <a:spcPct val="150000"/>
              </a:lnSpc>
              <a:buFont typeface="华文楷体" pitchFamily="2" charset="-122"/>
              <a:buChar char="−"/>
            </a:pPr>
            <a:r>
              <a:rPr lang="zh-CN" altLang="zh-CN" dirty="0">
                <a:latin typeface="华文楷体" panose="02010600040101010101" pitchFamily="2" charset="-122"/>
                <a:ea typeface="华文楷体" panose="02010600040101010101" pitchFamily="2" charset="-122"/>
              </a:rPr>
              <a:t>交换机上的所有端口均有独享的信道带宽</a:t>
            </a:r>
            <a:r>
              <a:rPr lang="zh-CN" altLang="en-US" dirty="0">
                <a:latin typeface="华文楷体" panose="02010600040101010101" pitchFamily="2" charset="-122"/>
                <a:ea typeface="华文楷体" panose="02010600040101010101" pitchFamily="2" charset="-122"/>
              </a:rPr>
              <a:t>。</a:t>
            </a:r>
            <a:endParaRPr lang="en-US" altLang="zh-CN" dirty="0">
              <a:latin typeface="华文楷体" panose="02010600040101010101" pitchFamily="2" charset="-122"/>
              <a:ea typeface="华文楷体" panose="02010600040101010101" pitchFamily="2" charset="-122"/>
              <a:sym typeface="Wingdings" pitchFamily="2" charset="2"/>
            </a:endParaRPr>
          </a:p>
          <a:p>
            <a:pPr marL="457189" lvl="3" indent="-457189">
              <a:lnSpc>
                <a:spcPct val="150000"/>
              </a:lnSpc>
              <a:buFont typeface="Arial" pitchFamily="34" charset="0"/>
              <a:buChar char="•"/>
            </a:pPr>
            <a:endParaRPr lang="zh-CN" altLang="zh-CN" sz="3200" dirty="0">
              <a:sym typeface="Wingdings" pitchFamily="2" charset="2"/>
            </a:endParaRPr>
          </a:p>
          <a:p>
            <a:pPr marL="457189" lvl="3" indent="-457189">
              <a:lnSpc>
                <a:spcPct val="150000"/>
              </a:lnSpc>
              <a:buFont typeface="Arial" pitchFamily="34" charset="0"/>
              <a:buChar char="•"/>
            </a:pPr>
            <a:endParaRPr lang="zh-CN" altLang="zh-CN" sz="3200" dirty="0">
              <a:sym typeface="Wingdings" pitchFamily="2" charset="2"/>
            </a:endParaRPr>
          </a:p>
        </p:txBody>
      </p:sp>
      <p:sp>
        <p:nvSpPr>
          <p:cNvPr id="5" name="TextBox 4"/>
          <p:cNvSpPr txBox="1"/>
          <p:nvPr/>
        </p:nvSpPr>
        <p:spPr>
          <a:xfrm>
            <a:off x="-30291" y="5736"/>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2" action="ppaction://hlinksldjump"/>
              </a:rPr>
              <a:t></a:t>
            </a:r>
            <a:endParaRPr lang="zh-CN" altLang="en-US" sz="8000" dirty="0">
              <a:solidFill>
                <a:prstClr val="black"/>
              </a:solidFill>
              <a:latin typeface="Trebuchet MS"/>
              <a:ea typeface="方正姚体" panose="02010601030101010101" pitchFamily="2" charset="-122"/>
            </a:endParaRPr>
          </a:p>
        </p:txBody>
      </p:sp>
      <p:pic>
        <p:nvPicPr>
          <p:cNvPr id="186370" name="Picture 2"/>
          <p:cNvPicPr>
            <a:picLocks noChangeAspect="1" noChangeArrowheads="1"/>
          </p:cNvPicPr>
          <p:nvPr/>
        </p:nvPicPr>
        <p:blipFill>
          <a:blip r:embed="rId3" cstate="print"/>
          <a:srcRect/>
          <a:stretch>
            <a:fillRect/>
          </a:stretch>
        </p:blipFill>
        <p:spPr bwMode="auto">
          <a:xfrm>
            <a:off x="1775520" y="4293096"/>
            <a:ext cx="3149600" cy="1905000"/>
          </a:xfrm>
          <a:prstGeom prst="rect">
            <a:avLst/>
          </a:prstGeom>
          <a:noFill/>
          <a:ln w="9525">
            <a:noFill/>
            <a:miter lim="800000"/>
            <a:headEnd/>
            <a:tailEnd/>
          </a:ln>
        </p:spPr>
      </p:pic>
      <p:sp>
        <p:nvSpPr>
          <p:cNvPr id="186372" name="Rectangle 4"/>
          <p:cNvSpPr>
            <a:spLocks noChangeArrowheads="1"/>
          </p:cNvSpPr>
          <p:nvPr/>
        </p:nvSpPr>
        <p:spPr bwMode="auto">
          <a:xfrm>
            <a:off x="1" y="-246220"/>
            <a:ext cx="246286" cy="492443"/>
          </a:xfrm>
          <a:prstGeom prst="rect">
            <a:avLst/>
          </a:prstGeom>
          <a:noFill/>
          <a:ln w="9525">
            <a:noFill/>
            <a:miter lim="800000"/>
            <a:headEnd/>
            <a:tailEnd/>
          </a:ln>
          <a:effectLst/>
        </p:spPr>
        <p:txBody>
          <a:bodyPr vert="horz" wrap="none" lIns="121920" tIns="60960" rIns="121920" bIns="60960" numCol="1" anchor="ctr" anchorCtr="0" compatLnSpc="1">
            <a:prstTxWarp prst="textNoShape">
              <a:avLst/>
            </a:prstTxWarp>
            <a:spAutoFit/>
          </a:bodyPr>
          <a:lstStyle/>
          <a:p>
            <a:pPr defTabSz="1219170"/>
            <a:endParaRPr lang="zh-CN" altLang="en-US" sz="2400">
              <a:solidFill>
                <a:prstClr val="black"/>
              </a:solidFill>
              <a:latin typeface="Trebuchet MS"/>
              <a:ea typeface="方正姚体" panose="02010601030101010101" pitchFamily="2" charset="-122"/>
            </a:endParaRPr>
          </a:p>
        </p:txBody>
      </p:sp>
      <p:graphicFrame>
        <p:nvGraphicFramePr>
          <p:cNvPr id="186371" name="Object 3"/>
          <p:cNvGraphicFramePr>
            <a:graphicFrameLocks noChangeAspect="1"/>
          </p:cNvGraphicFramePr>
          <p:nvPr/>
        </p:nvGraphicFramePr>
        <p:xfrm>
          <a:off x="6576054" y="2372883"/>
          <a:ext cx="5278921" cy="2784309"/>
        </p:xfrm>
        <a:graphic>
          <a:graphicData uri="http://schemas.openxmlformats.org/presentationml/2006/ole">
            <mc:AlternateContent xmlns:mc="http://schemas.openxmlformats.org/markup-compatibility/2006">
              <mc:Choice xmlns:v="urn:schemas-microsoft-com:vml" Requires="v">
                <p:oleObj name="BMP 图像" r:id="rId4" imgW="3419952" imgH="1838095" progId="PBrush">
                  <p:embed/>
                </p:oleObj>
              </mc:Choice>
              <mc:Fallback>
                <p:oleObj name="BMP 图像" r:id="rId4" imgW="3419952" imgH="1838095" progId="PBrush">
                  <p:embed/>
                  <p:pic>
                    <p:nvPicPr>
                      <p:cNvPr id="186371" name="Object 3"/>
                      <p:cNvPicPr>
                        <a:picLocks noChangeAspect="1" noChangeArrowheads="1"/>
                      </p:cNvPicPr>
                      <p:nvPr/>
                    </p:nvPicPr>
                    <p:blipFill>
                      <a:blip r:embed="rId5">
                        <a:grayscl/>
                        <a:extLst>
                          <a:ext uri="{28A0092B-C50C-407E-A947-70E740481C1C}">
                            <a14:useLocalDpi xmlns:a14="http://schemas.microsoft.com/office/drawing/2010/main" val="0"/>
                          </a:ext>
                        </a:extLst>
                      </a:blip>
                      <a:srcRect/>
                      <a:stretch>
                        <a:fillRect/>
                      </a:stretch>
                    </p:blipFill>
                    <p:spPr bwMode="auto">
                      <a:xfrm>
                        <a:off x="6576054" y="2372883"/>
                        <a:ext cx="5278921" cy="278430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8026014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04354" name="Rectangle 2"/>
          <p:cNvSpPr>
            <a:spLocks noGrp="1" noChangeArrowheads="1"/>
          </p:cNvSpPr>
          <p:nvPr>
            <p:ph type="title"/>
          </p:nvPr>
        </p:nvSpPr>
        <p:spPr>
          <a:xfrm>
            <a:off x="1295467" y="356659"/>
            <a:ext cx="8955616" cy="864096"/>
          </a:xfrm>
        </p:spPr>
        <p:txBody>
          <a:bodyPr>
            <a:noAutofit/>
          </a:bodyPr>
          <a:lstStyle/>
          <a:p>
            <a:pPr>
              <a:lnSpc>
                <a:spcPct val="150000"/>
              </a:lnSpc>
              <a:spcBef>
                <a:spcPts val="0"/>
              </a:spcBef>
            </a:pPr>
            <a:r>
              <a:rPr lang="zh-CN" altLang="en-US" sz="4800" dirty="0"/>
              <a:t>网络设备</a:t>
            </a:r>
            <a:endParaRPr lang="en-US" altLang="zh-CN" sz="4800" dirty="0"/>
          </a:p>
        </p:txBody>
      </p:sp>
      <p:sp>
        <p:nvSpPr>
          <p:cNvPr id="2404355" name="Rectangle 3"/>
          <p:cNvSpPr>
            <a:spLocks noGrp="1" noChangeArrowheads="1"/>
          </p:cNvSpPr>
          <p:nvPr>
            <p:ph type="body" sz="half" idx="1"/>
          </p:nvPr>
        </p:nvSpPr>
        <p:spPr>
          <a:xfrm>
            <a:off x="719403" y="1508788"/>
            <a:ext cx="8640960" cy="5064785"/>
          </a:xfrm>
        </p:spPr>
        <p:txBody>
          <a:bodyPr>
            <a:normAutofit/>
          </a:bodyPr>
          <a:lstStyle/>
          <a:p>
            <a:pPr marL="457189" lvl="3" indent="-457189">
              <a:lnSpc>
                <a:spcPct val="150000"/>
              </a:lnSpc>
              <a:buFont typeface="Arial" pitchFamily="34" charset="0"/>
              <a:buChar char="•"/>
            </a:pPr>
            <a:r>
              <a:rPr lang="zh-CN" altLang="zh-CN" sz="3200" dirty="0">
                <a:sym typeface="Wingdings" pitchFamily="2" charset="2"/>
              </a:rPr>
              <a:t>路由器</a:t>
            </a:r>
          </a:p>
          <a:p>
            <a:pPr marL="1066773" lvl="4" indent="-457189">
              <a:lnSpc>
                <a:spcPct val="150000"/>
              </a:lnSpc>
              <a:buNone/>
            </a:pPr>
            <a:r>
              <a:rPr lang="zh-CN" altLang="zh-CN" dirty="0">
                <a:latin typeface="华文楷体" panose="02010600040101010101" pitchFamily="2" charset="-122"/>
                <a:ea typeface="华文楷体" panose="02010600040101010101" pitchFamily="2" charset="-122"/>
              </a:rPr>
              <a:t>网络层的互连设备</a:t>
            </a:r>
            <a:r>
              <a:rPr lang="zh-CN" altLang="en-US" dirty="0">
                <a:latin typeface="华文楷体" panose="02010600040101010101" pitchFamily="2" charset="-122"/>
                <a:ea typeface="华文楷体" panose="02010600040101010101" pitchFamily="2" charset="-122"/>
              </a:rPr>
              <a:t>，</a:t>
            </a:r>
            <a:r>
              <a:rPr lang="zh-CN" altLang="zh-CN" dirty="0">
                <a:latin typeface="华文楷体" panose="02010600040101010101" pitchFamily="2" charset="-122"/>
                <a:ea typeface="华文楷体" panose="02010600040101010101" pitchFamily="2" charset="-122"/>
              </a:rPr>
              <a:t>实现路径选择、协议转换</a:t>
            </a:r>
            <a:endParaRPr lang="en-US" altLang="zh-CN" dirty="0">
              <a:latin typeface="华文楷体" panose="02010600040101010101" pitchFamily="2" charset="-122"/>
              <a:ea typeface="华文楷体" panose="02010600040101010101" pitchFamily="2" charset="-122"/>
            </a:endParaRPr>
          </a:p>
          <a:p>
            <a:pPr marL="457189" lvl="3" indent="-457189">
              <a:lnSpc>
                <a:spcPct val="150000"/>
              </a:lnSpc>
              <a:buNone/>
            </a:pPr>
            <a:endParaRPr lang="zh-CN" altLang="zh-CN" sz="3200" dirty="0">
              <a:sym typeface="Wingdings" pitchFamily="2" charset="2"/>
            </a:endParaRPr>
          </a:p>
          <a:p>
            <a:pPr marL="457189" lvl="3" indent="-457189">
              <a:lnSpc>
                <a:spcPct val="150000"/>
              </a:lnSpc>
              <a:buFont typeface="Arial" pitchFamily="34" charset="0"/>
              <a:buChar char="•"/>
            </a:pPr>
            <a:endParaRPr lang="zh-CN" altLang="zh-CN" sz="3200" dirty="0">
              <a:sym typeface="Wingdings" pitchFamily="2" charset="2"/>
            </a:endParaRPr>
          </a:p>
        </p:txBody>
      </p:sp>
      <p:sp>
        <p:nvSpPr>
          <p:cNvPr id="5" name="TextBox 4"/>
          <p:cNvSpPr txBox="1"/>
          <p:nvPr/>
        </p:nvSpPr>
        <p:spPr>
          <a:xfrm>
            <a:off x="-30291" y="5736"/>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2" action="ppaction://hlinksldjump"/>
              </a:rPr>
              <a:t></a:t>
            </a:r>
            <a:endParaRPr lang="zh-CN" altLang="en-US" sz="8000" dirty="0">
              <a:solidFill>
                <a:prstClr val="black"/>
              </a:solidFill>
              <a:latin typeface="Trebuchet MS"/>
              <a:ea typeface="方正姚体" panose="02010601030101010101" pitchFamily="2" charset="-122"/>
            </a:endParaRPr>
          </a:p>
        </p:txBody>
      </p:sp>
      <p:sp>
        <p:nvSpPr>
          <p:cNvPr id="186372" name="Rectangle 4"/>
          <p:cNvSpPr>
            <a:spLocks noChangeArrowheads="1"/>
          </p:cNvSpPr>
          <p:nvPr/>
        </p:nvSpPr>
        <p:spPr bwMode="auto">
          <a:xfrm>
            <a:off x="1" y="-246220"/>
            <a:ext cx="246286" cy="492443"/>
          </a:xfrm>
          <a:prstGeom prst="rect">
            <a:avLst/>
          </a:prstGeom>
          <a:noFill/>
          <a:ln w="9525">
            <a:noFill/>
            <a:miter lim="800000"/>
            <a:headEnd/>
            <a:tailEnd/>
          </a:ln>
          <a:effectLst/>
        </p:spPr>
        <p:txBody>
          <a:bodyPr vert="horz" wrap="none" lIns="121920" tIns="60960" rIns="121920" bIns="60960" numCol="1" anchor="ctr" anchorCtr="0" compatLnSpc="1">
            <a:prstTxWarp prst="textNoShape">
              <a:avLst/>
            </a:prstTxWarp>
            <a:spAutoFit/>
          </a:bodyPr>
          <a:lstStyle/>
          <a:p>
            <a:pPr defTabSz="1219170"/>
            <a:endParaRPr lang="zh-CN" altLang="en-US" sz="2400">
              <a:solidFill>
                <a:prstClr val="black"/>
              </a:solidFill>
              <a:latin typeface="Trebuchet MS"/>
              <a:ea typeface="方正姚体" panose="02010601030101010101" pitchFamily="2" charset="-122"/>
            </a:endParaRPr>
          </a:p>
        </p:txBody>
      </p:sp>
      <p:pic>
        <p:nvPicPr>
          <p:cNvPr id="8" name="图片 7"/>
          <p:cNvPicPr/>
          <p:nvPr/>
        </p:nvPicPr>
        <p:blipFill>
          <a:blip r:embed="rId3" cstate="print">
            <a:grayscl/>
          </a:blip>
          <a:srcRect/>
          <a:stretch>
            <a:fillRect/>
          </a:stretch>
        </p:blipFill>
        <p:spPr bwMode="auto">
          <a:xfrm>
            <a:off x="1487488" y="3140969"/>
            <a:ext cx="5175323" cy="2908300"/>
          </a:xfrm>
          <a:prstGeom prst="rect">
            <a:avLst/>
          </a:prstGeom>
          <a:noFill/>
          <a:ln w="9525">
            <a:noFill/>
            <a:miter lim="800000"/>
            <a:headEnd/>
            <a:tailEnd/>
          </a:ln>
        </p:spPr>
      </p:pic>
      <p:pic>
        <p:nvPicPr>
          <p:cNvPr id="187395" name="Picture 3"/>
          <p:cNvPicPr>
            <a:picLocks noChangeAspect="1" noChangeArrowheads="1"/>
          </p:cNvPicPr>
          <p:nvPr/>
        </p:nvPicPr>
        <p:blipFill>
          <a:blip r:embed="rId4" cstate="print"/>
          <a:srcRect/>
          <a:stretch>
            <a:fillRect/>
          </a:stretch>
        </p:blipFill>
        <p:spPr bwMode="auto">
          <a:xfrm>
            <a:off x="8976320" y="1988841"/>
            <a:ext cx="2208245" cy="1430695"/>
          </a:xfrm>
          <a:prstGeom prst="rect">
            <a:avLst/>
          </a:prstGeom>
          <a:noFill/>
          <a:ln w="9525">
            <a:noFill/>
            <a:miter lim="800000"/>
            <a:headEnd/>
            <a:tailEnd/>
          </a:ln>
        </p:spPr>
      </p:pic>
      <p:pic>
        <p:nvPicPr>
          <p:cNvPr id="187396" name="Picture 4"/>
          <p:cNvPicPr>
            <a:picLocks noChangeAspect="1" noChangeArrowheads="1"/>
          </p:cNvPicPr>
          <p:nvPr/>
        </p:nvPicPr>
        <p:blipFill>
          <a:blip r:embed="rId5" cstate="print"/>
          <a:srcRect/>
          <a:stretch>
            <a:fillRect/>
          </a:stretch>
        </p:blipFill>
        <p:spPr bwMode="auto">
          <a:xfrm>
            <a:off x="7344139" y="4101075"/>
            <a:ext cx="4271797" cy="1327491"/>
          </a:xfrm>
          <a:prstGeom prst="rect">
            <a:avLst/>
          </a:prstGeom>
          <a:noFill/>
          <a:ln w="9525">
            <a:noFill/>
            <a:miter lim="800000"/>
            <a:headEnd/>
            <a:tailEnd/>
          </a:ln>
        </p:spPr>
      </p:pic>
    </p:spTree>
    <p:extLst>
      <p:ext uri="{BB962C8B-B14F-4D97-AF65-F5344CB8AC3E}">
        <p14:creationId xmlns:p14="http://schemas.microsoft.com/office/powerpoint/2010/main" val="96413789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04354" name="Rectangle 2"/>
          <p:cNvSpPr>
            <a:spLocks noGrp="1" noChangeArrowheads="1"/>
          </p:cNvSpPr>
          <p:nvPr>
            <p:ph type="title"/>
          </p:nvPr>
        </p:nvSpPr>
        <p:spPr>
          <a:xfrm>
            <a:off x="1295467" y="356659"/>
            <a:ext cx="8955616" cy="864096"/>
          </a:xfrm>
        </p:spPr>
        <p:txBody>
          <a:bodyPr>
            <a:noAutofit/>
          </a:bodyPr>
          <a:lstStyle/>
          <a:p>
            <a:pPr>
              <a:lnSpc>
                <a:spcPct val="150000"/>
              </a:lnSpc>
              <a:spcBef>
                <a:spcPts val="0"/>
              </a:spcBef>
            </a:pPr>
            <a:r>
              <a:rPr lang="zh-CN" altLang="en-US" sz="4800" dirty="0"/>
              <a:t>网络设备</a:t>
            </a:r>
            <a:endParaRPr lang="en-US" altLang="zh-CN" sz="4800" dirty="0"/>
          </a:p>
        </p:txBody>
      </p:sp>
      <p:sp>
        <p:nvSpPr>
          <p:cNvPr id="2404355" name="Rectangle 3"/>
          <p:cNvSpPr>
            <a:spLocks noGrp="1" noChangeArrowheads="1"/>
          </p:cNvSpPr>
          <p:nvPr>
            <p:ph type="body" sz="half" idx="1"/>
          </p:nvPr>
        </p:nvSpPr>
        <p:spPr>
          <a:xfrm>
            <a:off x="719403" y="1508788"/>
            <a:ext cx="8640960" cy="5064785"/>
          </a:xfrm>
        </p:spPr>
        <p:txBody>
          <a:bodyPr>
            <a:normAutofit/>
          </a:bodyPr>
          <a:lstStyle/>
          <a:p>
            <a:pPr marL="457189" lvl="3" indent="-457189">
              <a:lnSpc>
                <a:spcPct val="150000"/>
              </a:lnSpc>
              <a:buFont typeface="Arial" pitchFamily="34" charset="0"/>
              <a:buChar char="•"/>
            </a:pPr>
            <a:r>
              <a:rPr lang="zh-CN" altLang="en-US" sz="3200" dirty="0">
                <a:sym typeface="Wingdings" pitchFamily="2" charset="2"/>
              </a:rPr>
              <a:t>网关</a:t>
            </a:r>
            <a:endParaRPr lang="zh-CN" altLang="zh-CN" sz="3200" dirty="0">
              <a:sym typeface="Wingdings" pitchFamily="2" charset="2"/>
            </a:endParaRPr>
          </a:p>
          <a:p>
            <a:pPr marL="1066773" lvl="4" indent="-457189">
              <a:lnSpc>
                <a:spcPct val="150000"/>
              </a:lnSpc>
              <a:buFont typeface="华文楷体" pitchFamily="2" charset="-122"/>
              <a:buChar char="−"/>
            </a:pPr>
            <a:r>
              <a:rPr lang="zh-CN" altLang="zh-CN" dirty="0">
                <a:latin typeface="华文楷体" panose="02010600040101010101" pitchFamily="2" charset="-122"/>
                <a:ea typeface="华文楷体" panose="02010600040101010101" pitchFamily="2" charset="-122"/>
              </a:rPr>
              <a:t>在</a:t>
            </a:r>
            <a:r>
              <a:rPr lang="en-US" altLang="zh-CN" dirty="0" err="1">
                <a:latin typeface="华文楷体" panose="02010600040101010101" pitchFamily="2" charset="-122"/>
                <a:ea typeface="华文楷体" panose="02010600040101010101" pitchFamily="2" charset="-122"/>
              </a:rPr>
              <a:t>OSI</a:t>
            </a:r>
            <a:r>
              <a:rPr lang="zh-CN" altLang="zh-CN" dirty="0">
                <a:latin typeface="华文楷体" panose="02010600040101010101" pitchFamily="2" charset="-122"/>
                <a:ea typeface="华文楷体" panose="02010600040101010101" pitchFamily="2" charset="-122"/>
              </a:rPr>
              <a:t>模型的高三层（即会话层、表示层和应用层）</a:t>
            </a:r>
            <a:endParaRPr lang="en-US" altLang="zh-CN" dirty="0">
              <a:latin typeface="华文楷体" panose="02010600040101010101" pitchFamily="2" charset="-122"/>
              <a:ea typeface="华文楷体" panose="02010600040101010101" pitchFamily="2" charset="-122"/>
            </a:endParaRPr>
          </a:p>
          <a:p>
            <a:pPr marL="1066773" lvl="4" indent="-457189">
              <a:lnSpc>
                <a:spcPct val="150000"/>
              </a:lnSpc>
              <a:buFont typeface="华文楷体" pitchFamily="2" charset="-122"/>
              <a:buChar char="−"/>
            </a:pPr>
            <a:r>
              <a:rPr lang="zh-CN" altLang="zh-CN" dirty="0">
                <a:latin typeface="华文楷体" panose="02010600040101010101" pitchFamily="2" charset="-122"/>
                <a:ea typeface="华文楷体" panose="02010600040101010101" pitchFamily="2" charset="-122"/>
              </a:rPr>
              <a:t>网关可以由计算机作为硬件平台，通过运行相应的网关软件来实现特定的网关功能</a:t>
            </a:r>
            <a:r>
              <a:rPr lang="zh-CN" altLang="en-US" dirty="0">
                <a:latin typeface="华文楷体" panose="02010600040101010101" pitchFamily="2" charset="-122"/>
                <a:ea typeface="华文楷体" panose="02010600040101010101" pitchFamily="2" charset="-122"/>
              </a:rPr>
              <a:t>。</a:t>
            </a:r>
            <a:endParaRPr lang="en-US" altLang="zh-CN" dirty="0">
              <a:latin typeface="华文楷体" panose="02010600040101010101" pitchFamily="2" charset="-122"/>
              <a:ea typeface="华文楷体" panose="02010600040101010101" pitchFamily="2" charset="-122"/>
            </a:endParaRPr>
          </a:p>
          <a:p>
            <a:pPr marL="457189" lvl="3" indent="-457189">
              <a:lnSpc>
                <a:spcPct val="150000"/>
              </a:lnSpc>
              <a:buNone/>
            </a:pPr>
            <a:endParaRPr lang="zh-CN" altLang="zh-CN" sz="3200" dirty="0">
              <a:sym typeface="Wingdings" pitchFamily="2" charset="2"/>
            </a:endParaRPr>
          </a:p>
          <a:p>
            <a:pPr marL="457189" lvl="3" indent="-457189">
              <a:lnSpc>
                <a:spcPct val="150000"/>
              </a:lnSpc>
              <a:buFont typeface="Arial" pitchFamily="34" charset="0"/>
              <a:buChar char="•"/>
            </a:pPr>
            <a:endParaRPr lang="zh-CN" altLang="zh-CN" sz="3200" dirty="0">
              <a:sym typeface="Wingdings" pitchFamily="2" charset="2"/>
            </a:endParaRPr>
          </a:p>
        </p:txBody>
      </p:sp>
      <p:sp>
        <p:nvSpPr>
          <p:cNvPr id="5" name="TextBox 4"/>
          <p:cNvSpPr txBox="1"/>
          <p:nvPr/>
        </p:nvSpPr>
        <p:spPr>
          <a:xfrm>
            <a:off x="-30291" y="5736"/>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2" action="ppaction://hlinksldjump"/>
              </a:rPr>
              <a:t></a:t>
            </a:r>
            <a:endParaRPr lang="zh-CN" altLang="en-US" sz="8000" dirty="0">
              <a:solidFill>
                <a:prstClr val="black"/>
              </a:solidFill>
              <a:latin typeface="Trebuchet MS"/>
              <a:ea typeface="方正姚体" panose="02010601030101010101" pitchFamily="2" charset="-122"/>
            </a:endParaRPr>
          </a:p>
        </p:txBody>
      </p:sp>
      <p:sp>
        <p:nvSpPr>
          <p:cNvPr id="186372" name="Rectangle 4"/>
          <p:cNvSpPr>
            <a:spLocks noChangeArrowheads="1"/>
          </p:cNvSpPr>
          <p:nvPr/>
        </p:nvSpPr>
        <p:spPr bwMode="auto">
          <a:xfrm>
            <a:off x="1" y="-246220"/>
            <a:ext cx="246286" cy="492443"/>
          </a:xfrm>
          <a:prstGeom prst="rect">
            <a:avLst/>
          </a:prstGeom>
          <a:noFill/>
          <a:ln w="9525">
            <a:noFill/>
            <a:miter lim="800000"/>
            <a:headEnd/>
            <a:tailEnd/>
          </a:ln>
          <a:effectLst/>
        </p:spPr>
        <p:txBody>
          <a:bodyPr vert="horz" wrap="none" lIns="121920" tIns="60960" rIns="121920" bIns="60960" numCol="1" anchor="ctr" anchorCtr="0" compatLnSpc="1">
            <a:prstTxWarp prst="textNoShape">
              <a:avLst/>
            </a:prstTxWarp>
            <a:spAutoFit/>
          </a:bodyPr>
          <a:lstStyle/>
          <a:p>
            <a:pPr defTabSz="1219170"/>
            <a:endParaRPr lang="zh-CN" altLang="en-US" sz="2400">
              <a:solidFill>
                <a:prstClr val="black"/>
              </a:solidFill>
              <a:latin typeface="Trebuchet MS"/>
              <a:ea typeface="方正姚体" panose="02010601030101010101" pitchFamily="2" charset="-122"/>
            </a:endParaRPr>
          </a:p>
        </p:txBody>
      </p:sp>
    </p:spTree>
    <p:extLst>
      <p:ext uri="{BB962C8B-B14F-4D97-AF65-F5344CB8AC3E}">
        <p14:creationId xmlns:p14="http://schemas.microsoft.com/office/powerpoint/2010/main" val="426328269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zh-CN" altLang="en-US" sz="4800" dirty="0"/>
              <a:t>主题一 信息传输平台</a:t>
            </a:r>
            <a:r>
              <a:rPr lang="en-US" altLang="zh-CN" sz="4800" dirty="0"/>
              <a:t>--</a:t>
            </a:r>
            <a:r>
              <a:rPr lang="zh-CN" altLang="en-US" sz="4800" dirty="0"/>
              <a:t>网络</a:t>
            </a:r>
          </a:p>
        </p:txBody>
      </p:sp>
      <p:sp>
        <p:nvSpPr>
          <p:cNvPr id="2" name="内容占位符 1"/>
          <p:cNvSpPr>
            <a:spLocks noGrp="1"/>
          </p:cNvSpPr>
          <p:nvPr>
            <p:ph idx="1"/>
          </p:nvPr>
        </p:nvSpPr>
        <p:spPr/>
        <p:txBody>
          <a:bodyPr>
            <a:normAutofit/>
          </a:bodyPr>
          <a:lstStyle/>
          <a:p>
            <a:pPr>
              <a:lnSpc>
                <a:spcPct val="150000"/>
              </a:lnSpc>
              <a:spcBef>
                <a:spcPts val="0"/>
              </a:spcBef>
            </a:pPr>
            <a:r>
              <a:rPr lang="zh-CN" altLang="en-US" sz="3733" dirty="0">
                <a:latin typeface="黑体" pitchFamily="49" charset="-122"/>
                <a:ea typeface="黑体" pitchFamily="49" charset="-122"/>
              </a:rPr>
              <a:t>什么是网络</a:t>
            </a:r>
            <a:endParaRPr lang="en-US" altLang="zh-CN" sz="3733" dirty="0">
              <a:latin typeface="黑体" pitchFamily="49" charset="-122"/>
              <a:ea typeface="黑体" pitchFamily="49" charset="-122"/>
            </a:endParaRPr>
          </a:p>
          <a:p>
            <a:pPr>
              <a:lnSpc>
                <a:spcPct val="150000"/>
              </a:lnSpc>
              <a:spcBef>
                <a:spcPts val="0"/>
              </a:spcBef>
            </a:pPr>
            <a:r>
              <a:rPr lang="zh-CN" altLang="en-US" sz="3733" dirty="0">
                <a:latin typeface="黑体" pitchFamily="49" charset="-122"/>
                <a:ea typeface="黑体" pitchFamily="49" charset="-122"/>
              </a:rPr>
              <a:t>网络介质</a:t>
            </a:r>
            <a:endParaRPr lang="en-US" altLang="zh-CN" sz="3733" dirty="0">
              <a:latin typeface="黑体" pitchFamily="49" charset="-122"/>
              <a:ea typeface="黑体" pitchFamily="49" charset="-122"/>
            </a:endParaRPr>
          </a:p>
          <a:p>
            <a:pPr>
              <a:lnSpc>
                <a:spcPct val="150000"/>
              </a:lnSpc>
              <a:spcBef>
                <a:spcPts val="0"/>
              </a:spcBef>
            </a:pPr>
            <a:r>
              <a:rPr lang="zh-CN" altLang="en-US" sz="3733" dirty="0">
                <a:latin typeface="黑体" pitchFamily="49" charset="-122"/>
                <a:ea typeface="黑体" pitchFamily="49" charset="-122"/>
              </a:rPr>
              <a:t>网络设备</a:t>
            </a:r>
            <a:endParaRPr lang="en-US" altLang="zh-CN" sz="3733" dirty="0">
              <a:latin typeface="黑体" pitchFamily="49" charset="-122"/>
              <a:ea typeface="黑体" pitchFamily="49" charset="-122"/>
            </a:endParaRPr>
          </a:p>
          <a:p>
            <a:pPr>
              <a:lnSpc>
                <a:spcPct val="150000"/>
              </a:lnSpc>
              <a:spcBef>
                <a:spcPts val="0"/>
              </a:spcBef>
            </a:pPr>
            <a:r>
              <a:rPr lang="zh-CN" altLang="en-US" sz="3733" dirty="0">
                <a:latin typeface="黑体" pitchFamily="49" charset="-122"/>
                <a:ea typeface="黑体" pitchFamily="49" charset="-122"/>
              </a:rPr>
              <a:t>网络协议与体系结构</a:t>
            </a:r>
          </a:p>
        </p:txBody>
      </p:sp>
      <p:sp>
        <p:nvSpPr>
          <p:cNvPr id="5" name="TextBox 4"/>
          <p:cNvSpPr txBox="1"/>
          <p:nvPr/>
        </p:nvSpPr>
        <p:spPr>
          <a:xfrm>
            <a:off x="0" y="-170"/>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2" action="ppaction://hlinksldjump"/>
              </a:rPr>
              <a:t></a:t>
            </a:r>
            <a:endParaRPr lang="zh-CN" altLang="en-US" sz="8000" dirty="0">
              <a:solidFill>
                <a:prstClr val="black"/>
              </a:solidFill>
              <a:latin typeface="Trebuchet MS"/>
              <a:ea typeface="方正姚体" panose="02010601030101010101" pitchFamily="2" charset="-122"/>
            </a:endParaRPr>
          </a:p>
        </p:txBody>
      </p:sp>
    </p:spTree>
    <p:extLst>
      <p:ext uri="{BB962C8B-B14F-4D97-AF65-F5344CB8AC3E}">
        <p14:creationId xmlns:p14="http://schemas.microsoft.com/office/powerpoint/2010/main" val="337420523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04354" name="Rectangle 2"/>
          <p:cNvSpPr>
            <a:spLocks noGrp="1" noChangeArrowheads="1"/>
          </p:cNvSpPr>
          <p:nvPr>
            <p:ph type="title"/>
          </p:nvPr>
        </p:nvSpPr>
        <p:spPr>
          <a:xfrm>
            <a:off x="1295467" y="356659"/>
            <a:ext cx="8955616" cy="864096"/>
          </a:xfrm>
        </p:spPr>
        <p:txBody>
          <a:bodyPr>
            <a:noAutofit/>
          </a:bodyPr>
          <a:lstStyle/>
          <a:p>
            <a:pPr>
              <a:lnSpc>
                <a:spcPct val="150000"/>
              </a:lnSpc>
              <a:spcBef>
                <a:spcPts val="0"/>
              </a:spcBef>
            </a:pPr>
            <a:r>
              <a:rPr lang="zh-CN" altLang="en-US" sz="4800" dirty="0"/>
              <a:t>网络协议与体系结构</a:t>
            </a:r>
            <a:endParaRPr lang="en-US" altLang="zh-CN" sz="4800" dirty="0"/>
          </a:p>
        </p:txBody>
      </p:sp>
      <p:sp>
        <p:nvSpPr>
          <p:cNvPr id="2404355" name="Rectangle 3"/>
          <p:cNvSpPr>
            <a:spLocks noGrp="1" noChangeArrowheads="1"/>
          </p:cNvSpPr>
          <p:nvPr>
            <p:ph type="body" sz="half" idx="1"/>
          </p:nvPr>
        </p:nvSpPr>
        <p:spPr>
          <a:xfrm>
            <a:off x="719403" y="1508788"/>
            <a:ext cx="8640960" cy="5064785"/>
          </a:xfrm>
        </p:spPr>
        <p:txBody>
          <a:bodyPr>
            <a:normAutofit/>
          </a:bodyPr>
          <a:lstStyle/>
          <a:p>
            <a:pPr marL="457189" lvl="3" indent="-457189">
              <a:lnSpc>
                <a:spcPct val="150000"/>
              </a:lnSpc>
              <a:buFont typeface="Arial" pitchFamily="34" charset="0"/>
              <a:buChar char="•"/>
            </a:pPr>
            <a:r>
              <a:rPr lang="zh-CN" altLang="en-US" sz="3200" dirty="0">
                <a:sym typeface="Wingdings" pitchFamily="2" charset="2"/>
              </a:rPr>
              <a:t>网络协议</a:t>
            </a:r>
            <a:endParaRPr lang="zh-CN" altLang="zh-CN" sz="3200" dirty="0">
              <a:sym typeface="Wingdings" pitchFamily="2" charset="2"/>
            </a:endParaRPr>
          </a:p>
          <a:p>
            <a:pPr marL="457189" lvl="3" indent="-457189">
              <a:lnSpc>
                <a:spcPct val="150000"/>
              </a:lnSpc>
              <a:buNone/>
            </a:pPr>
            <a:r>
              <a:rPr lang="en-US" altLang="zh-CN" dirty="0">
                <a:latin typeface="华文楷体" panose="02010600040101010101" pitchFamily="2" charset="-122"/>
                <a:ea typeface="华文楷体" panose="02010600040101010101" pitchFamily="2" charset="-122"/>
              </a:rPr>
              <a:t>	</a:t>
            </a:r>
            <a:r>
              <a:rPr lang="zh-CN" altLang="en-US" dirty="0">
                <a:latin typeface="华文楷体" panose="02010600040101010101" pitchFamily="2" charset="-122"/>
                <a:ea typeface="华文楷体" panose="02010600040101010101" pitchFamily="2" charset="-122"/>
              </a:rPr>
              <a:t>为计算机网络中进行数据交换而建立的规则、标准或约定的集合</a:t>
            </a:r>
            <a:endParaRPr lang="zh-CN" altLang="zh-CN" dirty="0">
              <a:latin typeface="华文楷体" panose="02010600040101010101" pitchFamily="2" charset="-122"/>
              <a:ea typeface="华文楷体" panose="02010600040101010101" pitchFamily="2" charset="-122"/>
              <a:sym typeface="Wingdings" pitchFamily="2" charset="2"/>
            </a:endParaRPr>
          </a:p>
          <a:p>
            <a:pPr marL="457189" lvl="3" indent="-457189">
              <a:lnSpc>
                <a:spcPct val="150000"/>
              </a:lnSpc>
              <a:buFont typeface="Arial" pitchFamily="34" charset="0"/>
              <a:buChar char="•"/>
            </a:pPr>
            <a:endParaRPr lang="zh-CN" altLang="zh-CN" sz="3200" dirty="0">
              <a:sym typeface="Wingdings" pitchFamily="2" charset="2"/>
            </a:endParaRPr>
          </a:p>
        </p:txBody>
      </p:sp>
      <p:sp>
        <p:nvSpPr>
          <p:cNvPr id="5" name="TextBox 4"/>
          <p:cNvSpPr txBox="1"/>
          <p:nvPr/>
        </p:nvSpPr>
        <p:spPr>
          <a:xfrm>
            <a:off x="-30291" y="5736"/>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2" action="ppaction://hlinksldjump"/>
              </a:rPr>
              <a:t></a:t>
            </a:r>
            <a:endParaRPr lang="zh-CN" altLang="en-US" sz="8000" dirty="0">
              <a:solidFill>
                <a:prstClr val="black"/>
              </a:solidFill>
              <a:latin typeface="Trebuchet MS"/>
              <a:ea typeface="方正姚体" panose="02010601030101010101" pitchFamily="2" charset="-122"/>
            </a:endParaRPr>
          </a:p>
        </p:txBody>
      </p:sp>
      <p:sp>
        <p:nvSpPr>
          <p:cNvPr id="186372" name="Rectangle 4"/>
          <p:cNvSpPr>
            <a:spLocks noChangeArrowheads="1"/>
          </p:cNvSpPr>
          <p:nvPr/>
        </p:nvSpPr>
        <p:spPr bwMode="auto">
          <a:xfrm>
            <a:off x="1" y="-246220"/>
            <a:ext cx="246286" cy="492443"/>
          </a:xfrm>
          <a:prstGeom prst="rect">
            <a:avLst/>
          </a:prstGeom>
          <a:noFill/>
          <a:ln w="9525">
            <a:noFill/>
            <a:miter lim="800000"/>
            <a:headEnd/>
            <a:tailEnd/>
          </a:ln>
          <a:effectLst/>
        </p:spPr>
        <p:txBody>
          <a:bodyPr vert="horz" wrap="none" lIns="121920" tIns="60960" rIns="121920" bIns="60960" numCol="1" anchor="ctr" anchorCtr="0" compatLnSpc="1">
            <a:prstTxWarp prst="textNoShape">
              <a:avLst/>
            </a:prstTxWarp>
            <a:spAutoFit/>
          </a:bodyPr>
          <a:lstStyle/>
          <a:p>
            <a:pPr defTabSz="1219170"/>
            <a:endParaRPr lang="zh-CN" altLang="en-US" sz="2400">
              <a:solidFill>
                <a:prstClr val="black"/>
              </a:solidFill>
              <a:latin typeface="Trebuchet MS"/>
              <a:ea typeface="方正姚体" panose="02010601030101010101" pitchFamily="2" charset="-122"/>
            </a:endParaRPr>
          </a:p>
        </p:txBody>
      </p:sp>
    </p:spTree>
    <p:extLst>
      <p:ext uri="{BB962C8B-B14F-4D97-AF65-F5344CB8AC3E}">
        <p14:creationId xmlns:p14="http://schemas.microsoft.com/office/powerpoint/2010/main" val="343432347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04354" name="Rectangle 2"/>
          <p:cNvSpPr>
            <a:spLocks noGrp="1" noChangeArrowheads="1"/>
          </p:cNvSpPr>
          <p:nvPr>
            <p:ph type="title"/>
          </p:nvPr>
        </p:nvSpPr>
        <p:spPr>
          <a:xfrm>
            <a:off x="1295467" y="356659"/>
            <a:ext cx="8955616" cy="864096"/>
          </a:xfrm>
        </p:spPr>
        <p:txBody>
          <a:bodyPr>
            <a:noAutofit/>
          </a:bodyPr>
          <a:lstStyle/>
          <a:p>
            <a:pPr>
              <a:lnSpc>
                <a:spcPct val="150000"/>
              </a:lnSpc>
              <a:spcBef>
                <a:spcPts val="0"/>
              </a:spcBef>
            </a:pPr>
            <a:r>
              <a:rPr lang="zh-CN" altLang="en-US" sz="4800" dirty="0"/>
              <a:t>网络协议与体系结构</a:t>
            </a:r>
            <a:endParaRPr lang="en-US" altLang="zh-CN" sz="4800" dirty="0"/>
          </a:p>
        </p:txBody>
      </p:sp>
      <p:sp>
        <p:nvSpPr>
          <p:cNvPr id="2404355" name="Rectangle 3"/>
          <p:cNvSpPr>
            <a:spLocks noGrp="1" noChangeArrowheads="1"/>
          </p:cNvSpPr>
          <p:nvPr>
            <p:ph type="body" sz="half" idx="1"/>
          </p:nvPr>
        </p:nvSpPr>
        <p:spPr>
          <a:xfrm>
            <a:off x="719403" y="1508788"/>
            <a:ext cx="8640960" cy="5064785"/>
          </a:xfrm>
        </p:spPr>
        <p:txBody>
          <a:bodyPr>
            <a:normAutofit/>
          </a:bodyPr>
          <a:lstStyle/>
          <a:p>
            <a:pPr marL="457189" lvl="3" indent="-457189">
              <a:lnSpc>
                <a:spcPct val="150000"/>
              </a:lnSpc>
              <a:buFont typeface="Arial" pitchFamily="34" charset="0"/>
              <a:buChar char="•"/>
            </a:pPr>
            <a:r>
              <a:rPr lang="en-US" altLang="zh-CN" sz="3200" dirty="0" err="1">
                <a:sym typeface="Wingdings" pitchFamily="2" charset="2"/>
              </a:rPr>
              <a:t>OSI</a:t>
            </a:r>
            <a:r>
              <a:rPr lang="zh-CN" altLang="zh-CN" sz="3200" dirty="0">
                <a:sym typeface="Wingdings" pitchFamily="2" charset="2"/>
              </a:rPr>
              <a:t>网络模型</a:t>
            </a:r>
          </a:p>
          <a:p>
            <a:pPr marL="457189" lvl="3" indent="-457189">
              <a:lnSpc>
                <a:spcPct val="150000"/>
              </a:lnSpc>
              <a:buFont typeface="Arial" pitchFamily="34" charset="0"/>
              <a:buChar char="•"/>
            </a:pPr>
            <a:endParaRPr lang="zh-CN" altLang="zh-CN" sz="3200" dirty="0">
              <a:sym typeface="Wingdings" pitchFamily="2" charset="2"/>
            </a:endParaRPr>
          </a:p>
        </p:txBody>
      </p:sp>
      <p:sp>
        <p:nvSpPr>
          <p:cNvPr id="5" name="TextBox 4"/>
          <p:cNvSpPr txBox="1"/>
          <p:nvPr/>
        </p:nvSpPr>
        <p:spPr>
          <a:xfrm>
            <a:off x="-30291" y="5736"/>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2" action="ppaction://hlinksldjump"/>
              </a:rPr>
              <a:t></a:t>
            </a:r>
            <a:endParaRPr lang="zh-CN" altLang="en-US" sz="8000" dirty="0">
              <a:solidFill>
                <a:prstClr val="black"/>
              </a:solidFill>
              <a:latin typeface="Trebuchet MS"/>
              <a:ea typeface="方正姚体" panose="02010601030101010101" pitchFamily="2" charset="-122"/>
            </a:endParaRPr>
          </a:p>
        </p:txBody>
      </p:sp>
      <p:sp>
        <p:nvSpPr>
          <p:cNvPr id="186372" name="Rectangle 4"/>
          <p:cNvSpPr>
            <a:spLocks noChangeArrowheads="1"/>
          </p:cNvSpPr>
          <p:nvPr/>
        </p:nvSpPr>
        <p:spPr bwMode="auto">
          <a:xfrm>
            <a:off x="1" y="-246220"/>
            <a:ext cx="246286" cy="492443"/>
          </a:xfrm>
          <a:prstGeom prst="rect">
            <a:avLst/>
          </a:prstGeom>
          <a:noFill/>
          <a:ln w="9525">
            <a:noFill/>
            <a:miter lim="800000"/>
            <a:headEnd/>
            <a:tailEnd/>
          </a:ln>
          <a:effectLst/>
        </p:spPr>
        <p:txBody>
          <a:bodyPr vert="horz" wrap="none" lIns="121920" tIns="60960" rIns="121920" bIns="60960" numCol="1" anchor="ctr" anchorCtr="0" compatLnSpc="1">
            <a:prstTxWarp prst="textNoShape">
              <a:avLst/>
            </a:prstTxWarp>
            <a:spAutoFit/>
          </a:bodyPr>
          <a:lstStyle/>
          <a:p>
            <a:pPr defTabSz="1219170"/>
            <a:endParaRPr lang="zh-CN" altLang="en-US" sz="2400">
              <a:solidFill>
                <a:prstClr val="black"/>
              </a:solidFill>
              <a:latin typeface="Trebuchet MS"/>
              <a:ea typeface="方正姚体" panose="02010601030101010101" pitchFamily="2" charset="-122"/>
            </a:endParaRPr>
          </a:p>
        </p:txBody>
      </p:sp>
      <p:sp>
        <p:nvSpPr>
          <p:cNvPr id="188418" name="Rectangle 2"/>
          <p:cNvSpPr>
            <a:spLocks noChangeArrowheads="1"/>
          </p:cNvSpPr>
          <p:nvPr/>
        </p:nvSpPr>
        <p:spPr bwMode="auto">
          <a:xfrm>
            <a:off x="1" y="-246220"/>
            <a:ext cx="246286" cy="492443"/>
          </a:xfrm>
          <a:prstGeom prst="rect">
            <a:avLst/>
          </a:prstGeom>
          <a:noFill/>
          <a:ln w="9525">
            <a:noFill/>
            <a:miter lim="800000"/>
            <a:headEnd/>
            <a:tailEnd/>
          </a:ln>
          <a:effectLst/>
        </p:spPr>
        <p:txBody>
          <a:bodyPr vert="horz" wrap="none" lIns="121920" tIns="60960" rIns="121920" bIns="60960" numCol="1" anchor="ctr" anchorCtr="0" compatLnSpc="1">
            <a:prstTxWarp prst="textNoShape">
              <a:avLst/>
            </a:prstTxWarp>
            <a:spAutoFit/>
          </a:bodyPr>
          <a:lstStyle/>
          <a:p>
            <a:pPr defTabSz="1219170"/>
            <a:endParaRPr lang="zh-CN" altLang="en-US" sz="2400">
              <a:solidFill>
                <a:prstClr val="black"/>
              </a:solidFill>
              <a:latin typeface="Trebuchet MS"/>
              <a:ea typeface="方正姚体" panose="02010601030101010101" pitchFamily="2" charset="-122"/>
            </a:endParaRPr>
          </a:p>
        </p:txBody>
      </p:sp>
      <p:graphicFrame>
        <p:nvGraphicFramePr>
          <p:cNvPr id="188417" name="Object 1"/>
          <p:cNvGraphicFramePr>
            <a:graphicFrameLocks noChangeAspect="1"/>
          </p:cNvGraphicFramePr>
          <p:nvPr/>
        </p:nvGraphicFramePr>
        <p:xfrm>
          <a:off x="4847861" y="1340202"/>
          <a:ext cx="7344139" cy="4889943"/>
        </p:xfrm>
        <a:graphic>
          <a:graphicData uri="http://schemas.openxmlformats.org/presentationml/2006/ole">
            <mc:AlternateContent xmlns:mc="http://schemas.openxmlformats.org/markup-compatibility/2006">
              <mc:Choice xmlns:v="urn:schemas-microsoft-com:vml" Requires="v">
                <p:oleObj name="BMP 图像" r:id="rId3" imgW="3552381" imgH="2371429" progId="PBrush">
                  <p:embed/>
                </p:oleObj>
              </mc:Choice>
              <mc:Fallback>
                <p:oleObj name="BMP 图像" r:id="rId3" imgW="3552381" imgH="2371429" progId="PBrush">
                  <p:embed/>
                  <p:pic>
                    <p:nvPicPr>
                      <p:cNvPr id="188417"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47861" y="1340202"/>
                        <a:ext cx="7344139" cy="488994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70310021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800" dirty="0"/>
              <a:t>第五讲 网络世界之信息共享与计算</a:t>
            </a:r>
          </a:p>
        </p:txBody>
      </p:sp>
      <p:sp>
        <p:nvSpPr>
          <p:cNvPr id="3" name="副标题 2"/>
          <p:cNvSpPr>
            <a:spLocks noGrp="1"/>
          </p:cNvSpPr>
          <p:nvPr>
            <p:ph idx="1"/>
          </p:nvPr>
        </p:nvSpPr>
        <p:spPr/>
        <p:txBody>
          <a:bodyPr>
            <a:normAutofit/>
          </a:bodyPr>
          <a:lstStyle/>
          <a:p>
            <a:r>
              <a:rPr lang="zh-CN" altLang="en-US" sz="3733" dirty="0">
                <a:latin typeface="黑体" pitchFamily="49" charset="-122"/>
                <a:ea typeface="黑体" pitchFamily="49" charset="-122"/>
                <a:hlinkClick r:id="rId2" action="ppaction://hlinksldjump"/>
              </a:rPr>
              <a:t>主题一</a:t>
            </a:r>
            <a:r>
              <a:rPr lang="en-US" altLang="zh-CN" sz="3733" dirty="0">
                <a:latin typeface="黑体" pitchFamily="49" charset="-122"/>
                <a:ea typeface="黑体" pitchFamily="49" charset="-122"/>
                <a:hlinkClick r:id="rId2" action="ppaction://hlinksldjump"/>
              </a:rPr>
              <a:t>	</a:t>
            </a:r>
            <a:r>
              <a:rPr lang="zh-CN" altLang="en-US" sz="3733" dirty="0">
                <a:latin typeface="黑体" pitchFamily="49" charset="-122"/>
                <a:ea typeface="黑体" pitchFamily="49" charset="-122"/>
                <a:hlinkClick r:id="rId2" action="ppaction://hlinksldjump"/>
              </a:rPr>
              <a:t>信息传输平台</a:t>
            </a:r>
            <a:r>
              <a:rPr lang="en-US" altLang="zh-CN" sz="3733" dirty="0">
                <a:latin typeface="黑体" pitchFamily="49" charset="-122"/>
                <a:ea typeface="黑体" pitchFamily="49" charset="-122"/>
                <a:hlinkClick r:id="rId2" action="ppaction://hlinksldjump"/>
              </a:rPr>
              <a:t>--</a:t>
            </a:r>
            <a:r>
              <a:rPr lang="zh-CN" altLang="en-US" sz="3733" dirty="0">
                <a:latin typeface="黑体" pitchFamily="49" charset="-122"/>
                <a:ea typeface="黑体" pitchFamily="49" charset="-122"/>
                <a:hlinkClick r:id="rId2" action="ppaction://hlinksldjump"/>
              </a:rPr>
              <a:t>网络</a:t>
            </a:r>
            <a:endParaRPr lang="en-US" altLang="zh-CN" sz="3733" dirty="0">
              <a:latin typeface="黑体" pitchFamily="49" charset="-122"/>
              <a:ea typeface="黑体" pitchFamily="49" charset="-122"/>
            </a:endParaRPr>
          </a:p>
          <a:p>
            <a:r>
              <a:rPr lang="zh-CN" altLang="en-US" sz="3733" dirty="0">
                <a:latin typeface="黑体" pitchFamily="49" charset="-122"/>
                <a:ea typeface="黑体" pitchFamily="49" charset="-122"/>
                <a:hlinkClick r:id="rId3" action="ppaction://hlinksldjump"/>
              </a:rPr>
              <a:t>主题二</a:t>
            </a:r>
            <a:r>
              <a:rPr lang="en-US" altLang="zh-CN" sz="3733" dirty="0">
                <a:latin typeface="黑体" pitchFamily="49" charset="-122"/>
                <a:ea typeface="黑体" pitchFamily="49" charset="-122"/>
                <a:hlinkClick r:id="rId3" action="ppaction://hlinksldjump"/>
              </a:rPr>
              <a:t>	</a:t>
            </a:r>
            <a:r>
              <a:rPr lang="zh-CN" altLang="en-US" sz="3733" dirty="0">
                <a:latin typeface="黑体" pitchFamily="49" charset="-122"/>
                <a:ea typeface="黑体" pitchFamily="49" charset="-122"/>
                <a:hlinkClick r:id="rId3" action="ppaction://hlinksldjump"/>
              </a:rPr>
              <a:t>天涯若比邻</a:t>
            </a:r>
            <a:r>
              <a:rPr lang="en-US" altLang="zh-CN" sz="3733" dirty="0">
                <a:latin typeface="黑体" pitchFamily="49" charset="-122"/>
                <a:ea typeface="黑体" pitchFamily="49" charset="-122"/>
                <a:hlinkClick r:id="rId3" action="ppaction://hlinksldjump"/>
              </a:rPr>
              <a:t>--</a:t>
            </a:r>
            <a:r>
              <a:rPr lang="zh-CN" altLang="en-US" sz="3733" dirty="0">
                <a:latin typeface="黑体" pitchFamily="49" charset="-122"/>
                <a:ea typeface="黑体" pitchFamily="49" charset="-122"/>
                <a:hlinkClick r:id="rId3" action="ppaction://hlinksldjump"/>
              </a:rPr>
              <a:t>互联网</a:t>
            </a:r>
            <a:endParaRPr lang="en-US" altLang="zh-CN" sz="3733" dirty="0">
              <a:latin typeface="黑体" pitchFamily="49" charset="-122"/>
              <a:ea typeface="黑体" pitchFamily="49" charset="-122"/>
            </a:endParaRPr>
          </a:p>
          <a:p>
            <a:r>
              <a:rPr lang="zh-CN" altLang="en-US" sz="3733" dirty="0">
                <a:latin typeface="黑体" pitchFamily="49" charset="-122"/>
                <a:ea typeface="黑体" pitchFamily="49" charset="-122"/>
                <a:hlinkClick r:id="rId4" action="ppaction://hlinksldjump"/>
              </a:rPr>
              <a:t>主题三</a:t>
            </a:r>
            <a:r>
              <a:rPr lang="en-US" altLang="zh-CN" sz="3733" dirty="0">
                <a:latin typeface="黑体" pitchFamily="49" charset="-122"/>
                <a:ea typeface="黑体" pitchFamily="49" charset="-122"/>
                <a:hlinkClick r:id="rId4" action="ppaction://hlinksldjump"/>
              </a:rPr>
              <a:t>	</a:t>
            </a:r>
            <a:r>
              <a:rPr lang="zh-CN" altLang="en-US" sz="3733" dirty="0">
                <a:latin typeface="黑体" pitchFamily="49" charset="-122"/>
                <a:ea typeface="黑体" pitchFamily="49" charset="-122"/>
                <a:hlinkClick r:id="rId4" action="ppaction://hlinksldjump"/>
              </a:rPr>
              <a:t>网络有风险</a:t>
            </a:r>
            <a:r>
              <a:rPr lang="en-US" altLang="zh-CN" sz="3733" dirty="0">
                <a:latin typeface="黑体" pitchFamily="49" charset="-122"/>
                <a:ea typeface="黑体" pitchFamily="49" charset="-122"/>
                <a:hlinkClick r:id="rId4" action="ppaction://hlinksldjump"/>
              </a:rPr>
              <a:t>--</a:t>
            </a:r>
            <a:r>
              <a:rPr lang="zh-CN" altLang="en-US" sz="3733" dirty="0">
                <a:latin typeface="黑体" pitchFamily="49" charset="-122"/>
                <a:ea typeface="黑体" pitchFamily="49" charset="-122"/>
                <a:hlinkClick r:id="rId4" action="ppaction://hlinksldjump"/>
              </a:rPr>
              <a:t>网络安全</a:t>
            </a:r>
            <a:endParaRPr lang="en-US" altLang="zh-CN" sz="3733" dirty="0">
              <a:latin typeface="黑体" pitchFamily="49" charset="-122"/>
              <a:ea typeface="黑体" pitchFamily="49" charset="-122"/>
            </a:endParaRPr>
          </a:p>
          <a:p>
            <a:r>
              <a:rPr lang="zh-CN" altLang="en-US" sz="3733" dirty="0">
                <a:latin typeface="黑体" pitchFamily="49" charset="-122"/>
                <a:ea typeface="黑体" pitchFamily="49" charset="-122"/>
                <a:hlinkClick r:id="rId5" action="ppaction://hlinksldjump"/>
              </a:rPr>
              <a:t>主题四</a:t>
            </a:r>
            <a:r>
              <a:rPr lang="en-US" altLang="zh-CN" sz="3733" dirty="0">
                <a:latin typeface="黑体" pitchFamily="49" charset="-122"/>
                <a:ea typeface="黑体" pitchFamily="49" charset="-122"/>
                <a:hlinkClick r:id="rId5" action="ppaction://hlinksldjump"/>
              </a:rPr>
              <a:t>	</a:t>
            </a:r>
            <a:r>
              <a:rPr lang="zh-CN" altLang="en-US" sz="3733" dirty="0">
                <a:latin typeface="黑体" pitchFamily="49" charset="-122"/>
                <a:ea typeface="黑体" pitchFamily="49" charset="-122"/>
                <a:hlinkClick r:id="rId5" action="ppaction://hlinksldjump"/>
              </a:rPr>
              <a:t>物联世界、感知天下</a:t>
            </a:r>
            <a:r>
              <a:rPr lang="en-US" altLang="zh-CN" sz="3733" dirty="0">
                <a:latin typeface="黑体" pitchFamily="49" charset="-122"/>
                <a:ea typeface="黑体" pitchFamily="49" charset="-122"/>
                <a:hlinkClick r:id="rId5" action="ppaction://hlinksldjump"/>
              </a:rPr>
              <a:t>--</a:t>
            </a:r>
            <a:r>
              <a:rPr lang="zh-CN" altLang="en-US" sz="3733" dirty="0">
                <a:latin typeface="黑体" pitchFamily="49" charset="-122"/>
                <a:ea typeface="黑体" pitchFamily="49" charset="-122"/>
                <a:hlinkClick r:id="rId5" action="ppaction://hlinksldjump"/>
              </a:rPr>
              <a:t>物联网</a:t>
            </a:r>
            <a:endParaRPr lang="en-US" altLang="zh-CN" sz="3733" dirty="0">
              <a:latin typeface="黑体" pitchFamily="49" charset="-122"/>
              <a:ea typeface="黑体" pitchFamily="49" charset="-122"/>
            </a:endParaRPr>
          </a:p>
          <a:p>
            <a:r>
              <a:rPr lang="zh-CN" altLang="en-US" sz="3733" dirty="0">
                <a:latin typeface="黑体" pitchFamily="49" charset="-122"/>
                <a:ea typeface="黑体" pitchFamily="49" charset="-122"/>
                <a:hlinkClick r:id="rId6" action="ppaction://hlinksldjump"/>
              </a:rPr>
              <a:t>主题五</a:t>
            </a:r>
            <a:r>
              <a:rPr lang="en-US" altLang="zh-CN" sz="3733" dirty="0">
                <a:latin typeface="黑体" pitchFamily="49" charset="-122"/>
                <a:ea typeface="黑体" pitchFamily="49" charset="-122"/>
                <a:hlinkClick r:id="rId6" action="ppaction://hlinksldjump"/>
              </a:rPr>
              <a:t>	</a:t>
            </a:r>
            <a:r>
              <a:rPr lang="zh-CN" altLang="en-US" sz="3733" dirty="0">
                <a:latin typeface="黑体" pitchFamily="49" charset="-122"/>
                <a:ea typeface="黑体" pitchFamily="49" charset="-122"/>
                <a:hlinkClick r:id="rId6" action="ppaction://hlinksldjump"/>
              </a:rPr>
              <a:t>风起云涌的网络计算</a:t>
            </a:r>
            <a:r>
              <a:rPr lang="en-US" altLang="zh-CN" sz="3733" dirty="0">
                <a:latin typeface="黑体" pitchFamily="49" charset="-122"/>
                <a:ea typeface="黑体" pitchFamily="49" charset="-122"/>
                <a:hlinkClick r:id="rId6" action="ppaction://hlinksldjump"/>
              </a:rPr>
              <a:t>--</a:t>
            </a:r>
            <a:r>
              <a:rPr lang="zh-CN" altLang="en-US" sz="3733" dirty="0">
                <a:latin typeface="黑体" pitchFamily="49" charset="-122"/>
                <a:ea typeface="黑体" pitchFamily="49" charset="-122"/>
                <a:hlinkClick r:id="rId6" action="ppaction://hlinksldjump"/>
              </a:rPr>
              <a:t>云计算</a:t>
            </a:r>
            <a:endParaRPr lang="zh-CN" altLang="en-US" sz="3733" dirty="0">
              <a:latin typeface="黑体" pitchFamily="49" charset="-122"/>
              <a:ea typeface="黑体" pitchFamily="49" charset="-122"/>
            </a:endParaRPr>
          </a:p>
        </p:txBody>
      </p:sp>
      <p:sp>
        <p:nvSpPr>
          <p:cNvPr id="5" name="TextBox 4"/>
          <p:cNvSpPr txBox="1"/>
          <p:nvPr/>
        </p:nvSpPr>
        <p:spPr>
          <a:xfrm>
            <a:off x="-30560" y="1"/>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 action="ppaction://hlinkshowjump?jump=firstslide"/>
              </a:rPr>
              <a:t></a:t>
            </a:r>
            <a:endParaRPr lang="zh-CN" altLang="en-US" sz="8000" dirty="0">
              <a:solidFill>
                <a:prstClr val="black"/>
              </a:solidFill>
              <a:latin typeface="Trebuchet MS"/>
              <a:ea typeface="方正姚体" panose="02010601030101010101" pitchFamily="2" charset="-122"/>
            </a:endParaRPr>
          </a:p>
        </p:txBody>
      </p:sp>
    </p:spTree>
    <p:extLst>
      <p:ext uri="{BB962C8B-B14F-4D97-AF65-F5344CB8AC3E}">
        <p14:creationId xmlns:p14="http://schemas.microsoft.com/office/powerpoint/2010/main" val="185378827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zh-CN" altLang="en-US" sz="4800" dirty="0"/>
              <a:t>主题二 天涯若比邻</a:t>
            </a:r>
            <a:r>
              <a:rPr lang="en-US" altLang="zh-CN" sz="4800" dirty="0"/>
              <a:t>--</a:t>
            </a:r>
            <a:r>
              <a:rPr lang="zh-CN" altLang="en-US" sz="4800" dirty="0"/>
              <a:t>互联网</a:t>
            </a:r>
          </a:p>
        </p:txBody>
      </p:sp>
      <p:sp>
        <p:nvSpPr>
          <p:cNvPr id="2" name="内容占位符 1"/>
          <p:cNvSpPr>
            <a:spLocks noGrp="1"/>
          </p:cNvSpPr>
          <p:nvPr>
            <p:ph idx="1"/>
          </p:nvPr>
        </p:nvSpPr>
        <p:spPr/>
        <p:txBody>
          <a:bodyPr>
            <a:normAutofit/>
          </a:bodyPr>
          <a:lstStyle/>
          <a:p>
            <a:pPr>
              <a:lnSpc>
                <a:spcPct val="150000"/>
              </a:lnSpc>
              <a:spcBef>
                <a:spcPts val="0"/>
              </a:spcBef>
            </a:pPr>
            <a:r>
              <a:rPr lang="zh-CN" altLang="en-US" sz="3733" dirty="0">
                <a:latin typeface="黑体" pitchFamily="49" charset="-122"/>
                <a:ea typeface="黑体" pitchFamily="49" charset="-122"/>
              </a:rPr>
              <a:t>什么是互联网</a:t>
            </a:r>
            <a:endParaRPr lang="en-US" altLang="zh-CN" sz="3733" dirty="0">
              <a:latin typeface="黑体" pitchFamily="49" charset="-122"/>
              <a:ea typeface="黑体" pitchFamily="49" charset="-122"/>
            </a:endParaRPr>
          </a:p>
          <a:p>
            <a:r>
              <a:rPr lang="en-US" altLang="zh-CN" sz="3733" dirty="0">
                <a:latin typeface="黑体" pitchFamily="49" charset="-122"/>
                <a:ea typeface="黑体" pitchFamily="49" charset="-122"/>
              </a:rPr>
              <a:t>TCP/IP</a:t>
            </a:r>
            <a:r>
              <a:rPr lang="zh-CN" altLang="zh-CN" sz="3733" dirty="0">
                <a:latin typeface="黑体" pitchFamily="49" charset="-122"/>
                <a:ea typeface="黑体" pitchFamily="49" charset="-122"/>
              </a:rPr>
              <a:t>协议</a:t>
            </a:r>
          </a:p>
          <a:p>
            <a:pPr>
              <a:lnSpc>
                <a:spcPct val="150000"/>
              </a:lnSpc>
              <a:spcBef>
                <a:spcPts val="0"/>
              </a:spcBef>
            </a:pPr>
            <a:r>
              <a:rPr lang="zh-CN" altLang="zh-CN" sz="3733" dirty="0">
                <a:latin typeface="黑体" pitchFamily="49" charset="-122"/>
                <a:ea typeface="黑体" pitchFamily="49" charset="-122"/>
              </a:rPr>
              <a:t>如何接入互联网</a:t>
            </a:r>
            <a:endParaRPr lang="en-US" altLang="zh-CN" sz="3733" dirty="0">
              <a:latin typeface="黑体" pitchFamily="49" charset="-122"/>
              <a:ea typeface="黑体" pitchFamily="49" charset="-122"/>
            </a:endParaRPr>
          </a:p>
          <a:p>
            <a:pPr>
              <a:lnSpc>
                <a:spcPct val="150000"/>
              </a:lnSpc>
              <a:spcBef>
                <a:spcPts val="0"/>
              </a:spcBef>
            </a:pPr>
            <a:r>
              <a:rPr lang="zh-CN" altLang="zh-CN" sz="3733" dirty="0">
                <a:latin typeface="黑体" pitchFamily="49" charset="-122"/>
                <a:ea typeface="黑体" pitchFamily="49" charset="-122"/>
              </a:rPr>
              <a:t>互联网的应用</a:t>
            </a:r>
            <a:endParaRPr lang="zh-CN" altLang="en-US" sz="3733" dirty="0">
              <a:latin typeface="黑体" pitchFamily="49" charset="-122"/>
              <a:ea typeface="黑体" pitchFamily="49" charset="-122"/>
            </a:endParaRPr>
          </a:p>
        </p:txBody>
      </p:sp>
      <p:sp>
        <p:nvSpPr>
          <p:cNvPr id="5" name="TextBox 4"/>
          <p:cNvSpPr txBox="1"/>
          <p:nvPr/>
        </p:nvSpPr>
        <p:spPr>
          <a:xfrm>
            <a:off x="0" y="-170"/>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2" action="ppaction://hlinksldjump"/>
              </a:rPr>
              <a:t></a:t>
            </a:r>
            <a:endParaRPr lang="zh-CN" altLang="en-US" sz="8000" dirty="0">
              <a:solidFill>
                <a:prstClr val="black"/>
              </a:solidFill>
              <a:latin typeface="Trebuchet MS"/>
              <a:ea typeface="方正姚体" panose="02010601030101010101" pitchFamily="2" charset="-122"/>
            </a:endParaRPr>
          </a:p>
        </p:txBody>
      </p:sp>
    </p:spTree>
    <p:extLst>
      <p:ext uri="{BB962C8B-B14F-4D97-AF65-F5344CB8AC3E}">
        <p14:creationId xmlns:p14="http://schemas.microsoft.com/office/powerpoint/2010/main" val="69657151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04354" name="Rectangle 2"/>
          <p:cNvSpPr>
            <a:spLocks noGrp="1" noChangeArrowheads="1"/>
          </p:cNvSpPr>
          <p:nvPr>
            <p:ph type="title"/>
          </p:nvPr>
        </p:nvSpPr>
        <p:spPr>
          <a:xfrm>
            <a:off x="1295467" y="356659"/>
            <a:ext cx="8955616" cy="864096"/>
          </a:xfrm>
        </p:spPr>
        <p:txBody>
          <a:bodyPr>
            <a:noAutofit/>
          </a:bodyPr>
          <a:lstStyle/>
          <a:p>
            <a:pPr>
              <a:lnSpc>
                <a:spcPct val="150000"/>
              </a:lnSpc>
              <a:spcBef>
                <a:spcPts val="0"/>
              </a:spcBef>
            </a:pPr>
            <a:r>
              <a:rPr lang="zh-CN" altLang="zh-CN" sz="4800" dirty="0"/>
              <a:t>互联网</a:t>
            </a:r>
            <a:r>
              <a:rPr lang="zh-CN" altLang="en-US" sz="4800" dirty="0"/>
              <a:t>的</a:t>
            </a:r>
            <a:r>
              <a:rPr lang="zh-CN" altLang="zh-CN" sz="4800" dirty="0"/>
              <a:t>产生与发展</a:t>
            </a:r>
            <a:endParaRPr lang="en-US" altLang="zh-CN" sz="4800" dirty="0"/>
          </a:p>
        </p:txBody>
      </p:sp>
      <p:sp>
        <p:nvSpPr>
          <p:cNvPr id="2404355" name="Rectangle 3"/>
          <p:cNvSpPr>
            <a:spLocks noGrp="1" noChangeArrowheads="1"/>
          </p:cNvSpPr>
          <p:nvPr>
            <p:ph type="body" sz="half" idx="1"/>
          </p:nvPr>
        </p:nvSpPr>
        <p:spPr>
          <a:xfrm>
            <a:off x="719403" y="1508788"/>
            <a:ext cx="7200800" cy="5064785"/>
          </a:xfrm>
        </p:spPr>
        <p:txBody>
          <a:bodyPr>
            <a:normAutofit/>
          </a:bodyPr>
          <a:lstStyle/>
          <a:p>
            <a:pPr marL="457189" lvl="3" indent="-457189">
              <a:lnSpc>
                <a:spcPct val="150000"/>
              </a:lnSpc>
              <a:buFont typeface="Arial" pitchFamily="34" charset="0"/>
              <a:buChar char="•"/>
            </a:pPr>
            <a:r>
              <a:rPr lang="en-US" altLang="zh-CN" sz="2933" dirty="0">
                <a:sym typeface="Wingdings" pitchFamily="2" charset="2"/>
              </a:rPr>
              <a:t>19</a:t>
            </a:r>
            <a:r>
              <a:rPr lang="zh-CN" altLang="en-US" sz="2933" dirty="0">
                <a:sym typeface="Wingdings" pitchFamily="2" charset="2"/>
              </a:rPr>
              <a:t>世纪</a:t>
            </a:r>
            <a:r>
              <a:rPr lang="en-US" altLang="zh-CN" sz="2933" dirty="0">
                <a:sym typeface="Wingdings" pitchFamily="2" charset="2"/>
              </a:rPr>
              <a:t>60</a:t>
            </a:r>
            <a:r>
              <a:rPr lang="zh-CN" altLang="zh-CN" sz="2933" dirty="0">
                <a:sym typeface="Wingdings" pitchFamily="2" charset="2"/>
              </a:rPr>
              <a:t>年代，</a:t>
            </a:r>
            <a:r>
              <a:rPr lang="en-US" altLang="zh-CN" sz="2933" dirty="0">
                <a:sym typeface="Wingdings" pitchFamily="2" charset="2"/>
              </a:rPr>
              <a:t>ARPANET</a:t>
            </a:r>
            <a:r>
              <a:rPr lang="zh-CN" altLang="zh-CN" sz="2933" dirty="0">
                <a:sym typeface="Wingdings" pitchFamily="2" charset="2"/>
              </a:rPr>
              <a:t>诞生</a:t>
            </a:r>
          </a:p>
          <a:p>
            <a:pPr marL="457189" lvl="3" indent="-457189">
              <a:lnSpc>
                <a:spcPct val="150000"/>
              </a:lnSpc>
              <a:buFont typeface="Arial" pitchFamily="34" charset="0"/>
              <a:buChar char="•"/>
            </a:pPr>
            <a:r>
              <a:rPr lang="en-US" altLang="zh-CN" sz="2933" dirty="0"/>
              <a:t>19</a:t>
            </a:r>
            <a:r>
              <a:rPr lang="zh-CN" altLang="en-US" sz="2933" dirty="0"/>
              <a:t>世纪</a:t>
            </a:r>
            <a:r>
              <a:rPr lang="en-US" altLang="zh-CN" sz="2933" dirty="0"/>
              <a:t>70</a:t>
            </a:r>
            <a:r>
              <a:rPr lang="zh-CN" altLang="zh-CN" sz="2933" dirty="0"/>
              <a:t>年代，</a:t>
            </a:r>
            <a:r>
              <a:rPr lang="en-US" altLang="zh-CN" sz="2933" dirty="0"/>
              <a:t>TCP/IP</a:t>
            </a:r>
            <a:r>
              <a:rPr lang="zh-CN" altLang="zh-CN" sz="2933" dirty="0"/>
              <a:t>协议研制成功</a:t>
            </a:r>
            <a:endParaRPr lang="en-US" altLang="zh-CN" sz="2933" dirty="0"/>
          </a:p>
          <a:p>
            <a:pPr marL="457189" lvl="3" indent="-457189">
              <a:lnSpc>
                <a:spcPct val="150000"/>
              </a:lnSpc>
              <a:buFont typeface="Arial" pitchFamily="34" charset="0"/>
              <a:buChar char="•"/>
            </a:pPr>
            <a:r>
              <a:rPr lang="en-US" altLang="zh-CN" sz="2933" dirty="0"/>
              <a:t>1991</a:t>
            </a:r>
            <a:r>
              <a:rPr lang="zh-CN" altLang="zh-CN" sz="2933" dirty="0"/>
              <a:t>年，科学家提姆</a:t>
            </a:r>
            <a:r>
              <a:rPr lang="en-US" altLang="zh-CN" sz="2933" dirty="0"/>
              <a:t>•</a:t>
            </a:r>
            <a:r>
              <a:rPr lang="zh-CN" altLang="zh-CN" sz="2933" dirty="0"/>
              <a:t>伯纳斯李开发出了万维网及简单的浏览器</a:t>
            </a:r>
            <a:endParaRPr lang="zh-CN" altLang="zh-CN" sz="2933" dirty="0">
              <a:sym typeface="Wingdings" pitchFamily="2" charset="2"/>
            </a:endParaRPr>
          </a:p>
        </p:txBody>
      </p:sp>
      <p:sp>
        <p:nvSpPr>
          <p:cNvPr id="5" name="TextBox 4"/>
          <p:cNvSpPr txBox="1"/>
          <p:nvPr/>
        </p:nvSpPr>
        <p:spPr>
          <a:xfrm>
            <a:off x="-30291" y="5736"/>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2" action="ppaction://hlinksldjump"/>
              </a:rPr>
              <a:t></a:t>
            </a:r>
            <a:endParaRPr lang="zh-CN" altLang="en-US" sz="8000" dirty="0">
              <a:solidFill>
                <a:prstClr val="black"/>
              </a:solidFill>
              <a:latin typeface="Trebuchet MS"/>
              <a:ea typeface="方正姚体" panose="02010601030101010101" pitchFamily="2" charset="-122"/>
            </a:endParaRPr>
          </a:p>
        </p:txBody>
      </p:sp>
      <p:sp>
        <p:nvSpPr>
          <p:cNvPr id="186372" name="Rectangle 4"/>
          <p:cNvSpPr>
            <a:spLocks noChangeArrowheads="1"/>
          </p:cNvSpPr>
          <p:nvPr/>
        </p:nvSpPr>
        <p:spPr bwMode="auto">
          <a:xfrm>
            <a:off x="1" y="-246220"/>
            <a:ext cx="246286" cy="492443"/>
          </a:xfrm>
          <a:prstGeom prst="rect">
            <a:avLst/>
          </a:prstGeom>
          <a:noFill/>
          <a:ln w="9525">
            <a:noFill/>
            <a:miter lim="800000"/>
            <a:headEnd/>
            <a:tailEnd/>
          </a:ln>
          <a:effectLst/>
        </p:spPr>
        <p:txBody>
          <a:bodyPr vert="horz" wrap="none" lIns="121920" tIns="60960" rIns="121920" bIns="60960" numCol="1" anchor="ctr" anchorCtr="0" compatLnSpc="1">
            <a:prstTxWarp prst="textNoShape">
              <a:avLst/>
            </a:prstTxWarp>
            <a:spAutoFit/>
          </a:bodyPr>
          <a:lstStyle/>
          <a:p>
            <a:pPr defTabSz="1219170"/>
            <a:endParaRPr lang="zh-CN" altLang="en-US" sz="2400">
              <a:solidFill>
                <a:prstClr val="black"/>
              </a:solidFill>
              <a:latin typeface="Trebuchet MS"/>
              <a:ea typeface="方正姚体" panose="02010601030101010101" pitchFamily="2" charset="-122"/>
            </a:endParaRPr>
          </a:p>
        </p:txBody>
      </p:sp>
      <p:pic>
        <p:nvPicPr>
          <p:cNvPr id="6" name="图片 5" descr="1-6.gif"/>
          <p:cNvPicPr/>
          <p:nvPr/>
        </p:nvPicPr>
        <p:blipFill>
          <a:blip r:embed="rId3" cstate="print"/>
          <a:stretch>
            <a:fillRect/>
          </a:stretch>
        </p:blipFill>
        <p:spPr>
          <a:xfrm>
            <a:off x="7728181" y="2372883"/>
            <a:ext cx="4128459" cy="2496277"/>
          </a:xfrm>
          <a:prstGeom prst="rect">
            <a:avLst/>
          </a:prstGeom>
          <a:noFill/>
          <a:ln>
            <a:noFill/>
          </a:ln>
        </p:spPr>
      </p:pic>
    </p:spTree>
    <p:extLst>
      <p:ext uri="{BB962C8B-B14F-4D97-AF65-F5344CB8AC3E}">
        <p14:creationId xmlns:p14="http://schemas.microsoft.com/office/powerpoint/2010/main" val="68956440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04354" name="Rectangle 2"/>
          <p:cNvSpPr>
            <a:spLocks noGrp="1" noChangeArrowheads="1"/>
          </p:cNvSpPr>
          <p:nvPr>
            <p:ph type="title"/>
          </p:nvPr>
        </p:nvSpPr>
        <p:spPr>
          <a:xfrm>
            <a:off x="1295467" y="356659"/>
            <a:ext cx="8955616" cy="864096"/>
          </a:xfrm>
        </p:spPr>
        <p:txBody>
          <a:bodyPr>
            <a:noAutofit/>
          </a:bodyPr>
          <a:lstStyle/>
          <a:p>
            <a:pPr>
              <a:lnSpc>
                <a:spcPct val="150000"/>
              </a:lnSpc>
              <a:spcBef>
                <a:spcPts val="0"/>
              </a:spcBef>
            </a:pPr>
            <a:r>
              <a:rPr lang="zh-CN" altLang="zh-CN" sz="4800" dirty="0"/>
              <a:t>互联网</a:t>
            </a:r>
            <a:r>
              <a:rPr lang="zh-CN" altLang="en-US" sz="4800" dirty="0"/>
              <a:t>的</a:t>
            </a:r>
            <a:r>
              <a:rPr lang="zh-CN" altLang="zh-CN" sz="4800" dirty="0"/>
              <a:t>产生与发展</a:t>
            </a:r>
            <a:endParaRPr lang="en-US" altLang="zh-CN" sz="4800" dirty="0"/>
          </a:p>
        </p:txBody>
      </p:sp>
      <p:sp>
        <p:nvSpPr>
          <p:cNvPr id="2404355" name="Rectangle 3"/>
          <p:cNvSpPr>
            <a:spLocks noGrp="1" noChangeArrowheads="1"/>
          </p:cNvSpPr>
          <p:nvPr>
            <p:ph type="body" sz="half" idx="1"/>
          </p:nvPr>
        </p:nvSpPr>
        <p:spPr>
          <a:xfrm>
            <a:off x="719403" y="1508788"/>
            <a:ext cx="10753195" cy="5064785"/>
          </a:xfrm>
        </p:spPr>
        <p:txBody>
          <a:bodyPr>
            <a:normAutofit/>
          </a:bodyPr>
          <a:lstStyle/>
          <a:p>
            <a:pPr marL="457189" lvl="3" indent="-457189">
              <a:lnSpc>
                <a:spcPct val="150000"/>
              </a:lnSpc>
              <a:buFont typeface="Arial" pitchFamily="34" charset="0"/>
              <a:buChar char="•"/>
            </a:pPr>
            <a:r>
              <a:rPr lang="en-US" altLang="zh-CN" sz="3200" dirty="0"/>
              <a:t>1987</a:t>
            </a:r>
            <a:r>
              <a:rPr lang="zh-CN" altLang="zh-CN" sz="3200" dirty="0"/>
              <a:t>年</a:t>
            </a:r>
            <a:r>
              <a:rPr lang="en-US" altLang="zh-CN" sz="3200" dirty="0"/>
              <a:t>9</a:t>
            </a:r>
            <a:r>
              <a:rPr lang="zh-CN" altLang="zh-CN" sz="3200" dirty="0"/>
              <a:t>月</a:t>
            </a:r>
            <a:r>
              <a:rPr lang="en-US" altLang="zh-CN" sz="3200" dirty="0"/>
              <a:t>20</a:t>
            </a:r>
            <a:r>
              <a:rPr lang="zh-CN" altLang="zh-CN" sz="3200" dirty="0"/>
              <a:t>日，钱天白教授发出我国第一封电子邮件</a:t>
            </a:r>
            <a:endParaRPr lang="en-US" altLang="zh-CN" sz="3200" dirty="0"/>
          </a:p>
          <a:p>
            <a:pPr marL="457189" lvl="3" indent="-457189">
              <a:lnSpc>
                <a:spcPct val="150000"/>
              </a:lnSpc>
              <a:buFont typeface="Arial" pitchFamily="34" charset="0"/>
              <a:buChar char="•"/>
            </a:pPr>
            <a:r>
              <a:rPr lang="en-US" altLang="zh-CN" sz="3200" dirty="0"/>
              <a:t>1994</a:t>
            </a:r>
            <a:r>
              <a:rPr lang="zh-CN" altLang="zh-CN" sz="3200" dirty="0"/>
              <a:t>年</a:t>
            </a:r>
            <a:r>
              <a:rPr lang="en-US" altLang="zh-CN" sz="3200" dirty="0"/>
              <a:t>4</a:t>
            </a:r>
            <a:r>
              <a:rPr lang="zh-CN" altLang="zh-CN" sz="3200" dirty="0"/>
              <a:t>月，中科院计算机网络信息中心通过</a:t>
            </a:r>
            <a:r>
              <a:rPr lang="en-US" altLang="zh-CN" sz="3200" dirty="0"/>
              <a:t>64 Kbps</a:t>
            </a:r>
            <a:r>
              <a:rPr lang="zh-CN" altLang="zh-CN" sz="3200" dirty="0"/>
              <a:t>的国际线路连到美国</a:t>
            </a:r>
            <a:endParaRPr lang="en-US" altLang="zh-CN" sz="3200" dirty="0"/>
          </a:p>
          <a:p>
            <a:pPr marL="457189" lvl="3" indent="-457189">
              <a:lnSpc>
                <a:spcPct val="150000"/>
              </a:lnSpc>
              <a:buFont typeface="Arial" pitchFamily="34" charset="0"/>
              <a:buChar char="•"/>
            </a:pPr>
            <a:r>
              <a:rPr lang="en-US" altLang="zh-CN" sz="3200" dirty="0"/>
              <a:t>2000</a:t>
            </a:r>
            <a:r>
              <a:rPr lang="zh-CN" altLang="zh-CN" sz="3200" dirty="0"/>
              <a:t>年， 中国三大门户网站搜狐、新浪、网易在美国纳斯达克挂牌上市。</a:t>
            </a:r>
          </a:p>
          <a:p>
            <a:pPr marL="457189" lvl="3" indent="-457189">
              <a:lnSpc>
                <a:spcPct val="150000"/>
              </a:lnSpc>
              <a:buNone/>
            </a:pPr>
            <a:endParaRPr lang="zh-CN" altLang="zh-CN" sz="2933" dirty="0">
              <a:sym typeface="Wingdings" pitchFamily="2" charset="2"/>
            </a:endParaRPr>
          </a:p>
        </p:txBody>
      </p:sp>
      <p:sp>
        <p:nvSpPr>
          <p:cNvPr id="5" name="TextBox 4"/>
          <p:cNvSpPr txBox="1"/>
          <p:nvPr/>
        </p:nvSpPr>
        <p:spPr>
          <a:xfrm>
            <a:off x="-30291" y="5736"/>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2" action="ppaction://hlinksldjump"/>
              </a:rPr>
              <a:t></a:t>
            </a:r>
            <a:endParaRPr lang="zh-CN" altLang="en-US" sz="8000" dirty="0">
              <a:solidFill>
                <a:prstClr val="black"/>
              </a:solidFill>
              <a:latin typeface="Trebuchet MS"/>
              <a:ea typeface="方正姚体" panose="02010601030101010101" pitchFamily="2" charset="-122"/>
            </a:endParaRPr>
          </a:p>
        </p:txBody>
      </p:sp>
      <p:sp>
        <p:nvSpPr>
          <p:cNvPr id="186372" name="Rectangle 4"/>
          <p:cNvSpPr>
            <a:spLocks noChangeArrowheads="1"/>
          </p:cNvSpPr>
          <p:nvPr/>
        </p:nvSpPr>
        <p:spPr bwMode="auto">
          <a:xfrm>
            <a:off x="1" y="-246220"/>
            <a:ext cx="246286" cy="492443"/>
          </a:xfrm>
          <a:prstGeom prst="rect">
            <a:avLst/>
          </a:prstGeom>
          <a:noFill/>
          <a:ln w="9525">
            <a:noFill/>
            <a:miter lim="800000"/>
            <a:headEnd/>
            <a:tailEnd/>
          </a:ln>
          <a:effectLst/>
        </p:spPr>
        <p:txBody>
          <a:bodyPr vert="horz" wrap="none" lIns="121920" tIns="60960" rIns="121920" bIns="60960" numCol="1" anchor="ctr" anchorCtr="0" compatLnSpc="1">
            <a:prstTxWarp prst="textNoShape">
              <a:avLst/>
            </a:prstTxWarp>
            <a:spAutoFit/>
          </a:bodyPr>
          <a:lstStyle/>
          <a:p>
            <a:pPr defTabSz="1219170"/>
            <a:endParaRPr lang="zh-CN" altLang="en-US" sz="2400">
              <a:solidFill>
                <a:prstClr val="black"/>
              </a:solidFill>
              <a:latin typeface="Trebuchet MS"/>
              <a:ea typeface="方正姚体" panose="02010601030101010101" pitchFamily="2" charset="-122"/>
            </a:endParaRPr>
          </a:p>
        </p:txBody>
      </p:sp>
    </p:spTree>
    <p:extLst>
      <p:ext uri="{BB962C8B-B14F-4D97-AF65-F5344CB8AC3E}">
        <p14:creationId xmlns:p14="http://schemas.microsoft.com/office/powerpoint/2010/main" val="427660720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04354" name="Rectangle 2"/>
          <p:cNvSpPr>
            <a:spLocks noGrp="1" noChangeArrowheads="1"/>
          </p:cNvSpPr>
          <p:nvPr>
            <p:ph type="title"/>
          </p:nvPr>
        </p:nvSpPr>
        <p:spPr>
          <a:xfrm>
            <a:off x="1295467" y="356659"/>
            <a:ext cx="8955616" cy="864096"/>
          </a:xfrm>
        </p:spPr>
        <p:txBody>
          <a:bodyPr>
            <a:noAutofit/>
          </a:bodyPr>
          <a:lstStyle/>
          <a:p>
            <a:pPr>
              <a:lnSpc>
                <a:spcPct val="150000"/>
              </a:lnSpc>
              <a:spcBef>
                <a:spcPts val="0"/>
              </a:spcBef>
            </a:pPr>
            <a:r>
              <a:rPr lang="zh-CN" altLang="zh-CN" sz="4800" dirty="0"/>
              <a:t>互联网</a:t>
            </a:r>
            <a:r>
              <a:rPr lang="zh-CN" altLang="en-US" sz="4800" dirty="0"/>
              <a:t>的</a:t>
            </a:r>
            <a:r>
              <a:rPr lang="zh-CN" altLang="zh-CN" sz="4800" dirty="0"/>
              <a:t>产生与发展</a:t>
            </a:r>
            <a:endParaRPr lang="en-US" altLang="zh-CN" sz="4800" dirty="0"/>
          </a:p>
        </p:txBody>
      </p:sp>
      <p:sp>
        <p:nvSpPr>
          <p:cNvPr id="2404355" name="Rectangle 3"/>
          <p:cNvSpPr>
            <a:spLocks noGrp="1" noChangeArrowheads="1"/>
          </p:cNvSpPr>
          <p:nvPr>
            <p:ph type="body" sz="half" idx="1"/>
          </p:nvPr>
        </p:nvSpPr>
        <p:spPr>
          <a:xfrm>
            <a:off x="719403" y="1508788"/>
            <a:ext cx="10753195" cy="5064785"/>
          </a:xfrm>
        </p:spPr>
        <p:txBody>
          <a:bodyPr>
            <a:normAutofit/>
          </a:bodyPr>
          <a:lstStyle/>
          <a:p>
            <a:pPr marL="457189" lvl="3" indent="-457189">
              <a:lnSpc>
                <a:spcPct val="150000"/>
              </a:lnSpc>
              <a:spcBef>
                <a:spcPts val="0"/>
              </a:spcBef>
              <a:buFont typeface="Arial" pitchFamily="34" charset="0"/>
              <a:buChar char="•"/>
            </a:pPr>
            <a:r>
              <a:rPr lang="zh-CN" altLang="zh-CN" sz="3200" dirty="0"/>
              <a:t>截至</a:t>
            </a:r>
            <a:r>
              <a:rPr lang="en-US" altLang="zh-CN" sz="3200" dirty="0"/>
              <a:t>2013</a:t>
            </a:r>
            <a:r>
              <a:rPr lang="zh-CN" altLang="zh-CN" sz="3200" dirty="0"/>
              <a:t>年</a:t>
            </a:r>
            <a:r>
              <a:rPr lang="en-US" altLang="zh-CN" sz="3200" dirty="0"/>
              <a:t>12</a:t>
            </a:r>
            <a:r>
              <a:rPr lang="zh-CN" altLang="zh-CN" sz="3200" dirty="0"/>
              <a:t>月，中国网民规模达</a:t>
            </a:r>
            <a:r>
              <a:rPr lang="en-US" altLang="zh-CN" sz="3200" dirty="0"/>
              <a:t>6.18</a:t>
            </a:r>
            <a:r>
              <a:rPr lang="zh-CN" altLang="zh-CN" sz="3200" dirty="0"/>
              <a:t>亿，手机网民规模达</a:t>
            </a:r>
            <a:r>
              <a:rPr lang="en-US" altLang="zh-CN" sz="3200" dirty="0"/>
              <a:t>5</a:t>
            </a:r>
            <a:r>
              <a:rPr lang="zh-CN" altLang="zh-CN" sz="3200" dirty="0"/>
              <a:t>亿。国际出口宽带数</a:t>
            </a:r>
            <a:r>
              <a:rPr lang="en-US" altLang="zh-CN" sz="3200" dirty="0" err="1"/>
              <a:t>3,406,824Mbps</a:t>
            </a:r>
            <a:endParaRPr lang="en-US" altLang="zh-CN" sz="3200" dirty="0"/>
          </a:p>
          <a:p>
            <a:pPr marL="457189" lvl="3" indent="-457189">
              <a:lnSpc>
                <a:spcPct val="150000"/>
              </a:lnSpc>
              <a:buNone/>
            </a:pPr>
            <a:endParaRPr lang="zh-CN" altLang="zh-CN" sz="2933" dirty="0">
              <a:sym typeface="Wingdings" pitchFamily="2" charset="2"/>
            </a:endParaRPr>
          </a:p>
        </p:txBody>
      </p:sp>
      <p:sp>
        <p:nvSpPr>
          <p:cNvPr id="5" name="TextBox 4"/>
          <p:cNvSpPr txBox="1"/>
          <p:nvPr/>
        </p:nvSpPr>
        <p:spPr>
          <a:xfrm>
            <a:off x="-30291" y="5736"/>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2" action="ppaction://hlinksldjump"/>
              </a:rPr>
              <a:t></a:t>
            </a:r>
            <a:endParaRPr lang="zh-CN" altLang="en-US" sz="8000" dirty="0">
              <a:solidFill>
                <a:prstClr val="black"/>
              </a:solidFill>
              <a:latin typeface="Trebuchet MS"/>
              <a:ea typeface="方正姚体" panose="02010601030101010101" pitchFamily="2" charset="-122"/>
            </a:endParaRPr>
          </a:p>
        </p:txBody>
      </p:sp>
      <p:sp>
        <p:nvSpPr>
          <p:cNvPr id="186372" name="Rectangle 4"/>
          <p:cNvSpPr>
            <a:spLocks noChangeArrowheads="1"/>
          </p:cNvSpPr>
          <p:nvPr/>
        </p:nvSpPr>
        <p:spPr bwMode="auto">
          <a:xfrm>
            <a:off x="1" y="-246220"/>
            <a:ext cx="246286" cy="492443"/>
          </a:xfrm>
          <a:prstGeom prst="rect">
            <a:avLst/>
          </a:prstGeom>
          <a:noFill/>
          <a:ln w="9525">
            <a:noFill/>
            <a:miter lim="800000"/>
            <a:headEnd/>
            <a:tailEnd/>
          </a:ln>
          <a:effectLst/>
        </p:spPr>
        <p:txBody>
          <a:bodyPr vert="horz" wrap="none" lIns="121920" tIns="60960" rIns="121920" bIns="60960" numCol="1" anchor="ctr" anchorCtr="0" compatLnSpc="1">
            <a:prstTxWarp prst="textNoShape">
              <a:avLst/>
            </a:prstTxWarp>
            <a:spAutoFit/>
          </a:bodyPr>
          <a:lstStyle/>
          <a:p>
            <a:pPr defTabSz="1219170"/>
            <a:endParaRPr lang="zh-CN" altLang="en-US" sz="2400">
              <a:solidFill>
                <a:prstClr val="black"/>
              </a:solidFill>
              <a:latin typeface="Trebuchet MS"/>
              <a:ea typeface="方正姚体" panose="02010601030101010101" pitchFamily="2" charset="-122"/>
            </a:endParaRPr>
          </a:p>
        </p:txBody>
      </p:sp>
      <p:pic>
        <p:nvPicPr>
          <p:cNvPr id="6" name="图片 5"/>
          <p:cNvPicPr/>
          <p:nvPr/>
        </p:nvPicPr>
        <p:blipFill>
          <a:blip r:embed="rId3" cstate="print"/>
          <a:stretch>
            <a:fillRect/>
          </a:stretch>
        </p:blipFill>
        <p:spPr bwMode="auto">
          <a:xfrm>
            <a:off x="2735627" y="3140968"/>
            <a:ext cx="6240693" cy="2976331"/>
          </a:xfrm>
          <a:prstGeom prst="rect">
            <a:avLst/>
          </a:prstGeom>
          <a:noFill/>
          <a:ln>
            <a:noFill/>
          </a:ln>
        </p:spPr>
      </p:pic>
    </p:spTree>
    <p:extLst>
      <p:ext uri="{BB962C8B-B14F-4D97-AF65-F5344CB8AC3E}">
        <p14:creationId xmlns:p14="http://schemas.microsoft.com/office/powerpoint/2010/main" val="248543534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zh-CN" altLang="en-US" sz="4800" dirty="0"/>
              <a:t>主题二 天涯若比邻</a:t>
            </a:r>
            <a:r>
              <a:rPr lang="en-US" altLang="zh-CN" sz="4800" dirty="0"/>
              <a:t>--</a:t>
            </a:r>
            <a:r>
              <a:rPr lang="zh-CN" altLang="en-US" sz="4800" dirty="0"/>
              <a:t>互联网</a:t>
            </a:r>
          </a:p>
        </p:txBody>
      </p:sp>
      <p:sp>
        <p:nvSpPr>
          <p:cNvPr id="2" name="内容占位符 1"/>
          <p:cNvSpPr>
            <a:spLocks noGrp="1"/>
          </p:cNvSpPr>
          <p:nvPr>
            <p:ph idx="1"/>
          </p:nvPr>
        </p:nvSpPr>
        <p:spPr/>
        <p:txBody>
          <a:bodyPr>
            <a:normAutofit/>
          </a:bodyPr>
          <a:lstStyle/>
          <a:p>
            <a:pPr>
              <a:lnSpc>
                <a:spcPct val="150000"/>
              </a:lnSpc>
              <a:spcBef>
                <a:spcPts val="0"/>
              </a:spcBef>
            </a:pPr>
            <a:r>
              <a:rPr lang="zh-CN" altLang="en-US" sz="3733" dirty="0">
                <a:latin typeface="黑体" pitchFamily="49" charset="-122"/>
                <a:ea typeface="黑体" pitchFamily="49" charset="-122"/>
              </a:rPr>
              <a:t>什么是互联网</a:t>
            </a:r>
            <a:endParaRPr lang="en-US" altLang="zh-CN" sz="3733" dirty="0">
              <a:latin typeface="黑体" pitchFamily="49" charset="-122"/>
              <a:ea typeface="黑体" pitchFamily="49" charset="-122"/>
            </a:endParaRPr>
          </a:p>
          <a:p>
            <a:r>
              <a:rPr lang="en-US" altLang="zh-CN" sz="3733" dirty="0">
                <a:latin typeface="黑体" pitchFamily="49" charset="-122"/>
                <a:ea typeface="黑体" pitchFamily="49" charset="-122"/>
              </a:rPr>
              <a:t>TCP/IP</a:t>
            </a:r>
            <a:r>
              <a:rPr lang="zh-CN" altLang="zh-CN" sz="3733" dirty="0">
                <a:latin typeface="黑体" pitchFamily="49" charset="-122"/>
                <a:ea typeface="黑体" pitchFamily="49" charset="-122"/>
              </a:rPr>
              <a:t>协议</a:t>
            </a:r>
          </a:p>
          <a:p>
            <a:pPr>
              <a:lnSpc>
                <a:spcPct val="150000"/>
              </a:lnSpc>
              <a:spcBef>
                <a:spcPts val="0"/>
              </a:spcBef>
            </a:pPr>
            <a:r>
              <a:rPr lang="zh-CN" altLang="zh-CN" sz="3733" dirty="0">
                <a:latin typeface="黑体" pitchFamily="49" charset="-122"/>
                <a:ea typeface="黑体" pitchFamily="49" charset="-122"/>
              </a:rPr>
              <a:t>如何接入互联网</a:t>
            </a:r>
            <a:endParaRPr lang="en-US" altLang="zh-CN" sz="3733" dirty="0">
              <a:latin typeface="黑体" pitchFamily="49" charset="-122"/>
              <a:ea typeface="黑体" pitchFamily="49" charset="-122"/>
            </a:endParaRPr>
          </a:p>
          <a:p>
            <a:pPr>
              <a:lnSpc>
                <a:spcPct val="150000"/>
              </a:lnSpc>
              <a:spcBef>
                <a:spcPts val="0"/>
              </a:spcBef>
            </a:pPr>
            <a:r>
              <a:rPr lang="zh-CN" altLang="zh-CN" sz="3733" dirty="0">
                <a:latin typeface="黑体" pitchFamily="49" charset="-122"/>
                <a:ea typeface="黑体" pitchFamily="49" charset="-122"/>
              </a:rPr>
              <a:t>互联网的应用</a:t>
            </a:r>
            <a:endParaRPr lang="zh-CN" altLang="en-US" sz="3733" dirty="0">
              <a:latin typeface="黑体" pitchFamily="49" charset="-122"/>
              <a:ea typeface="黑体" pitchFamily="49" charset="-122"/>
            </a:endParaRPr>
          </a:p>
        </p:txBody>
      </p:sp>
      <p:sp>
        <p:nvSpPr>
          <p:cNvPr id="5" name="TextBox 4"/>
          <p:cNvSpPr txBox="1"/>
          <p:nvPr/>
        </p:nvSpPr>
        <p:spPr>
          <a:xfrm>
            <a:off x="0" y="-170"/>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2" action="ppaction://hlinksldjump"/>
              </a:rPr>
              <a:t></a:t>
            </a:r>
            <a:endParaRPr lang="zh-CN" altLang="en-US" sz="8000" dirty="0">
              <a:solidFill>
                <a:prstClr val="black"/>
              </a:solidFill>
              <a:latin typeface="Trebuchet MS"/>
              <a:ea typeface="方正姚体" panose="02010601030101010101" pitchFamily="2" charset="-122"/>
            </a:endParaRPr>
          </a:p>
        </p:txBody>
      </p:sp>
    </p:spTree>
    <p:extLst>
      <p:ext uri="{BB962C8B-B14F-4D97-AF65-F5344CB8AC3E}">
        <p14:creationId xmlns:p14="http://schemas.microsoft.com/office/powerpoint/2010/main" val="397580499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04354" name="Rectangle 2"/>
          <p:cNvSpPr>
            <a:spLocks noGrp="1" noChangeArrowheads="1"/>
          </p:cNvSpPr>
          <p:nvPr>
            <p:ph type="title"/>
          </p:nvPr>
        </p:nvSpPr>
        <p:spPr>
          <a:xfrm>
            <a:off x="1295467" y="356659"/>
            <a:ext cx="8955616" cy="864096"/>
          </a:xfrm>
        </p:spPr>
        <p:txBody>
          <a:bodyPr>
            <a:noAutofit/>
          </a:bodyPr>
          <a:lstStyle/>
          <a:p>
            <a:pPr>
              <a:lnSpc>
                <a:spcPct val="150000"/>
              </a:lnSpc>
              <a:spcBef>
                <a:spcPts val="0"/>
              </a:spcBef>
            </a:pPr>
            <a:r>
              <a:rPr lang="en-US" altLang="zh-CN" sz="4800" dirty="0"/>
              <a:t>TCP/IP</a:t>
            </a:r>
            <a:r>
              <a:rPr lang="zh-CN" altLang="en-US" sz="4800" dirty="0"/>
              <a:t>协议</a:t>
            </a:r>
            <a:endParaRPr lang="en-US" altLang="zh-CN" sz="4800" dirty="0"/>
          </a:p>
        </p:txBody>
      </p:sp>
      <p:sp>
        <p:nvSpPr>
          <p:cNvPr id="2404355" name="Rectangle 3"/>
          <p:cNvSpPr>
            <a:spLocks noGrp="1" noChangeArrowheads="1"/>
          </p:cNvSpPr>
          <p:nvPr>
            <p:ph type="body" sz="half" idx="1"/>
          </p:nvPr>
        </p:nvSpPr>
        <p:spPr>
          <a:xfrm>
            <a:off x="719403" y="1508788"/>
            <a:ext cx="5952661" cy="5064785"/>
          </a:xfrm>
        </p:spPr>
        <p:txBody>
          <a:bodyPr>
            <a:normAutofit/>
          </a:bodyPr>
          <a:lstStyle/>
          <a:p>
            <a:pPr marL="457189" lvl="3" indent="-457189">
              <a:lnSpc>
                <a:spcPct val="150000"/>
              </a:lnSpc>
              <a:spcBef>
                <a:spcPts val="0"/>
              </a:spcBef>
              <a:buFont typeface="Arial" pitchFamily="34" charset="0"/>
              <a:buChar char="•"/>
            </a:pPr>
            <a:r>
              <a:rPr lang="zh-CN" altLang="en-US" sz="3200" dirty="0"/>
              <a:t>什么是</a:t>
            </a:r>
            <a:r>
              <a:rPr lang="en-US" altLang="zh-CN" sz="3200" dirty="0"/>
              <a:t>TCP/IP</a:t>
            </a:r>
          </a:p>
          <a:p>
            <a:pPr marL="1066773" lvl="4" indent="-457189">
              <a:lnSpc>
                <a:spcPct val="150000"/>
              </a:lnSpc>
              <a:spcBef>
                <a:spcPts val="0"/>
              </a:spcBef>
              <a:buFont typeface="华文楷体" pitchFamily="2" charset="-122"/>
              <a:buChar char="−"/>
            </a:pPr>
            <a:r>
              <a:rPr lang="zh-CN" altLang="en-US" dirty="0">
                <a:latin typeface="华文楷体" pitchFamily="2" charset="-122"/>
                <a:ea typeface="华文楷体" pitchFamily="2" charset="-122"/>
              </a:rPr>
              <a:t>传输控制协议</a:t>
            </a:r>
            <a:r>
              <a:rPr lang="en-US" altLang="zh-CN" dirty="0">
                <a:latin typeface="华文楷体" pitchFamily="2" charset="-122"/>
                <a:ea typeface="华文楷体" pitchFamily="2" charset="-122"/>
              </a:rPr>
              <a:t>/</a:t>
            </a:r>
            <a:r>
              <a:rPr lang="zh-CN" altLang="en-US" dirty="0">
                <a:latin typeface="华文楷体" pitchFamily="2" charset="-122"/>
                <a:ea typeface="华文楷体" pitchFamily="2" charset="-122"/>
              </a:rPr>
              <a:t>因特网互联协议</a:t>
            </a:r>
            <a:endParaRPr lang="en-US" altLang="zh-CN" dirty="0">
              <a:latin typeface="华文楷体" pitchFamily="2" charset="-122"/>
              <a:ea typeface="华文楷体" pitchFamily="2" charset="-122"/>
            </a:endParaRPr>
          </a:p>
          <a:p>
            <a:pPr marL="1066773" lvl="4" indent="-457189">
              <a:lnSpc>
                <a:spcPct val="150000"/>
              </a:lnSpc>
              <a:spcBef>
                <a:spcPts val="0"/>
              </a:spcBef>
              <a:buFont typeface="华文楷体" pitchFamily="2" charset="-122"/>
              <a:buChar char="−"/>
            </a:pPr>
            <a:r>
              <a:rPr lang="zh-CN" altLang="en-US" dirty="0">
                <a:latin typeface="华文楷体" pitchFamily="2" charset="-122"/>
                <a:ea typeface="华文楷体" pitchFamily="2" charset="-122"/>
              </a:rPr>
              <a:t>是一个协议族</a:t>
            </a:r>
            <a:r>
              <a:rPr lang="en-US" altLang="zh-CN" dirty="0">
                <a:latin typeface="华文楷体" pitchFamily="2" charset="-122"/>
                <a:ea typeface="华文楷体" pitchFamily="2" charset="-122"/>
              </a:rPr>
              <a:t>,</a:t>
            </a:r>
            <a:r>
              <a:rPr lang="zh-CN" altLang="en-US" dirty="0">
                <a:latin typeface="华文楷体" pitchFamily="2" charset="-122"/>
                <a:ea typeface="华文楷体" pitchFamily="2" charset="-122"/>
              </a:rPr>
              <a:t> 包括</a:t>
            </a:r>
            <a:r>
              <a:rPr lang="en-US" altLang="zh-CN" dirty="0">
                <a:latin typeface="华文楷体" pitchFamily="2" charset="-122"/>
                <a:ea typeface="华文楷体" pitchFamily="2" charset="-122"/>
              </a:rPr>
              <a:t>TCP</a:t>
            </a:r>
            <a:r>
              <a:rPr lang="zh-CN" altLang="en-US" dirty="0">
                <a:latin typeface="华文楷体" pitchFamily="2" charset="-122"/>
                <a:ea typeface="华文楷体" pitchFamily="2" charset="-122"/>
              </a:rPr>
              <a:t>、</a:t>
            </a:r>
            <a:r>
              <a:rPr lang="en-US" altLang="zh-CN" dirty="0">
                <a:latin typeface="华文楷体" pitchFamily="2" charset="-122"/>
                <a:ea typeface="华文楷体" pitchFamily="2" charset="-122"/>
              </a:rPr>
              <a:t>IP</a:t>
            </a:r>
            <a:r>
              <a:rPr lang="zh-CN" altLang="en-US" dirty="0">
                <a:latin typeface="华文楷体" pitchFamily="2" charset="-122"/>
                <a:ea typeface="华文楷体" pitchFamily="2" charset="-122"/>
              </a:rPr>
              <a:t>、</a:t>
            </a:r>
            <a:r>
              <a:rPr lang="en-US" altLang="zh-CN" dirty="0" err="1">
                <a:latin typeface="华文楷体" pitchFamily="2" charset="-122"/>
                <a:ea typeface="华文楷体" pitchFamily="2" charset="-122"/>
              </a:rPr>
              <a:t>UDP</a:t>
            </a:r>
            <a:r>
              <a:rPr lang="zh-CN" altLang="en-US" dirty="0">
                <a:latin typeface="华文楷体" pitchFamily="2" charset="-122"/>
                <a:ea typeface="华文楷体" pitchFamily="2" charset="-122"/>
              </a:rPr>
              <a:t>、</a:t>
            </a:r>
            <a:r>
              <a:rPr lang="en-US" altLang="zh-CN" dirty="0" err="1">
                <a:latin typeface="华文楷体" pitchFamily="2" charset="-122"/>
                <a:ea typeface="华文楷体" pitchFamily="2" charset="-122"/>
              </a:rPr>
              <a:t>ICMP</a:t>
            </a:r>
            <a:r>
              <a:rPr lang="zh-CN" altLang="en-US" dirty="0">
                <a:latin typeface="华文楷体" pitchFamily="2" charset="-122"/>
                <a:ea typeface="华文楷体" pitchFamily="2" charset="-122"/>
              </a:rPr>
              <a:t>、</a:t>
            </a:r>
            <a:r>
              <a:rPr lang="en-US" altLang="zh-CN" dirty="0">
                <a:latin typeface="华文楷体" pitchFamily="2" charset="-122"/>
                <a:ea typeface="华文楷体" pitchFamily="2" charset="-122"/>
              </a:rPr>
              <a:t>TELNET</a:t>
            </a:r>
            <a:r>
              <a:rPr lang="zh-CN" altLang="en-US" dirty="0">
                <a:latin typeface="华文楷体" pitchFamily="2" charset="-122"/>
                <a:ea typeface="华文楷体" pitchFamily="2" charset="-122"/>
              </a:rPr>
              <a:t>、</a:t>
            </a:r>
            <a:r>
              <a:rPr lang="en-US" altLang="zh-CN" dirty="0">
                <a:latin typeface="华文楷体" pitchFamily="2" charset="-122"/>
                <a:ea typeface="华文楷体" pitchFamily="2" charset="-122"/>
              </a:rPr>
              <a:t>FTP</a:t>
            </a:r>
            <a:r>
              <a:rPr lang="zh-CN" altLang="en-US" dirty="0">
                <a:latin typeface="华文楷体" pitchFamily="2" charset="-122"/>
                <a:ea typeface="华文楷体" pitchFamily="2" charset="-122"/>
              </a:rPr>
              <a:t>、</a:t>
            </a:r>
            <a:r>
              <a:rPr lang="en-US" altLang="zh-CN" dirty="0">
                <a:latin typeface="华文楷体" pitchFamily="2" charset="-122"/>
                <a:ea typeface="华文楷体" pitchFamily="2" charset="-122"/>
              </a:rPr>
              <a:t>SMTP</a:t>
            </a:r>
            <a:r>
              <a:rPr lang="zh-CN" altLang="en-US" dirty="0">
                <a:latin typeface="华文楷体" pitchFamily="2" charset="-122"/>
                <a:ea typeface="华文楷体" pitchFamily="2" charset="-122"/>
              </a:rPr>
              <a:t>、</a:t>
            </a:r>
            <a:r>
              <a:rPr lang="en-US" altLang="zh-CN" dirty="0">
                <a:latin typeface="华文楷体" pitchFamily="2" charset="-122"/>
                <a:ea typeface="华文楷体" pitchFamily="2" charset="-122"/>
              </a:rPr>
              <a:t>ARP</a:t>
            </a:r>
            <a:r>
              <a:rPr lang="zh-CN" altLang="en-US" dirty="0">
                <a:latin typeface="华文楷体" pitchFamily="2" charset="-122"/>
                <a:ea typeface="华文楷体" pitchFamily="2" charset="-122"/>
              </a:rPr>
              <a:t>等</a:t>
            </a:r>
            <a:r>
              <a:rPr lang="en-US" altLang="zh-CN" dirty="0">
                <a:latin typeface="华文楷体" pitchFamily="2" charset="-122"/>
                <a:ea typeface="华文楷体" pitchFamily="2" charset="-122"/>
              </a:rPr>
              <a:t>Internet</a:t>
            </a:r>
            <a:r>
              <a:rPr lang="zh-CN" altLang="en-US" dirty="0">
                <a:latin typeface="华文楷体" pitchFamily="2" charset="-122"/>
                <a:ea typeface="华文楷体" pitchFamily="2" charset="-122"/>
              </a:rPr>
              <a:t>基本协议</a:t>
            </a:r>
            <a:endParaRPr lang="en-US" altLang="zh-CN" dirty="0">
              <a:latin typeface="华文楷体" pitchFamily="2" charset="-122"/>
              <a:ea typeface="华文楷体" pitchFamily="2" charset="-122"/>
            </a:endParaRPr>
          </a:p>
          <a:p>
            <a:pPr marL="457189" lvl="3" indent="-457189">
              <a:lnSpc>
                <a:spcPct val="150000"/>
              </a:lnSpc>
              <a:buNone/>
            </a:pPr>
            <a:endParaRPr lang="zh-CN" altLang="zh-CN" sz="2933" dirty="0">
              <a:sym typeface="Wingdings" pitchFamily="2" charset="2"/>
            </a:endParaRPr>
          </a:p>
        </p:txBody>
      </p:sp>
      <p:sp>
        <p:nvSpPr>
          <p:cNvPr id="5" name="TextBox 4"/>
          <p:cNvSpPr txBox="1"/>
          <p:nvPr/>
        </p:nvSpPr>
        <p:spPr>
          <a:xfrm>
            <a:off x="-30291" y="5736"/>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2" action="ppaction://hlinksldjump"/>
              </a:rPr>
              <a:t></a:t>
            </a:r>
            <a:endParaRPr lang="zh-CN" altLang="en-US" sz="8000" dirty="0">
              <a:solidFill>
                <a:prstClr val="black"/>
              </a:solidFill>
              <a:latin typeface="Trebuchet MS"/>
              <a:ea typeface="方正姚体" panose="02010601030101010101" pitchFamily="2" charset="-122"/>
            </a:endParaRPr>
          </a:p>
        </p:txBody>
      </p:sp>
      <p:sp>
        <p:nvSpPr>
          <p:cNvPr id="186372" name="Rectangle 4"/>
          <p:cNvSpPr>
            <a:spLocks noChangeArrowheads="1"/>
          </p:cNvSpPr>
          <p:nvPr/>
        </p:nvSpPr>
        <p:spPr bwMode="auto">
          <a:xfrm>
            <a:off x="1" y="-246220"/>
            <a:ext cx="246286" cy="492443"/>
          </a:xfrm>
          <a:prstGeom prst="rect">
            <a:avLst/>
          </a:prstGeom>
          <a:noFill/>
          <a:ln w="9525">
            <a:noFill/>
            <a:miter lim="800000"/>
            <a:headEnd/>
            <a:tailEnd/>
          </a:ln>
          <a:effectLst/>
        </p:spPr>
        <p:txBody>
          <a:bodyPr vert="horz" wrap="none" lIns="121920" tIns="60960" rIns="121920" bIns="60960" numCol="1" anchor="ctr" anchorCtr="0" compatLnSpc="1">
            <a:prstTxWarp prst="textNoShape">
              <a:avLst/>
            </a:prstTxWarp>
            <a:spAutoFit/>
          </a:bodyPr>
          <a:lstStyle/>
          <a:p>
            <a:pPr defTabSz="1219170"/>
            <a:endParaRPr lang="zh-CN" altLang="en-US" sz="2400">
              <a:solidFill>
                <a:prstClr val="black"/>
              </a:solidFill>
              <a:latin typeface="Trebuchet MS"/>
              <a:ea typeface="方正姚体" panose="02010601030101010101" pitchFamily="2" charset="-122"/>
            </a:endParaRPr>
          </a:p>
        </p:txBody>
      </p:sp>
      <p:pic>
        <p:nvPicPr>
          <p:cNvPr id="6" name="图片 5" descr="p4"/>
          <p:cNvPicPr/>
          <p:nvPr/>
        </p:nvPicPr>
        <p:blipFill>
          <a:blip r:embed="rId3" cstate="print"/>
          <a:stretch>
            <a:fillRect/>
          </a:stretch>
        </p:blipFill>
        <p:spPr bwMode="auto">
          <a:xfrm>
            <a:off x="7007424" y="2084851"/>
            <a:ext cx="5184576" cy="3552395"/>
          </a:xfrm>
          <a:prstGeom prst="rect">
            <a:avLst/>
          </a:prstGeom>
          <a:noFill/>
          <a:ln>
            <a:noFill/>
          </a:ln>
        </p:spPr>
      </p:pic>
    </p:spTree>
    <p:extLst>
      <p:ext uri="{BB962C8B-B14F-4D97-AF65-F5344CB8AC3E}">
        <p14:creationId xmlns:p14="http://schemas.microsoft.com/office/powerpoint/2010/main" val="163695052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04354" name="Rectangle 2"/>
          <p:cNvSpPr>
            <a:spLocks noGrp="1" noChangeArrowheads="1"/>
          </p:cNvSpPr>
          <p:nvPr>
            <p:ph type="title"/>
          </p:nvPr>
        </p:nvSpPr>
        <p:spPr>
          <a:xfrm>
            <a:off x="1295467" y="356659"/>
            <a:ext cx="8955616" cy="864096"/>
          </a:xfrm>
        </p:spPr>
        <p:txBody>
          <a:bodyPr>
            <a:noAutofit/>
          </a:bodyPr>
          <a:lstStyle/>
          <a:p>
            <a:pPr>
              <a:lnSpc>
                <a:spcPct val="150000"/>
              </a:lnSpc>
              <a:spcBef>
                <a:spcPts val="0"/>
              </a:spcBef>
            </a:pPr>
            <a:r>
              <a:rPr lang="en-US" altLang="zh-CN" sz="4800" dirty="0"/>
              <a:t>TCP/IP</a:t>
            </a:r>
            <a:r>
              <a:rPr lang="zh-CN" altLang="en-US" sz="4800" dirty="0"/>
              <a:t>协议</a:t>
            </a:r>
            <a:endParaRPr lang="en-US" altLang="zh-CN" sz="4800" dirty="0"/>
          </a:p>
        </p:txBody>
      </p:sp>
      <p:sp>
        <p:nvSpPr>
          <p:cNvPr id="2404355" name="Rectangle 3"/>
          <p:cNvSpPr>
            <a:spLocks noGrp="1" noChangeArrowheads="1"/>
          </p:cNvSpPr>
          <p:nvPr>
            <p:ph type="body" sz="half" idx="1"/>
          </p:nvPr>
        </p:nvSpPr>
        <p:spPr>
          <a:xfrm>
            <a:off x="719403" y="1508788"/>
            <a:ext cx="10657184" cy="5064785"/>
          </a:xfrm>
        </p:spPr>
        <p:txBody>
          <a:bodyPr>
            <a:normAutofit/>
          </a:bodyPr>
          <a:lstStyle/>
          <a:p>
            <a:pPr marL="457189" lvl="3" indent="-457189">
              <a:lnSpc>
                <a:spcPct val="150000"/>
              </a:lnSpc>
              <a:spcBef>
                <a:spcPts val="0"/>
              </a:spcBef>
              <a:buFont typeface="Arial" pitchFamily="34" charset="0"/>
              <a:buChar char="•"/>
            </a:pPr>
            <a:r>
              <a:rPr lang="en-US" altLang="zh-CN" sz="3200" dirty="0"/>
              <a:t>IP</a:t>
            </a:r>
            <a:r>
              <a:rPr lang="zh-CN" altLang="en-US" sz="3200" dirty="0"/>
              <a:t>地址</a:t>
            </a:r>
            <a:endParaRPr lang="en-US" altLang="zh-CN" sz="3200" dirty="0"/>
          </a:p>
          <a:p>
            <a:pPr marL="1066773" lvl="4" indent="-457189">
              <a:lnSpc>
                <a:spcPct val="150000"/>
              </a:lnSpc>
              <a:spcBef>
                <a:spcPts val="0"/>
              </a:spcBef>
              <a:buFont typeface="华文楷体" pitchFamily="2" charset="-122"/>
              <a:buChar char="−"/>
            </a:pPr>
            <a:r>
              <a:rPr lang="zh-CN" altLang="en-US" dirty="0">
                <a:latin typeface="华文楷体" pitchFamily="2" charset="-122"/>
                <a:ea typeface="华文楷体" pitchFamily="2" charset="-122"/>
                <a:sym typeface="Monotype Sorts" pitchFamily="2" charset="2"/>
              </a:rPr>
              <a:t>互联网上的计算机及设备依靠</a:t>
            </a:r>
            <a:r>
              <a:rPr lang="en-US" altLang="zh-CN" dirty="0">
                <a:latin typeface="华文楷体" pitchFamily="2" charset="-122"/>
                <a:ea typeface="华文楷体" pitchFamily="2" charset="-122"/>
                <a:sym typeface="Monotype Sorts" pitchFamily="2" charset="2"/>
              </a:rPr>
              <a:t>IP</a:t>
            </a:r>
            <a:r>
              <a:rPr lang="zh-CN" altLang="en-US" dirty="0">
                <a:latin typeface="华文楷体" pitchFamily="2" charset="-122"/>
                <a:ea typeface="华文楷体" pitchFamily="2" charset="-122"/>
                <a:sym typeface="Monotype Sorts" pitchFamily="2" charset="2"/>
              </a:rPr>
              <a:t>地址来互相区分、相互联系</a:t>
            </a:r>
            <a:endParaRPr lang="en-US" altLang="zh-CN" dirty="0">
              <a:latin typeface="华文楷体" pitchFamily="2" charset="-122"/>
              <a:ea typeface="华文楷体" pitchFamily="2" charset="-122"/>
            </a:endParaRPr>
          </a:p>
          <a:p>
            <a:pPr marL="1066773" lvl="4" indent="-457189">
              <a:lnSpc>
                <a:spcPct val="150000"/>
              </a:lnSpc>
              <a:spcBef>
                <a:spcPts val="0"/>
              </a:spcBef>
              <a:buFont typeface="华文楷体" pitchFamily="2" charset="-122"/>
              <a:buChar char="−"/>
            </a:pPr>
            <a:r>
              <a:rPr lang="en-US" altLang="zh-CN" dirty="0">
                <a:latin typeface="华文楷体" pitchFamily="2" charset="-122"/>
                <a:ea typeface="华文楷体" pitchFamily="2" charset="-122"/>
              </a:rPr>
              <a:t>IP </a:t>
            </a:r>
            <a:r>
              <a:rPr lang="en-US" altLang="zh-CN" dirty="0" err="1">
                <a:latin typeface="华文楷体" pitchFamily="2" charset="-122"/>
                <a:ea typeface="华文楷体" pitchFamily="2" charset="-122"/>
              </a:rPr>
              <a:t>V4</a:t>
            </a:r>
            <a:r>
              <a:rPr lang="zh-CN" altLang="en-US" dirty="0">
                <a:latin typeface="华文楷体" pitchFamily="2" charset="-122"/>
                <a:ea typeface="华文楷体" pitchFamily="2" charset="-122"/>
              </a:rPr>
              <a:t>采用</a:t>
            </a:r>
            <a:r>
              <a:rPr lang="en-US" altLang="zh-CN" dirty="0">
                <a:latin typeface="华文楷体" pitchFamily="2" charset="-122"/>
                <a:ea typeface="华文楷体" pitchFamily="2" charset="-122"/>
              </a:rPr>
              <a:t>32</a:t>
            </a:r>
            <a:r>
              <a:rPr lang="zh-CN" altLang="en-US" dirty="0">
                <a:latin typeface="华文楷体" pitchFamily="2" charset="-122"/>
                <a:ea typeface="华文楷体" pitchFamily="2" charset="-122"/>
              </a:rPr>
              <a:t>位的二进制数， 通常用“点分十进制”形式。</a:t>
            </a:r>
            <a:endParaRPr lang="en-US" altLang="zh-CN" dirty="0">
              <a:latin typeface="华文楷体" pitchFamily="2" charset="-122"/>
              <a:ea typeface="华文楷体" pitchFamily="2" charset="-122"/>
            </a:endParaRPr>
          </a:p>
          <a:p>
            <a:pPr marL="1066773" lvl="4" indent="-457189">
              <a:lnSpc>
                <a:spcPct val="150000"/>
              </a:lnSpc>
              <a:spcBef>
                <a:spcPts val="0"/>
              </a:spcBef>
              <a:buNone/>
            </a:pPr>
            <a:r>
              <a:rPr lang="en-US" altLang="zh-CN" dirty="0"/>
              <a:t>	11001010 01101100 00010110 00000101</a:t>
            </a:r>
          </a:p>
          <a:p>
            <a:pPr marL="1066773" lvl="4" indent="-457189">
              <a:lnSpc>
                <a:spcPct val="150000"/>
              </a:lnSpc>
              <a:spcBef>
                <a:spcPts val="0"/>
              </a:spcBef>
              <a:buNone/>
            </a:pPr>
            <a:r>
              <a:rPr lang="en-US" altLang="zh-CN" dirty="0">
                <a:latin typeface="华文楷体" pitchFamily="2" charset="-122"/>
                <a:ea typeface="华文楷体" pitchFamily="2" charset="-122"/>
                <a:sym typeface="Monotype Sorts" pitchFamily="2" charset="2"/>
              </a:rPr>
              <a:t>	</a:t>
            </a:r>
            <a:r>
              <a:rPr lang="en-US" altLang="zh-CN" dirty="0"/>
              <a:t>202.108.22.5</a:t>
            </a:r>
            <a:endParaRPr lang="en-US" altLang="zh-CN" dirty="0">
              <a:latin typeface="华文楷体" pitchFamily="2" charset="-122"/>
              <a:ea typeface="华文楷体" pitchFamily="2" charset="-122"/>
              <a:sym typeface="Monotype Sorts" pitchFamily="2" charset="2"/>
            </a:endParaRPr>
          </a:p>
          <a:p>
            <a:pPr marL="457189" lvl="3" indent="-457189">
              <a:lnSpc>
                <a:spcPct val="150000"/>
              </a:lnSpc>
              <a:buNone/>
            </a:pPr>
            <a:endParaRPr lang="zh-CN" altLang="zh-CN" sz="2933" dirty="0">
              <a:sym typeface="Wingdings" pitchFamily="2" charset="2"/>
            </a:endParaRPr>
          </a:p>
        </p:txBody>
      </p:sp>
      <p:sp>
        <p:nvSpPr>
          <p:cNvPr id="5" name="TextBox 4"/>
          <p:cNvSpPr txBox="1"/>
          <p:nvPr/>
        </p:nvSpPr>
        <p:spPr>
          <a:xfrm>
            <a:off x="-30291" y="5736"/>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2" action="ppaction://hlinksldjump"/>
              </a:rPr>
              <a:t></a:t>
            </a:r>
            <a:endParaRPr lang="zh-CN" altLang="en-US" sz="8000" dirty="0">
              <a:solidFill>
                <a:prstClr val="black"/>
              </a:solidFill>
              <a:latin typeface="Trebuchet MS"/>
              <a:ea typeface="方正姚体" panose="02010601030101010101" pitchFamily="2" charset="-122"/>
            </a:endParaRPr>
          </a:p>
        </p:txBody>
      </p:sp>
      <p:sp>
        <p:nvSpPr>
          <p:cNvPr id="186372" name="Rectangle 4"/>
          <p:cNvSpPr>
            <a:spLocks noChangeArrowheads="1"/>
          </p:cNvSpPr>
          <p:nvPr/>
        </p:nvSpPr>
        <p:spPr bwMode="auto">
          <a:xfrm>
            <a:off x="1" y="-246220"/>
            <a:ext cx="246286" cy="492443"/>
          </a:xfrm>
          <a:prstGeom prst="rect">
            <a:avLst/>
          </a:prstGeom>
          <a:noFill/>
          <a:ln w="9525">
            <a:noFill/>
            <a:miter lim="800000"/>
            <a:headEnd/>
            <a:tailEnd/>
          </a:ln>
          <a:effectLst/>
        </p:spPr>
        <p:txBody>
          <a:bodyPr vert="horz" wrap="none" lIns="121920" tIns="60960" rIns="121920" bIns="60960" numCol="1" anchor="ctr" anchorCtr="0" compatLnSpc="1">
            <a:prstTxWarp prst="textNoShape">
              <a:avLst/>
            </a:prstTxWarp>
            <a:spAutoFit/>
          </a:bodyPr>
          <a:lstStyle/>
          <a:p>
            <a:pPr defTabSz="1219170"/>
            <a:endParaRPr lang="zh-CN" altLang="en-US" sz="2400">
              <a:solidFill>
                <a:prstClr val="black"/>
              </a:solidFill>
              <a:latin typeface="Trebuchet MS"/>
              <a:ea typeface="方正姚体" panose="02010601030101010101" pitchFamily="2" charset="-122"/>
            </a:endParaRPr>
          </a:p>
        </p:txBody>
      </p:sp>
    </p:spTree>
    <p:extLst>
      <p:ext uri="{BB962C8B-B14F-4D97-AF65-F5344CB8AC3E}">
        <p14:creationId xmlns:p14="http://schemas.microsoft.com/office/powerpoint/2010/main" val="1029484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04354" name="Rectangle 2"/>
          <p:cNvSpPr>
            <a:spLocks noGrp="1" noChangeArrowheads="1"/>
          </p:cNvSpPr>
          <p:nvPr>
            <p:ph type="title"/>
          </p:nvPr>
        </p:nvSpPr>
        <p:spPr>
          <a:xfrm>
            <a:off x="1295467" y="356659"/>
            <a:ext cx="8955616" cy="864096"/>
          </a:xfrm>
        </p:spPr>
        <p:txBody>
          <a:bodyPr>
            <a:noAutofit/>
          </a:bodyPr>
          <a:lstStyle/>
          <a:p>
            <a:pPr>
              <a:lnSpc>
                <a:spcPct val="150000"/>
              </a:lnSpc>
              <a:spcBef>
                <a:spcPts val="0"/>
              </a:spcBef>
            </a:pPr>
            <a:r>
              <a:rPr lang="en-US" altLang="zh-CN" sz="4800" dirty="0"/>
              <a:t>TCP/IP</a:t>
            </a:r>
            <a:r>
              <a:rPr lang="zh-CN" altLang="en-US" sz="4800" dirty="0"/>
              <a:t>协议</a:t>
            </a:r>
            <a:endParaRPr lang="en-US" altLang="zh-CN" sz="4800" dirty="0"/>
          </a:p>
        </p:txBody>
      </p:sp>
      <p:sp>
        <p:nvSpPr>
          <p:cNvPr id="2404355" name="Rectangle 3"/>
          <p:cNvSpPr>
            <a:spLocks noGrp="1" noChangeArrowheads="1"/>
          </p:cNvSpPr>
          <p:nvPr>
            <p:ph type="body" sz="half" idx="1"/>
          </p:nvPr>
        </p:nvSpPr>
        <p:spPr>
          <a:xfrm>
            <a:off x="719403" y="1508788"/>
            <a:ext cx="5856651" cy="5064785"/>
          </a:xfrm>
        </p:spPr>
        <p:txBody>
          <a:bodyPr>
            <a:normAutofit/>
          </a:bodyPr>
          <a:lstStyle/>
          <a:p>
            <a:pPr marL="457189" lvl="3" indent="-457189">
              <a:lnSpc>
                <a:spcPct val="150000"/>
              </a:lnSpc>
              <a:spcBef>
                <a:spcPts val="0"/>
              </a:spcBef>
              <a:buFont typeface="Arial" pitchFamily="34" charset="0"/>
              <a:buChar char="•"/>
            </a:pPr>
            <a:r>
              <a:rPr lang="en-US" altLang="zh-CN" sz="3200" dirty="0"/>
              <a:t>IP</a:t>
            </a:r>
            <a:r>
              <a:rPr lang="zh-CN" altLang="en-US" sz="3200" dirty="0"/>
              <a:t>地址分类</a:t>
            </a:r>
            <a:endParaRPr lang="en-US" altLang="zh-CN" sz="3200" dirty="0"/>
          </a:p>
          <a:p>
            <a:pPr marL="457189" lvl="3" indent="-457189">
              <a:lnSpc>
                <a:spcPct val="150000"/>
              </a:lnSpc>
              <a:buNone/>
            </a:pPr>
            <a:endParaRPr lang="zh-CN" altLang="zh-CN" sz="2933" dirty="0">
              <a:sym typeface="Wingdings" pitchFamily="2" charset="2"/>
            </a:endParaRPr>
          </a:p>
        </p:txBody>
      </p:sp>
      <p:sp>
        <p:nvSpPr>
          <p:cNvPr id="5" name="TextBox 4"/>
          <p:cNvSpPr txBox="1"/>
          <p:nvPr/>
        </p:nvSpPr>
        <p:spPr>
          <a:xfrm>
            <a:off x="-30291" y="5736"/>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2" action="ppaction://hlinksldjump"/>
              </a:rPr>
              <a:t></a:t>
            </a:r>
            <a:endParaRPr lang="zh-CN" altLang="en-US" sz="8000" dirty="0">
              <a:solidFill>
                <a:prstClr val="black"/>
              </a:solidFill>
              <a:latin typeface="Trebuchet MS"/>
              <a:ea typeface="方正姚体" panose="02010601030101010101" pitchFamily="2" charset="-122"/>
            </a:endParaRPr>
          </a:p>
        </p:txBody>
      </p:sp>
      <p:sp>
        <p:nvSpPr>
          <p:cNvPr id="186372" name="Rectangle 4"/>
          <p:cNvSpPr>
            <a:spLocks noChangeArrowheads="1"/>
          </p:cNvSpPr>
          <p:nvPr/>
        </p:nvSpPr>
        <p:spPr bwMode="auto">
          <a:xfrm>
            <a:off x="1" y="-246220"/>
            <a:ext cx="246286" cy="492443"/>
          </a:xfrm>
          <a:prstGeom prst="rect">
            <a:avLst/>
          </a:prstGeom>
          <a:noFill/>
          <a:ln w="9525">
            <a:noFill/>
            <a:miter lim="800000"/>
            <a:headEnd/>
            <a:tailEnd/>
          </a:ln>
          <a:effectLst/>
        </p:spPr>
        <p:txBody>
          <a:bodyPr vert="horz" wrap="none" lIns="121920" tIns="60960" rIns="121920" bIns="60960" numCol="1" anchor="ctr" anchorCtr="0" compatLnSpc="1">
            <a:prstTxWarp prst="textNoShape">
              <a:avLst/>
            </a:prstTxWarp>
            <a:spAutoFit/>
          </a:bodyPr>
          <a:lstStyle/>
          <a:p>
            <a:pPr defTabSz="1219170"/>
            <a:endParaRPr lang="zh-CN" altLang="en-US" sz="2400">
              <a:solidFill>
                <a:prstClr val="black"/>
              </a:solidFill>
              <a:latin typeface="Trebuchet MS"/>
              <a:ea typeface="方正姚体" panose="02010601030101010101" pitchFamily="2" charset="-122"/>
            </a:endParaRPr>
          </a:p>
        </p:txBody>
      </p:sp>
      <p:grpSp>
        <p:nvGrpSpPr>
          <p:cNvPr id="101" name="组合 95"/>
          <p:cNvGrpSpPr>
            <a:grpSpLocks/>
          </p:cNvGrpSpPr>
          <p:nvPr/>
        </p:nvGrpSpPr>
        <p:grpSpPr bwMode="auto">
          <a:xfrm>
            <a:off x="1007435" y="2564906"/>
            <a:ext cx="10413917" cy="1083733"/>
            <a:chOff x="927162" y="2967060"/>
            <a:chExt cx="7810438" cy="812800"/>
          </a:xfrm>
        </p:grpSpPr>
        <p:sp>
          <p:nvSpPr>
            <p:cNvPr id="102" name="Line 5"/>
            <p:cNvSpPr>
              <a:spLocks noChangeShapeType="1"/>
            </p:cNvSpPr>
            <p:nvPr/>
          </p:nvSpPr>
          <p:spPr bwMode="auto">
            <a:xfrm>
              <a:off x="3413125" y="3617935"/>
              <a:ext cx="5310188" cy="0"/>
            </a:xfrm>
            <a:prstGeom prst="line">
              <a:avLst/>
            </a:prstGeom>
            <a:noFill/>
            <a:ln w="12700">
              <a:solidFill>
                <a:schemeClr val="tx1"/>
              </a:solidFill>
              <a:round/>
              <a:headEnd type="triangle" w="sm" len="med"/>
              <a:tailEnd type="triangle" w="sm" len="med"/>
            </a:ln>
          </p:spPr>
          <p:txBody>
            <a:bodyPr/>
            <a:lstStyle/>
            <a:p>
              <a:pPr defTabSz="1219170"/>
              <a:endParaRPr lang="zh-CN" altLang="en-US" sz="2400">
                <a:solidFill>
                  <a:prstClr val="black"/>
                </a:solidFill>
                <a:latin typeface="Trebuchet MS"/>
                <a:ea typeface="方正姚体" panose="02010601030101010101" pitchFamily="2" charset="-122"/>
              </a:endParaRPr>
            </a:p>
          </p:txBody>
        </p:sp>
        <p:sp>
          <p:nvSpPr>
            <p:cNvPr id="103" name="Rectangle 6"/>
            <p:cNvSpPr>
              <a:spLocks noChangeArrowheads="1"/>
            </p:cNvSpPr>
            <p:nvPr/>
          </p:nvSpPr>
          <p:spPr bwMode="auto">
            <a:xfrm>
              <a:off x="5066790" y="3409975"/>
              <a:ext cx="1418659" cy="339068"/>
            </a:xfrm>
            <a:prstGeom prst="rect">
              <a:avLst/>
            </a:prstGeom>
            <a:solidFill>
              <a:schemeClr val="bg1"/>
            </a:solidFill>
            <a:ln w="12700">
              <a:noFill/>
              <a:miter lim="800000"/>
              <a:headEnd/>
              <a:tailEnd/>
            </a:ln>
          </p:spPr>
          <p:txBody>
            <a:bodyPr wrap="none" lIns="120651" tIns="59267" rIns="120651" bIns="59267">
              <a:spAutoFit/>
            </a:bodyPr>
            <a:lstStyle/>
            <a:p>
              <a:pPr algn="ctr" defTabSz="1015975" eaLnBrk="0" hangingPunct="0">
                <a:lnSpc>
                  <a:spcPct val="90000"/>
                </a:lnSpc>
              </a:pPr>
              <a:r>
                <a:rPr kumimoji="1" lang="zh-CN" altLang="en-US" sz="2400" dirty="0">
                  <a:solidFill>
                    <a:srgbClr val="333399"/>
                  </a:solidFill>
                  <a:latin typeface="Trebuchet MS"/>
                  <a:ea typeface="黑体" pitchFamily="49" charset="-122"/>
                </a:rPr>
                <a:t>主机号</a:t>
              </a:r>
              <a:r>
                <a:rPr kumimoji="1" lang="en-US" altLang="zh-CN" sz="2400" dirty="0">
                  <a:solidFill>
                    <a:srgbClr val="333399"/>
                  </a:solidFill>
                  <a:latin typeface="Trebuchet MS"/>
                  <a:ea typeface="黑体" pitchFamily="49" charset="-122"/>
                </a:rPr>
                <a:t>24 </a:t>
              </a:r>
              <a:r>
                <a:rPr kumimoji="1" lang="zh-CN" altLang="en-US" sz="2400" dirty="0">
                  <a:solidFill>
                    <a:srgbClr val="333399"/>
                  </a:solidFill>
                  <a:latin typeface="Trebuchet MS"/>
                  <a:ea typeface="黑体" pitchFamily="49" charset="-122"/>
                </a:rPr>
                <a:t>位</a:t>
              </a:r>
            </a:p>
          </p:txBody>
        </p:sp>
        <p:sp>
          <p:nvSpPr>
            <p:cNvPr id="104" name="Line 9"/>
            <p:cNvSpPr>
              <a:spLocks noChangeShapeType="1"/>
            </p:cNvSpPr>
            <p:nvPr/>
          </p:nvSpPr>
          <p:spPr bwMode="auto">
            <a:xfrm>
              <a:off x="1649413" y="3617935"/>
              <a:ext cx="1763712" cy="0"/>
            </a:xfrm>
            <a:prstGeom prst="line">
              <a:avLst/>
            </a:prstGeom>
            <a:noFill/>
            <a:ln w="12700">
              <a:solidFill>
                <a:schemeClr val="tx1"/>
              </a:solidFill>
              <a:round/>
              <a:headEnd type="triangle" w="sm" len="med"/>
              <a:tailEnd type="triangle" w="sm" len="med"/>
            </a:ln>
          </p:spPr>
          <p:txBody>
            <a:bodyPr/>
            <a:lstStyle/>
            <a:p>
              <a:pPr defTabSz="1219170"/>
              <a:endParaRPr lang="zh-CN" altLang="en-US" sz="2400">
                <a:solidFill>
                  <a:prstClr val="black"/>
                </a:solidFill>
                <a:latin typeface="Trebuchet MS"/>
                <a:ea typeface="方正姚体" panose="02010601030101010101" pitchFamily="2" charset="-122"/>
              </a:endParaRPr>
            </a:p>
          </p:txBody>
        </p:sp>
        <p:sp>
          <p:nvSpPr>
            <p:cNvPr id="105" name="Rectangle 10"/>
            <p:cNvSpPr>
              <a:spLocks noChangeArrowheads="1"/>
            </p:cNvSpPr>
            <p:nvPr/>
          </p:nvSpPr>
          <p:spPr bwMode="auto">
            <a:xfrm>
              <a:off x="1816772" y="3409975"/>
              <a:ext cx="1297232" cy="339068"/>
            </a:xfrm>
            <a:prstGeom prst="rect">
              <a:avLst/>
            </a:prstGeom>
            <a:solidFill>
              <a:schemeClr val="bg1"/>
            </a:solidFill>
            <a:ln w="12700">
              <a:noFill/>
              <a:miter lim="800000"/>
              <a:headEnd/>
              <a:tailEnd/>
            </a:ln>
          </p:spPr>
          <p:txBody>
            <a:bodyPr wrap="none" lIns="120651" tIns="59267" rIns="120651" bIns="59267">
              <a:spAutoFit/>
            </a:bodyPr>
            <a:lstStyle/>
            <a:p>
              <a:pPr algn="ctr" defTabSz="1015975" eaLnBrk="0" hangingPunct="0">
                <a:lnSpc>
                  <a:spcPct val="90000"/>
                </a:lnSpc>
              </a:pPr>
              <a:r>
                <a:rPr kumimoji="1" lang="zh-CN" altLang="en-US" sz="2400" dirty="0">
                  <a:solidFill>
                    <a:srgbClr val="333399"/>
                  </a:solidFill>
                  <a:latin typeface="Trebuchet MS"/>
                  <a:ea typeface="黑体" pitchFamily="49" charset="-122"/>
                </a:rPr>
                <a:t>网络号</a:t>
              </a:r>
              <a:r>
                <a:rPr kumimoji="1" lang="en-US" altLang="zh-CN" sz="2400" dirty="0">
                  <a:solidFill>
                    <a:srgbClr val="333399"/>
                  </a:solidFill>
                  <a:latin typeface="Trebuchet MS"/>
                  <a:ea typeface="黑体" pitchFamily="49" charset="-122"/>
                </a:rPr>
                <a:t>8 </a:t>
              </a:r>
              <a:r>
                <a:rPr kumimoji="1" lang="zh-CN" altLang="en-US" sz="2400" dirty="0">
                  <a:solidFill>
                    <a:srgbClr val="333399"/>
                  </a:solidFill>
                  <a:latin typeface="Trebuchet MS"/>
                  <a:ea typeface="黑体" pitchFamily="49" charset="-122"/>
                </a:rPr>
                <a:t>位</a:t>
              </a:r>
            </a:p>
          </p:txBody>
        </p:sp>
        <p:sp>
          <p:nvSpPr>
            <p:cNvPr id="106" name="Rectangle 11"/>
            <p:cNvSpPr>
              <a:spLocks noChangeArrowheads="1"/>
            </p:cNvSpPr>
            <p:nvPr/>
          </p:nvSpPr>
          <p:spPr bwMode="auto">
            <a:xfrm>
              <a:off x="1652588" y="2973410"/>
              <a:ext cx="7085012" cy="442913"/>
            </a:xfrm>
            <a:prstGeom prst="rect">
              <a:avLst/>
            </a:prstGeom>
            <a:solidFill>
              <a:srgbClr val="FFFF99"/>
            </a:solidFill>
            <a:ln w="19050">
              <a:solidFill>
                <a:schemeClr val="tx1"/>
              </a:solidFill>
              <a:miter lim="800000"/>
              <a:headEnd/>
              <a:tailEnd/>
            </a:ln>
          </p:spPr>
          <p:txBody>
            <a:bodyPr wrap="none" anchor="ctr"/>
            <a:lstStyle/>
            <a:p>
              <a:pPr defTabSz="1219170"/>
              <a:endParaRPr lang="zh-CN" altLang="zh-CN" sz="3733">
                <a:solidFill>
                  <a:prstClr val="black"/>
                </a:solidFill>
                <a:latin typeface="Tahoma" pitchFamily="34" charset="0"/>
                <a:ea typeface="黑体" pitchFamily="49" charset="-122"/>
              </a:endParaRPr>
            </a:p>
          </p:txBody>
        </p:sp>
        <p:sp>
          <p:nvSpPr>
            <p:cNvPr id="107" name="Rectangle 16"/>
            <p:cNvSpPr>
              <a:spLocks noChangeArrowheads="1"/>
            </p:cNvSpPr>
            <p:nvPr/>
          </p:nvSpPr>
          <p:spPr bwMode="auto">
            <a:xfrm>
              <a:off x="1676400" y="2997223"/>
              <a:ext cx="1730375" cy="406400"/>
            </a:xfrm>
            <a:prstGeom prst="rect">
              <a:avLst/>
            </a:prstGeom>
            <a:solidFill>
              <a:srgbClr val="FFCCFF"/>
            </a:solidFill>
            <a:ln w="12700">
              <a:noFill/>
              <a:miter lim="800000"/>
              <a:headEnd/>
              <a:tailEnd/>
            </a:ln>
          </p:spPr>
          <p:txBody>
            <a:bodyPr wrap="none" anchor="ctr"/>
            <a:lstStyle/>
            <a:p>
              <a:pPr defTabSz="1219170"/>
              <a:endParaRPr lang="zh-CN" altLang="zh-CN" sz="3733">
                <a:solidFill>
                  <a:prstClr val="black"/>
                </a:solidFill>
                <a:latin typeface="Tahoma" pitchFamily="34" charset="0"/>
                <a:ea typeface="黑体" pitchFamily="49" charset="-122"/>
              </a:endParaRPr>
            </a:p>
          </p:txBody>
        </p:sp>
        <p:sp>
          <p:nvSpPr>
            <p:cNvPr id="108" name="Rectangle 17"/>
            <p:cNvSpPr>
              <a:spLocks noChangeArrowheads="1"/>
            </p:cNvSpPr>
            <p:nvPr/>
          </p:nvSpPr>
          <p:spPr bwMode="auto">
            <a:xfrm>
              <a:off x="1598613" y="2967060"/>
              <a:ext cx="317396" cy="397594"/>
            </a:xfrm>
            <a:prstGeom prst="rect">
              <a:avLst/>
            </a:prstGeom>
            <a:noFill/>
            <a:ln w="12700">
              <a:noFill/>
              <a:miter lim="800000"/>
              <a:headEnd/>
              <a:tailEnd/>
            </a:ln>
          </p:spPr>
          <p:txBody>
            <a:bodyPr wrap="none" lIns="120651" tIns="59267" rIns="120651" bIns="59267">
              <a:spAutoFit/>
            </a:bodyPr>
            <a:lstStyle/>
            <a:p>
              <a:pPr defTabSz="1015975" eaLnBrk="0" hangingPunct="0"/>
              <a:r>
                <a:rPr kumimoji="1" lang="en-US" altLang="zh-CN" sz="2667">
                  <a:solidFill>
                    <a:srgbClr val="333399"/>
                  </a:solidFill>
                  <a:latin typeface="Trebuchet MS"/>
                  <a:ea typeface="黑体" pitchFamily="49" charset="-122"/>
                </a:rPr>
                <a:t>0</a:t>
              </a:r>
            </a:p>
          </p:txBody>
        </p:sp>
        <p:sp>
          <p:nvSpPr>
            <p:cNvPr id="109" name="Rectangle 18"/>
            <p:cNvSpPr>
              <a:spLocks noChangeArrowheads="1"/>
            </p:cNvSpPr>
            <p:nvPr/>
          </p:nvSpPr>
          <p:spPr bwMode="auto">
            <a:xfrm>
              <a:off x="927162" y="2995636"/>
              <a:ext cx="653114" cy="397594"/>
            </a:xfrm>
            <a:prstGeom prst="rect">
              <a:avLst/>
            </a:prstGeom>
            <a:noFill/>
            <a:ln w="12700">
              <a:noFill/>
              <a:miter lim="800000"/>
              <a:headEnd/>
              <a:tailEnd/>
            </a:ln>
          </p:spPr>
          <p:txBody>
            <a:bodyPr wrap="none" lIns="120651" tIns="59267" rIns="120651" bIns="59267">
              <a:spAutoFit/>
            </a:bodyPr>
            <a:lstStyle/>
            <a:p>
              <a:pPr defTabSz="1015975" eaLnBrk="0" hangingPunct="0"/>
              <a:r>
                <a:rPr kumimoji="1" lang="en-US" altLang="zh-CN" sz="2667" dirty="0">
                  <a:solidFill>
                    <a:srgbClr val="333399"/>
                  </a:solidFill>
                  <a:latin typeface="Trebuchet MS"/>
                  <a:ea typeface="黑体" pitchFamily="49" charset="-122"/>
                </a:rPr>
                <a:t>A </a:t>
              </a:r>
              <a:r>
                <a:rPr kumimoji="1" lang="zh-CN" altLang="en-US" sz="2667" dirty="0">
                  <a:solidFill>
                    <a:srgbClr val="333399"/>
                  </a:solidFill>
                  <a:latin typeface="Trebuchet MS"/>
                  <a:ea typeface="黑体" pitchFamily="49" charset="-122"/>
                </a:rPr>
                <a:t>类</a:t>
              </a:r>
            </a:p>
          </p:txBody>
        </p:sp>
        <p:sp>
          <p:nvSpPr>
            <p:cNvPr id="110" name="Line 19"/>
            <p:cNvSpPr>
              <a:spLocks noChangeShapeType="1"/>
            </p:cNvSpPr>
            <p:nvPr/>
          </p:nvSpPr>
          <p:spPr bwMode="auto">
            <a:xfrm>
              <a:off x="1908175" y="2973410"/>
              <a:ext cx="0" cy="422275"/>
            </a:xfrm>
            <a:prstGeom prst="line">
              <a:avLst/>
            </a:prstGeom>
            <a:noFill/>
            <a:ln w="19050">
              <a:solidFill>
                <a:schemeClr val="tx1"/>
              </a:solidFill>
              <a:prstDash val="dash"/>
              <a:round/>
              <a:headEnd/>
              <a:tailEnd/>
            </a:ln>
          </p:spPr>
          <p:txBody>
            <a:bodyPr wrap="none" anchor="ctr"/>
            <a:lstStyle/>
            <a:p>
              <a:pPr defTabSz="1219170"/>
              <a:endParaRPr lang="zh-CN" altLang="en-US" sz="2400">
                <a:solidFill>
                  <a:prstClr val="black"/>
                </a:solidFill>
                <a:latin typeface="Trebuchet MS"/>
                <a:ea typeface="方正姚体" panose="02010601030101010101" pitchFamily="2" charset="-122"/>
              </a:endParaRPr>
            </a:p>
          </p:txBody>
        </p:sp>
        <p:sp>
          <p:nvSpPr>
            <p:cNvPr id="111" name="Line 20"/>
            <p:cNvSpPr>
              <a:spLocks noChangeShapeType="1"/>
            </p:cNvSpPr>
            <p:nvPr/>
          </p:nvSpPr>
          <p:spPr bwMode="auto">
            <a:xfrm>
              <a:off x="3413125" y="2973410"/>
              <a:ext cx="0" cy="450850"/>
            </a:xfrm>
            <a:prstGeom prst="line">
              <a:avLst/>
            </a:prstGeom>
            <a:noFill/>
            <a:ln w="19050">
              <a:solidFill>
                <a:schemeClr val="tx1"/>
              </a:solidFill>
              <a:round/>
              <a:headEnd/>
              <a:tailEnd/>
            </a:ln>
          </p:spPr>
          <p:txBody>
            <a:bodyPr wrap="none" anchor="ctr"/>
            <a:lstStyle/>
            <a:p>
              <a:pPr defTabSz="1219170"/>
              <a:endParaRPr lang="zh-CN" altLang="en-US" sz="2400">
                <a:solidFill>
                  <a:prstClr val="black"/>
                </a:solidFill>
                <a:latin typeface="Trebuchet MS"/>
                <a:ea typeface="方正姚体" panose="02010601030101010101" pitchFamily="2" charset="-122"/>
              </a:endParaRPr>
            </a:p>
          </p:txBody>
        </p:sp>
        <p:sp>
          <p:nvSpPr>
            <p:cNvPr id="112" name="Line 21"/>
            <p:cNvSpPr>
              <a:spLocks noChangeShapeType="1"/>
            </p:cNvSpPr>
            <p:nvPr/>
          </p:nvSpPr>
          <p:spPr bwMode="auto">
            <a:xfrm>
              <a:off x="1649413" y="3456010"/>
              <a:ext cx="0" cy="323850"/>
            </a:xfrm>
            <a:prstGeom prst="line">
              <a:avLst/>
            </a:prstGeom>
            <a:noFill/>
            <a:ln w="12700">
              <a:solidFill>
                <a:schemeClr val="tx1"/>
              </a:solidFill>
              <a:round/>
              <a:headEnd/>
              <a:tailEnd/>
            </a:ln>
          </p:spPr>
          <p:txBody>
            <a:bodyPr/>
            <a:lstStyle/>
            <a:p>
              <a:pPr defTabSz="1219170"/>
              <a:endParaRPr lang="zh-CN" altLang="en-US" sz="2400">
                <a:solidFill>
                  <a:prstClr val="black"/>
                </a:solidFill>
                <a:latin typeface="Trebuchet MS"/>
                <a:ea typeface="方正姚体" panose="02010601030101010101" pitchFamily="2" charset="-122"/>
              </a:endParaRPr>
            </a:p>
          </p:txBody>
        </p:sp>
        <p:sp>
          <p:nvSpPr>
            <p:cNvPr id="113" name="Line 22"/>
            <p:cNvSpPr>
              <a:spLocks noChangeShapeType="1"/>
            </p:cNvSpPr>
            <p:nvPr/>
          </p:nvSpPr>
          <p:spPr bwMode="auto">
            <a:xfrm>
              <a:off x="3413125" y="3456010"/>
              <a:ext cx="0" cy="323850"/>
            </a:xfrm>
            <a:prstGeom prst="line">
              <a:avLst/>
            </a:prstGeom>
            <a:noFill/>
            <a:ln w="12700">
              <a:solidFill>
                <a:schemeClr val="tx1"/>
              </a:solidFill>
              <a:round/>
              <a:headEnd/>
              <a:tailEnd/>
            </a:ln>
          </p:spPr>
          <p:txBody>
            <a:bodyPr/>
            <a:lstStyle/>
            <a:p>
              <a:pPr defTabSz="1219170"/>
              <a:endParaRPr lang="zh-CN" altLang="en-US" sz="2400">
                <a:solidFill>
                  <a:prstClr val="black"/>
                </a:solidFill>
                <a:latin typeface="Trebuchet MS"/>
                <a:ea typeface="方正姚体" panose="02010601030101010101" pitchFamily="2" charset="-122"/>
              </a:endParaRPr>
            </a:p>
          </p:txBody>
        </p:sp>
        <p:sp>
          <p:nvSpPr>
            <p:cNvPr id="114" name="Line 23"/>
            <p:cNvSpPr>
              <a:spLocks noChangeShapeType="1"/>
            </p:cNvSpPr>
            <p:nvPr/>
          </p:nvSpPr>
          <p:spPr bwMode="auto">
            <a:xfrm>
              <a:off x="8723313" y="3456010"/>
              <a:ext cx="0" cy="323850"/>
            </a:xfrm>
            <a:prstGeom prst="line">
              <a:avLst/>
            </a:prstGeom>
            <a:noFill/>
            <a:ln w="12700">
              <a:solidFill>
                <a:schemeClr val="tx1"/>
              </a:solidFill>
              <a:round/>
              <a:headEnd/>
              <a:tailEnd/>
            </a:ln>
          </p:spPr>
          <p:txBody>
            <a:bodyPr/>
            <a:lstStyle/>
            <a:p>
              <a:pPr defTabSz="1219170"/>
              <a:endParaRPr lang="zh-CN" altLang="en-US" sz="2400">
                <a:solidFill>
                  <a:prstClr val="black"/>
                </a:solidFill>
                <a:latin typeface="Trebuchet MS"/>
                <a:ea typeface="方正姚体" panose="02010601030101010101" pitchFamily="2" charset="-122"/>
              </a:endParaRPr>
            </a:p>
          </p:txBody>
        </p:sp>
      </p:grpSp>
      <p:grpSp>
        <p:nvGrpSpPr>
          <p:cNvPr id="115" name="组合 97"/>
          <p:cNvGrpSpPr>
            <a:grpSpLocks/>
          </p:cNvGrpSpPr>
          <p:nvPr/>
        </p:nvGrpSpPr>
        <p:grpSpPr bwMode="auto">
          <a:xfrm>
            <a:off x="1008663" y="4954099"/>
            <a:ext cx="10421156" cy="1113358"/>
            <a:chOff x="918558" y="5605485"/>
            <a:chExt cx="7815867" cy="835025"/>
          </a:xfrm>
        </p:grpSpPr>
        <p:sp>
          <p:nvSpPr>
            <p:cNvPr id="116" name="Line 2"/>
            <p:cNvSpPr>
              <a:spLocks noChangeShapeType="1"/>
            </p:cNvSpPr>
            <p:nvPr/>
          </p:nvSpPr>
          <p:spPr bwMode="auto">
            <a:xfrm flipV="1">
              <a:off x="1687513" y="6265885"/>
              <a:ext cx="5305425" cy="0"/>
            </a:xfrm>
            <a:prstGeom prst="line">
              <a:avLst/>
            </a:prstGeom>
            <a:noFill/>
            <a:ln w="12700">
              <a:solidFill>
                <a:schemeClr val="tx1"/>
              </a:solidFill>
              <a:round/>
              <a:headEnd type="triangle" w="sm" len="med"/>
              <a:tailEnd type="triangle" w="sm" len="med"/>
            </a:ln>
          </p:spPr>
          <p:txBody>
            <a:bodyPr/>
            <a:lstStyle/>
            <a:p>
              <a:pPr defTabSz="1219170"/>
              <a:endParaRPr lang="zh-CN" altLang="en-US" sz="2400">
                <a:solidFill>
                  <a:prstClr val="black"/>
                </a:solidFill>
                <a:latin typeface="Trebuchet MS"/>
                <a:ea typeface="方正姚体" panose="02010601030101010101" pitchFamily="2" charset="-122"/>
              </a:endParaRPr>
            </a:p>
          </p:txBody>
        </p:sp>
        <p:sp>
          <p:nvSpPr>
            <p:cNvPr id="117" name="Rectangle 3"/>
            <p:cNvSpPr>
              <a:spLocks noChangeArrowheads="1"/>
            </p:cNvSpPr>
            <p:nvPr/>
          </p:nvSpPr>
          <p:spPr bwMode="auto">
            <a:xfrm>
              <a:off x="3484786" y="6048399"/>
              <a:ext cx="1348928" cy="339070"/>
            </a:xfrm>
            <a:prstGeom prst="rect">
              <a:avLst/>
            </a:prstGeom>
            <a:solidFill>
              <a:schemeClr val="bg1"/>
            </a:solidFill>
            <a:ln w="12700">
              <a:noFill/>
              <a:miter lim="800000"/>
              <a:headEnd/>
              <a:tailEnd/>
            </a:ln>
          </p:spPr>
          <p:txBody>
            <a:bodyPr wrap="none" lIns="120651" tIns="59267" rIns="120651" bIns="59267">
              <a:spAutoFit/>
            </a:bodyPr>
            <a:lstStyle/>
            <a:p>
              <a:pPr algn="ctr" defTabSz="1015975" eaLnBrk="0" hangingPunct="0">
                <a:lnSpc>
                  <a:spcPct val="90000"/>
                </a:lnSpc>
              </a:pPr>
              <a:r>
                <a:rPr kumimoji="1" lang="zh-CN" altLang="en-US" sz="2400" dirty="0">
                  <a:solidFill>
                    <a:srgbClr val="333399"/>
                  </a:solidFill>
                  <a:latin typeface="Trebuchet MS"/>
                  <a:ea typeface="黑体" pitchFamily="49" charset="-122"/>
                </a:rPr>
                <a:t>网络号</a:t>
              </a:r>
              <a:r>
                <a:rPr kumimoji="1" lang="en-US" altLang="zh-CN" sz="2400" dirty="0">
                  <a:solidFill>
                    <a:srgbClr val="333399"/>
                  </a:solidFill>
                  <a:latin typeface="Trebuchet MS"/>
                  <a:ea typeface="黑体" pitchFamily="49" charset="-122"/>
                </a:rPr>
                <a:t>24</a:t>
              </a:r>
              <a:r>
                <a:rPr kumimoji="1" lang="zh-CN" altLang="en-US" sz="2400" dirty="0">
                  <a:solidFill>
                    <a:srgbClr val="333399"/>
                  </a:solidFill>
                  <a:latin typeface="Trebuchet MS"/>
                  <a:ea typeface="黑体" pitchFamily="49" charset="-122"/>
                </a:rPr>
                <a:t>位</a:t>
              </a:r>
            </a:p>
          </p:txBody>
        </p:sp>
        <p:sp>
          <p:nvSpPr>
            <p:cNvPr id="118" name="Rectangle 4"/>
            <p:cNvSpPr>
              <a:spLocks noChangeArrowheads="1"/>
            </p:cNvSpPr>
            <p:nvPr/>
          </p:nvSpPr>
          <p:spPr bwMode="auto">
            <a:xfrm>
              <a:off x="1687513" y="5611835"/>
              <a:ext cx="7046912" cy="444500"/>
            </a:xfrm>
            <a:prstGeom prst="rect">
              <a:avLst/>
            </a:prstGeom>
            <a:solidFill>
              <a:srgbClr val="FFFF99"/>
            </a:solidFill>
            <a:ln w="25400">
              <a:solidFill>
                <a:schemeClr val="tx1"/>
              </a:solidFill>
              <a:miter lim="800000"/>
              <a:headEnd/>
              <a:tailEnd/>
            </a:ln>
          </p:spPr>
          <p:txBody>
            <a:bodyPr wrap="none" anchor="ctr"/>
            <a:lstStyle/>
            <a:p>
              <a:pPr defTabSz="1219170"/>
              <a:endParaRPr lang="zh-CN" altLang="zh-CN" sz="3733">
                <a:solidFill>
                  <a:prstClr val="black"/>
                </a:solidFill>
                <a:latin typeface="Tahoma" pitchFamily="34" charset="0"/>
                <a:ea typeface="黑体" pitchFamily="49" charset="-122"/>
              </a:endParaRPr>
            </a:p>
          </p:txBody>
        </p:sp>
        <p:sp>
          <p:nvSpPr>
            <p:cNvPr id="119" name="Rectangle 14"/>
            <p:cNvSpPr>
              <a:spLocks noChangeArrowheads="1"/>
            </p:cNvSpPr>
            <p:nvPr/>
          </p:nvSpPr>
          <p:spPr bwMode="auto">
            <a:xfrm>
              <a:off x="1697038" y="5626123"/>
              <a:ext cx="5300662" cy="423862"/>
            </a:xfrm>
            <a:prstGeom prst="rect">
              <a:avLst/>
            </a:prstGeom>
            <a:solidFill>
              <a:srgbClr val="FFCCFF"/>
            </a:solidFill>
            <a:ln w="12700">
              <a:noFill/>
              <a:miter lim="800000"/>
              <a:headEnd/>
              <a:tailEnd/>
            </a:ln>
          </p:spPr>
          <p:txBody>
            <a:bodyPr wrap="none" anchor="ctr"/>
            <a:lstStyle/>
            <a:p>
              <a:pPr defTabSz="1219170"/>
              <a:endParaRPr lang="zh-CN" altLang="zh-CN" sz="3733">
                <a:solidFill>
                  <a:prstClr val="black"/>
                </a:solidFill>
                <a:latin typeface="Tahoma" pitchFamily="34" charset="0"/>
                <a:ea typeface="黑体" pitchFamily="49" charset="-122"/>
              </a:endParaRPr>
            </a:p>
          </p:txBody>
        </p:sp>
        <p:sp>
          <p:nvSpPr>
            <p:cNvPr id="120" name="Rectangle 31"/>
            <p:cNvSpPr>
              <a:spLocks noChangeArrowheads="1"/>
            </p:cNvSpPr>
            <p:nvPr/>
          </p:nvSpPr>
          <p:spPr bwMode="auto">
            <a:xfrm>
              <a:off x="918558" y="5621360"/>
              <a:ext cx="669656" cy="397597"/>
            </a:xfrm>
            <a:prstGeom prst="rect">
              <a:avLst/>
            </a:prstGeom>
            <a:noFill/>
            <a:ln w="12700">
              <a:noFill/>
              <a:miter lim="800000"/>
              <a:headEnd/>
              <a:tailEnd/>
            </a:ln>
          </p:spPr>
          <p:txBody>
            <a:bodyPr wrap="none" lIns="120651" tIns="59267" rIns="120651" bIns="59267">
              <a:spAutoFit/>
            </a:bodyPr>
            <a:lstStyle/>
            <a:p>
              <a:pPr defTabSz="1015975" eaLnBrk="0" hangingPunct="0"/>
              <a:r>
                <a:rPr kumimoji="1" lang="en-US" altLang="zh-CN" sz="2667" dirty="0">
                  <a:solidFill>
                    <a:srgbClr val="333399"/>
                  </a:solidFill>
                  <a:latin typeface="Trebuchet MS"/>
                  <a:ea typeface="黑体" pitchFamily="49" charset="-122"/>
                </a:rPr>
                <a:t>C </a:t>
              </a:r>
              <a:r>
                <a:rPr kumimoji="1" lang="zh-CN" altLang="en-US" sz="2667" dirty="0">
                  <a:solidFill>
                    <a:srgbClr val="333399"/>
                  </a:solidFill>
                  <a:latin typeface="Trebuchet MS"/>
                  <a:ea typeface="黑体" pitchFamily="49" charset="-122"/>
                </a:rPr>
                <a:t>类</a:t>
              </a:r>
            </a:p>
          </p:txBody>
        </p:sp>
        <p:sp>
          <p:nvSpPr>
            <p:cNvPr id="121" name="Rectangle 32"/>
            <p:cNvSpPr>
              <a:spLocks noChangeArrowheads="1"/>
            </p:cNvSpPr>
            <p:nvPr/>
          </p:nvSpPr>
          <p:spPr bwMode="auto">
            <a:xfrm>
              <a:off x="2014538" y="5640410"/>
              <a:ext cx="317396" cy="397597"/>
            </a:xfrm>
            <a:prstGeom prst="rect">
              <a:avLst/>
            </a:prstGeom>
            <a:noFill/>
            <a:ln w="12700">
              <a:noFill/>
              <a:miter lim="800000"/>
              <a:headEnd/>
              <a:tailEnd/>
            </a:ln>
          </p:spPr>
          <p:txBody>
            <a:bodyPr wrap="none" lIns="120651" tIns="59267" rIns="120651" bIns="59267">
              <a:spAutoFit/>
            </a:bodyPr>
            <a:lstStyle/>
            <a:p>
              <a:pPr defTabSz="1015975" eaLnBrk="0" hangingPunct="0"/>
              <a:r>
                <a:rPr kumimoji="1" lang="en-US" altLang="zh-CN" sz="2667">
                  <a:solidFill>
                    <a:srgbClr val="333399"/>
                  </a:solidFill>
                  <a:latin typeface="Trebuchet MS"/>
                  <a:ea typeface="黑体" pitchFamily="49" charset="-122"/>
                </a:rPr>
                <a:t>0</a:t>
              </a:r>
            </a:p>
          </p:txBody>
        </p:sp>
        <p:sp>
          <p:nvSpPr>
            <p:cNvPr id="122" name="Rectangle 33"/>
            <p:cNvSpPr>
              <a:spLocks noChangeArrowheads="1"/>
            </p:cNvSpPr>
            <p:nvPr/>
          </p:nvSpPr>
          <p:spPr bwMode="auto">
            <a:xfrm>
              <a:off x="1627188" y="5632473"/>
              <a:ext cx="485775" cy="397597"/>
            </a:xfrm>
            <a:prstGeom prst="rect">
              <a:avLst/>
            </a:prstGeom>
            <a:noFill/>
            <a:ln w="12700">
              <a:noFill/>
              <a:miter lim="800000"/>
              <a:headEnd/>
              <a:tailEnd/>
            </a:ln>
          </p:spPr>
          <p:txBody>
            <a:bodyPr lIns="120651" tIns="59267" rIns="120651" bIns="59267">
              <a:spAutoFit/>
            </a:bodyPr>
            <a:lstStyle/>
            <a:p>
              <a:pPr defTabSz="1015975" eaLnBrk="0" hangingPunct="0"/>
              <a:r>
                <a:rPr kumimoji="1" lang="en-US" altLang="zh-CN" sz="2667">
                  <a:solidFill>
                    <a:srgbClr val="333399"/>
                  </a:solidFill>
                  <a:latin typeface="Trebuchet MS"/>
                  <a:ea typeface="黑体" pitchFamily="49" charset="-122"/>
                </a:rPr>
                <a:t>1</a:t>
              </a:r>
            </a:p>
          </p:txBody>
        </p:sp>
        <p:sp>
          <p:nvSpPr>
            <p:cNvPr id="123" name="Rectangle 34"/>
            <p:cNvSpPr>
              <a:spLocks noChangeArrowheads="1"/>
            </p:cNvSpPr>
            <p:nvPr/>
          </p:nvSpPr>
          <p:spPr bwMode="auto">
            <a:xfrm>
              <a:off x="1822450" y="5640410"/>
              <a:ext cx="482600" cy="397597"/>
            </a:xfrm>
            <a:prstGeom prst="rect">
              <a:avLst/>
            </a:prstGeom>
            <a:noFill/>
            <a:ln w="12700">
              <a:noFill/>
              <a:miter lim="800000"/>
              <a:headEnd/>
              <a:tailEnd/>
            </a:ln>
          </p:spPr>
          <p:txBody>
            <a:bodyPr lIns="120651" tIns="59267" rIns="120651" bIns="59267">
              <a:spAutoFit/>
            </a:bodyPr>
            <a:lstStyle/>
            <a:p>
              <a:pPr defTabSz="1015975" eaLnBrk="0" hangingPunct="0"/>
              <a:r>
                <a:rPr kumimoji="1" lang="en-US" altLang="zh-CN" sz="2667">
                  <a:solidFill>
                    <a:srgbClr val="333399"/>
                  </a:solidFill>
                  <a:latin typeface="Trebuchet MS"/>
                  <a:ea typeface="黑体" pitchFamily="49" charset="-122"/>
                </a:rPr>
                <a:t>1</a:t>
              </a:r>
            </a:p>
          </p:txBody>
        </p:sp>
        <p:sp>
          <p:nvSpPr>
            <p:cNvPr id="124" name="Line 35"/>
            <p:cNvSpPr>
              <a:spLocks noChangeShapeType="1"/>
            </p:cNvSpPr>
            <p:nvPr/>
          </p:nvSpPr>
          <p:spPr bwMode="auto">
            <a:xfrm>
              <a:off x="2371725" y="5610248"/>
              <a:ext cx="0" cy="439737"/>
            </a:xfrm>
            <a:prstGeom prst="line">
              <a:avLst/>
            </a:prstGeom>
            <a:noFill/>
            <a:ln w="19050">
              <a:solidFill>
                <a:schemeClr val="tx1"/>
              </a:solidFill>
              <a:prstDash val="dash"/>
              <a:round/>
              <a:headEnd/>
              <a:tailEnd/>
            </a:ln>
          </p:spPr>
          <p:txBody>
            <a:bodyPr wrap="none" anchor="ctr"/>
            <a:lstStyle/>
            <a:p>
              <a:pPr defTabSz="1219170"/>
              <a:endParaRPr lang="zh-CN" altLang="en-US" sz="2400">
                <a:solidFill>
                  <a:prstClr val="black"/>
                </a:solidFill>
                <a:latin typeface="Trebuchet MS"/>
                <a:ea typeface="方正姚体" panose="02010601030101010101" pitchFamily="2" charset="-122"/>
              </a:endParaRPr>
            </a:p>
          </p:txBody>
        </p:sp>
        <p:sp>
          <p:nvSpPr>
            <p:cNvPr id="125" name="Line 36"/>
            <p:cNvSpPr>
              <a:spLocks noChangeShapeType="1"/>
            </p:cNvSpPr>
            <p:nvPr/>
          </p:nvSpPr>
          <p:spPr bwMode="auto">
            <a:xfrm>
              <a:off x="7016750" y="5605485"/>
              <a:ext cx="0" cy="441325"/>
            </a:xfrm>
            <a:prstGeom prst="line">
              <a:avLst/>
            </a:prstGeom>
            <a:noFill/>
            <a:ln w="19050">
              <a:solidFill>
                <a:schemeClr val="tx1"/>
              </a:solidFill>
              <a:round/>
              <a:headEnd/>
              <a:tailEnd/>
            </a:ln>
          </p:spPr>
          <p:txBody>
            <a:bodyPr wrap="none" anchor="ctr"/>
            <a:lstStyle/>
            <a:p>
              <a:pPr defTabSz="1219170"/>
              <a:endParaRPr lang="zh-CN" altLang="en-US" sz="2400">
                <a:solidFill>
                  <a:prstClr val="black"/>
                </a:solidFill>
                <a:latin typeface="Trebuchet MS"/>
                <a:ea typeface="方正姚体" panose="02010601030101010101" pitchFamily="2" charset="-122"/>
              </a:endParaRPr>
            </a:p>
          </p:txBody>
        </p:sp>
        <p:sp>
          <p:nvSpPr>
            <p:cNvPr id="126" name="Line 37"/>
            <p:cNvSpPr>
              <a:spLocks noChangeShapeType="1"/>
            </p:cNvSpPr>
            <p:nvPr/>
          </p:nvSpPr>
          <p:spPr bwMode="auto">
            <a:xfrm flipV="1">
              <a:off x="7021513" y="6250010"/>
              <a:ext cx="1701800" cy="17463"/>
            </a:xfrm>
            <a:prstGeom prst="line">
              <a:avLst/>
            </a:prstGeom>
            <a:noFill/>
            <a:ln w="12700">
              <a:solidFill>
                <a:schemeClr val="tx1"/>
              </a:solidFill>
              <a:round/>
              <a:headEnd type="triangle" w="sm" len="med"/>
              <a:tailEnd type="triangle" w="sm" len="med"/>
            </a:ln>
          </p:spPr>
          <p:txBody>
            <a:bodyPr/>
            <a:lstStyle/>
            <a:p>
              <a:pPr defTabSz="1219170"/>
              <a:endParaRPr lang="zh-CN" altLang="en-US" sz="2400">
                <a:solidFill>
                  <a:prstClr val="black"/>
                </a:solidFill>
                <a:latin typeface="Trebuchet MS"/>
                <a:ea typeface="方正姚体" panose="02010601030101010101" pitchFamily="2" charset="-122"/>
              </a:endParaRPr>
            </a:p>
          </p:txBody>
        </p:sp>
        <p:grpSp>
          <p:nvGrpSpPr>
            <p:cNvPr id="127" name="Group 38"/>
            <p:cNvGrpSpPr>
              <a:grpSpLocks/>
            </p:cNvGrpSpPr>
            <p:nvPr/>
          </p:nvGrpSpPr>
          <p:grpSpPr bwMode="auto">
            <a:xfrm>
              <a:off x="7282388" y="6076973"/>
              <a:ext cx="1297734" cy="339347"/>
              <a:chOff x="2773" y="3024"/>
              <a:chExt cx="563" cy="201"/>
            </a:xfrm>
          </p:grpSpPr>
          <p:sp>
            <p:nvSpPr>
              <p:cNvPr id="131" name="Rectangle 39"/>
              <p:cNvSpPr>
                <a:spLocks noChangeArrowheads="1"/>
              </p:cNvSpPr>
              <p:nvPr/>
            </p:nvSpPr>
            <p:spPr bwMode="auto">
              <a:xfrm>
                <a:off x="2832" y="3072"/>
                <a:ext cx="426" cy="138"/>
              </a:xfrm>
              <a:prstGeom prst="rect">
                <a:avLst/>
              </a:prstGeom>
              <a:solidFill>
                <a:schemeClr val="bg1"/>
              </a:solidFill>
              <a:ln w="12700">
                <a:noFill/>
                <a:miter lim="800000"/>
                <a:headEnd/>
                <a:tailEnd/>
              </a:ln>
            </p:spPr>
            <p:txBody>
              <a:bodyPr wrap="none" anchor="ctr"/>
              <a:lstStyle/>
              <a:p>
                <a:pPr defTabSz="1219170"/>
                <a:endParaRPr lang="zh-CN" altLang="zh-CN" sz="3733">
                  <a:solidFill>
                    <a:prstClr val="black"/>
                  </a:solidFill>
                  <a:latin typeface="Tahoma" pitchFamily="34" charset="0"/>
                  <a:ea typeface="黑体" pitchFamily="49" charset="-122"/>
                </a:endParaRPr>
              </a:p>
            </p:txBody>
          </p:sp>
          <p:sp>
            <p:nvSpPr>
              <p:cNvPr id="132" name="Rectangle 40"/>
              <p:cNvSpPr>
                <a:spLocks noChangeArrowheads="1"/>
              </p:cNvSpPr>
              <p:nvPr/>
            </p:nvSpPr>
            <p:spPr bwMode="auto">
              <a:xfrm>
                <a:off x="2773" y="3024"/>
                <a:ext cx="563" cy="201"/>
              </a:xfrm>
              <a:prstGeom prst="rect">
                <a:avLst/>
              </a:prstGeom>
              <a:solidFill>
                <a:schemeClr val="bg1"/>
              </a:solidFill>
              <a:ln w="12700">
                <a:noFill/>
                <a:miter lim="800000"/>
                <a:headEnd/>
                <a:tailEnd/>
              </a:ln>
            </p:spPr>
            <p:txBody>
              <a:bodyPr wrap="none" lIns="120651" tIns="59267" rIns="120651" bIns="59267">
                <a:spAutoFit/>
              </a:bodyPr>
              <a:lstStyle/>
              <a:p>
                <a:pPr algn="ctr" defTabSz="1015975" eaLnBrk="0" hangingPunct="0">
                  <a:lnSpc>
                    <a:spcPct val="90000"/>
                  </a:lnSpc>
                </a:pPr>
                <a:r>
                  <a:rPr kumimoji="1" lang="zh-CN" altLang="en-US" sz="2400" dirty="0">
                    <a:solidFill>
                      <a:srgbClr val="333399"/>
                    </a:solidFill>
                    <a:latin typeface="Trebuchet MS"/>
                    <a:ea typeface="黑体" pitchFamily="49" charset="-122"/>
                  </a:rPr>
                  <a:t>主机号</a:t>
                </a:r>
                <a:r>
                  <a:rPr kumimoji="1" lang="en-US" altLang="zh-CN" sz="2400" dirty="0">
                    <a:solidFill>
                      <a:srgbClr val="333399"/>
                    </a:solidFill>
                    <a:latin typeface="Trebuchet MS"/>
                    <a:ea typeface="黑体" pitchFamily="49" charset="-122"/>
                  </a:rPr>
                  <a:t>8 </a:t>
                </a:r>
                <a:r>
                  <a:rPr kumimoji="1" lang="zh-CN" altLang="en-US" sz="2400" dirty="0">
                    <a:solidFill>
                      <a:srgbClr val="333399"/>
                    </a:solidFill>
                    <a:latin typeface="Trebuchet MS"/>
                    <a:ea typeface="黑体" pitchFamily="49" charset="-122"/>
                  </a:rPr>
                  <a:t>位</a:t>
                </a:r>
              </a:p>
            </p:txBody>
          </p:sp>
        </p:grpSp>
        <p:sp>
          <p:nvSpPr>
            <p:cNvPr id="128" name="Line 41"/>
            <p:cNvSpPr>
              <a:spLocks noChangeShapeType="1"/>
            </p:cNvSpPr>
            <p:nvPr/>
          </p:nvSpPr>
          <p:spPr bwMode="auto">
            <a:xfrm>
              <a:off x="1687513" y="6113485"/>
              <a:ext cx="0" cy="323850"/>
            </a:xfrm>
            <a:prstGeom prst="line">
              <a:avLst/>
            </a:prstGeom>
            <a:noFill/>
            <a:ln w="12700">
              <a:solidFill>
                <a:schemeClr val="tx1"/>
              </a:solidFill>
              <a:round/>
              <a:headEnd/>
              <a:tailEnd/>
            </a:ln>
          </p:spPr>
          <p:txBody>
            <a:bodyPr/>
            <a:lstStyle/>
            <a:p>
              <a:pPr defTabSz="1219170"/>
              <a:endParaRPr lang="zh-CN" altLang="en-US" sz="2400">
                <a:solidFill>
                  <a:prstClr val="black"/>
                </a:solidFill>
                <a:latin typeface="Trebuchet MS"/>
                <a:ea typeface="方正姚体" panose="02010601030101010101" pitchFamily="2" charset="-122"/>
              </a:endParaRPr>
            </a:p>
          </p:txBody>
        </p:sp>
        <p:sp>
          <p:nvSpPr>
            <p:cNvPr id="129" name="Line 42"/>
            <p:cNvSpPr>
              <a:spLocks noChangeShapeType="1"/>
            </p:cNvSpPr>
            <p:nvPr/>
          </p:nvSpPr>
          <p:spPr bwMode="auto">
            <a:xfrm>
              <a:off x="7021513" y="6116660"/>
              <a:ext cx="0" cy="323850"/>
            </a:xfrm>
            <a:prstGeom prst="line">
              <a:avLst/>
            </a:prstGeom>
            <a:noFill/>
            <a:ln w="12700">
              <a:solidFill>
                <a:schemeClr val="tx1"/>
              </a:solidFill>
              <a:round/>
              <a:headEnd/>
              <a:tailEnd/>
            </a:ln>
          </p:spPr>
          <p:txBody>
            <a:bodyPr/>
            <a:lstStyle/>
            <a:p>
              <a:pPr defTabSz="1219170"/>
              <a:endParaRPr lang="zh-CN" altLang="en-US" sz="2400">
                <a:solidFill>
                  <a:prstClr val="black"/>
                </a:solidFill>
                <a:latin typeface="Trebuchet MS"/>
                <a:ea typeface="方正姚体" panose="02010601030101010101" pitchFamily="2" charset="-122"/>
              </a:endParaRPr>
            </a:p>
          </p:txBody>
        </p:sp>
        <p:sp>
          <p:nvSpPr>
            <p:cNvPr id="130" name="Line 43"/>
            <p:cNvSpPr>
              <a:spLocks noChangeShapeType="1"/>
            </p:cNvSpPr>
            <p:nvPr/>
          </p:nvSpPr>
          <p:spPr bwMode="auto">
            <a:xfrm>
              <a:off x="8710613" y="6097610"/>
              <a:ext cx="0" cy="323850"/>
            </a:xfrm>
            <a:prstGeom prst="line">
              <a:avLst/>
            </a:prstGeom>
            <a:noFill/>
            <a:ln w="12700">
              <a:solidFill>
                <a:schemeClr val="tx1"/>
              </a:solidFill>
              <a:round/>
              <a:headEnd/>
              <a:tailEnd/>
            </a:ln>
          </p:spPr>
          <p:txBody>
            <a:bodyPr/>
            <a:lstStyle/>
            <a:p>
              <a:pPr defTabSz="1219170"/>
              <a:endParaRPr lang="zh-CN" altLang="en-US" sz="2400">
                <a:solidFill>
                  <a:prstClr val="black"/>
                </a:solidFill>
                <a:latin typeface="Trebuchet MS"/>
                <a:ea typeface="方正姚体" panose="02010601030101010101" pitchFamily="2" charset="-122"/>
              </a:endParaRPr>
            </a:p>
          </p:txBody>
        </p:sp>
      </p:grpSp>
      <p:grpSp>
        <p:nvGrpSpPr>
          <p:cNvPr id="133" name="组合 96"/>
          <p:cNvGrpSpPr>
            <a:grpSpLocks/>
          </p:cNvGrpSpPr>
          <p:nvPr/>
        </p:nvGrpSpPr>
        <p:grpSpPr bwMode="auto">
          <a:xfrm>
            <a:off x="1035222" y="3763747"/>
            <a:ext cx="10394597" cy="1090084"/>
            <a:chOff x="948002" y="4306910"/>
            <a:chExt cx="7795948" cy="817563"/>
          </a:xfrm>
        </p:grpSpPr>
        <p:sp>
          <p:nvSpPr>
            <p:cNvPr id="134" name="Line 7"/>
            <p:cNvSpPr>
              <a:spLocks noChangeShapeType="1"/>
            </p:cNvSpPr>
            <p:nvPr/>
          </p:nvSpPr>
          <p:spPr bwMode="auto">
            <a:xfrm flipV="1">
              <a:off x="1727200" y="4953023"/>
              <a:ext cx="3475038" cy="0"/>
            </a:xfrm>
            <a:prstGeom prst="line">
              <a:avLst/>
            </a:prstGeom>
            <a:noFill/>
            <a:ln w="12700">
              <a:solidFill>
                <a:schemeClr val="tx1"/>
              </a:solidFill>
              <a:round/>
              <a:headEnd type="triangle" w="sm" len="med"/>
              <a:tailEnd type="triangle" w="sm" len="med"/>
            </a:ln>
          </p:spPr>
          <p:txBody>
            <a:bodyPr/>
            <a:lstStyle/>
            <a:p>
              <a:pPr defTabSz="1219170"/>
              <a:endParaRPr lang="zh-CN" altLang="en-US" sz="2400">
                <a:solidFill>
                  <a:prstClr val="black"/>
                </a:solidFill>
                <a:latin typeface="Trebuchet MS"/>
                <a:ea typeface="方正姚体" panose="02010601030101010101" pitchFamily="2" charset="-122"/>
              </a:endParaRPr>
            </a:p>
          </p:txBody>
        </p:sp>
        <p:sp>
          <p:nvSpPr>
            <p:cNvPr id="135" name="Rectangle 8"/>
            <p:cNvSpPr>
              <a:spLocks noChangeArrowheads="1"/>
            </p:cNvSpPr>
            <p:nvPr/>
          </p:nvSpPr>
          <p:spPr bwMode="auto">
            <a:xfrm>
              <a:off x="2549809" y="4748235"/>
              <a:ext cx="1418659" cy="339067"/>
            </a:xfrm>
            <a:prstGeom prst="rect">
              <a:avLst/>
            </a:prstGeom>
            <a:solidFill>
              <a:schemeClr val="bg1"/>
            </a:solidFill>
            <a:ln w="12700">
              <a:noFill/>
              <a:miter lim="800000"/>
              <a:headEnd/>
              <a:tailEnd/>
            </a:ln>
          </p:spPr>
          <p:txBody>
            <a:bodyPr wrap="none" lIns="120651" tIns="59267" rIns="120651" bIns="59267">
              <a:spAutoFit/>
            </a:bodyPr>
            <a:lstStyle/>
            <a:p>
              <a:pPr algn="ctr" defTabSz="1015975" eaLnBrk="0" hangingPunct="0">
                <a:lnSpc>
                  <a:spcPct val="90000"/>
                </a:lnSpc>
              </a:pPr>
              <a:r>
                <a:rPr kumimoji="1" lang="zh-CN" altLang="en-US" sz="2400" dirty="0">
                  <a:solidFill>
                    <a:srgbClr val="333399"/>
                  </a:solidFill>
                  <a:latin typeface="Trebuchet MS"/>
                  <a:ea typeface="黑体" pitchFamily="49" charset="-122"/>
                </a:rPr>
                <a:t>网络号</a:t>
              </a:r>
              <a:r>
                <a:rPr kumimoji="1" lang="en-US" altLang="zh-CN" sz="2400" dirty="0">
                  <a:solidFill>
                    <a:srgbClr val="333399"/>
                  </a:solidFill>
                  <a:latin typeface="Trebuchet MS"/>
                  <a:ea typeface="黑体" pitchFamily="49" charset="-122"/>
                </a:rPr>
                <a:t>16 </a:t>
              </a:r>
              <a:r>
                <a:rPr kumimoji="1" lang="zh-CN" altLang="en-US" sz="2400" dirty="0">
                  <a:solidFill>
                    <a:srgbClr val="333399"/>
                  </a:solidFill>
                  <a:latin typeface="Trebuchet MS"/>
                  <a:ea typeface="黑体" pitchFamily="49" charset="-122"/>
                </a:rPr>
                <a:t>位</a:t>
              </a:r>
            </a:p>
          </p:txBody>
        </p:sp>
        <p:sp>
          <p:nvSpPr>
            <p:cNvPr id="136" name="Rectangle 12"/>
            <p:cNvSpPr>
              <a:spLocks noChangeArrowheads="1"/>
            </p:cNvSpPr>
            <p:nvPr/>
          </p:nvSpPr>
          <p:spPr bwMode="auto">
            <a:xfrm>
              <a:off x="1673225" y="4314848"/>
              <a:ext cx="7070725" cy="446087"/>
            </a:xfrm>
            <a:prstGeom prst="rect">
              <a:avLst/>
            </a:prstGeom>
            <a:solidFill>
              <a:srgbClr val="FFFF99"/>
            </a:solidFill>
            <a:ln w="25400">
              <a:solidFill>
                <a:schemeClr val="tx1"/>
              </a:solidFill>
              <a:miter lim="800000"/>
              <a:headEnd/>
              <a:tailEnd/>
            </a:ln>
          </p:spPr>
          <p:txBody>
            <a:bodyPr wrap="none" anchor="ctr"/>
            <a:lstStyle/>
            <a:p>
              <a:pPr defTabSz="1219170"/>
              <a:endParaRPr lang="zh-CN" altLang="zh-CN" sz="3733">
                <a:solidFill>
                  <a:prstClr val="black"/>
                </a:solidFill>
                <a:latin typeface="Tahoma" pitchFamily="34" charset="0"/>
                <a:ea typeface="黑体" pitchFamily="49" charset="-122"/>
              </a:endParaRPr>
            </a:p>
          </p:txBody>
        </p:sp>
        <p:sp>
          <p:nvSpPr>
            <p:cNvPr id="137" name="Rectangle 15"/>
            <p:cNvSpPr>
              <a:spLocks noChangeArrowheads="1"/>
            </p:cNvSpPr>
            <p:nvPr/>
          </p:nvSpPr>
          <p:spPr bwMode="auto">
            <a:xfrm>
              <a:off x="1695450" y="4340248"/>
              <a:ext cx="3511550" cy="409575"/>
            </a:xfrm>
            <a:prstGeom prst="rect">
              <a:avLst/>
            </a:prstGeom>
            <a:solidFill>
              <a:srgbClr val="FFCCFF"/>
            </a:solidFill>
            <a:ln w="12700">
              <a:noFill/>
              <a:miter lim="800000"/>
              <a:headEnd/>
              <a:tailEnd/>
            </a:ln>
          </p:spPr>
          <p:txBody>
            <a:bodyPr wrap="none" anchor="ctr"/>
            <a:lstStyle/>
            <a:p>
              <a:pPr defTabSz="1219170"/>
              <a:endParaRPr lang="zh-CN" altLang="zh-CN" sz="3733">
                <a:solidFill>
                  <a:prstClr val="black"/>
                </a:solidFill>
                <a:latin typeface="Tahoma" pitchFamily="34" charset="0"/>
                <a:ea typeface="黑体" pitchFamily="49" charset="-122"/>
              </a:endParaRPr>
            </a:p>
          </p:txBody>
        </p:sp>
        <p:sp>
          <p:nvSpPr>
            <p:cNvPr id="138" name="Line 24"/>
            <p:cNvSpPr>
              <a:spLocks noChangeShapeType="1"/>
            </p:cNvSpPr>
            <p:nvPr/>
          </p:nvSpPr>
          <p:spPr bwMode="auto">
            <a:xfrm flipV="1">
              <a:off x="5214938" y="4953023"/>
              <a:ext cx="3475037" cy="3175"/>
            </a:xfrm>
            <a:prstGeom prst="line">
              <a:avLst/>
            </a:prstGeom>
            <a:noFill/>
            <a:ln w="12700">
              <a:solidFill>
                <a:schemeClr val="tx1"/>
              </a:solidFill>
              <a:round/>
              <a:headEnd type="triangle" w="sm" len="med"/>
              <a:tailEnd type="triangle" w="sm" len="med"/>
            </a:ln>
          </p:spPr>
          <p:txBody>
            <a:bodyPr/>
            <a:lstStyle/>
            <a:p>
              <a:pPr defTabSz="1219170"/>
              <a:endParaRPr lang="zh-CN" altLang="en-US" sz="2400">
                <a:solidFill>
                  <a:prstClr val="black"/>
                </a:solidFill>
                <a:latin typeface="Trebuchet MS"/>
                <a:ea typeface="方正姚体" panose="02010601030101010101" pitchFamily="2" charset="-122"/>
              </a:endParaRPr>
            </a:p>
          </p:txBody>
        </p:sp>
        <p:sp>
          <p:nvSpPr>
            <p:cNvPr id="139" name="Rectangle 25"/>
            <p:cNvSpPr>
              <a:spLocks noChangeArrowheads="1"/>
            </p:cNvSpPr>
            <p:nvPr/>
          </p:nvSpPr>
          <p:spPr bwMode="auto">
            <a:xfrm>
              <a:off x="6198677" y="4775223"/>
              <a:ext cx="1418659" cy="339067"/>
            </a:xfrm>
            <a:prstGeom prst="rect">
              <a:avLst/>
            </a:prstGeom>
            <a:solidFill>
              <a:schemeClr val="bg1"/>
            </a:solidFill>
            <a:ln w="12700">
              <a:noFill/>
              <a:miter lim="800000"/>
              <a:headEnd/>
              <a:tailEnd/>
            </a:ln>
          </p:spPr>
          <p:txBody>
            <a:bodyPr wrap="none" lIns="120651" tIns="59267" rIns="120651" bIns="59267">
              <a:spAutoFit/>
            </a:bodyPr>
            <a:lstStyle/>
            <a:p>
              <a:pPr algn="ctr" defTabSz="1015975" eaLnBrk="0" hangingPunct="0">
                <a:lnSpc>
                  <a:spcPct val="90000"/>
                </a:lnSpc>
              </a:pPr>
              <a:r>
                <a:rPr kumimoji="1" lang="zh-CN" altLang="en-US" sz="2400" dirty="0">
                  <a:solidFill>
                    <a:srgbClr val="333399"/>
                  </a:solidFill>
                  <a:latin typeface="Trebuchet MS"/>
                  <a:ea typeface="黑体" pitchFamily="49" charset="-122"/>
                </a:rPr>
                <a:t>主机号</a:t>
              </a:r>
              <a:r>
                <a:rPr kumimoji="1" lang="en-US" altLang="zh-CN" sz="2400" dirty="0">
                  <a:solidFill>
                    <a:srgbClr val="333399"/>
                  </a:solidFill>
                  <a:latin typeface="Trebuchet MS"/>
                  <a:ea typeface="黑体" pitchFamily="49" charset="-122"/>
                </a:rPr>
                <a:t>16 </a:t>
              </a:r>
              <a:r>
                <a:rPr kumimoji="1" lang="zh-CN" altLang="en-US" sz="2400" dirty="0">
                  <a:solidFill>
                    <a:srgbClr val="333399"/>
                  </a:solidFill>
                  <a:latin typeface="Trebuchet MS"/>
                  <a:ea typeface="黑体" pitchFamily="49" charset="-122"/>
                </a:rPr>
                <a:t>位</a:t>
              </a:r>
            </a:p>
          </p:txBody>
        </p:sp>
        <p:sp>
          <p:nvSpPr>
            <p:cNvPr id="140" name="Line 26"/>
            <p:cNvSpPr>
              <a:spLocks noChangeShapeType="1"/>
            </p:cNvSpPr>
            <p:nvPr/>
          </p:nvSpPr>
          <p:spPr bwMode="auto">
            <a:xfrm>
              <a:off x="1687513" y="4800623"/>
              <a:ext cx="0" cy="323850"/>
            </a:xfrm>
            <a:prstGeom prst="line">
              <a:avLst/>
            </a:prstGeom>
            <a:noFill/>
            <a:ln w="12700">
              <a:solidFill>
                <a:schemeClr val="tx1"/>
              </a:solidFill>
              <a:round/>
              <a:headEnd/>
              <a:tailEnd/>
            </a:ln>
          </p:spPr>
          <p:txBody>
            <a:bodyPr/>
            <a:lstStyle/>
            <a:p>
              <a:pPr defTabSz="1219170"/>
              <a:endParaRPr lang="zh-CN" altLang="en-US" sz="2400">
                <a:solidFill>
                  <a:prstClr val="black"/>
                </a:solidFill>
                <a:latin typeface="Trebuchet MS"/>
                <a:ea typeface="方正姚体" panose="02010601030101010101" pitchFamily="2" charset="-122"/>
              </a:endParaRPr>
            </a:p>
          </p:txBody>
        </p:sp>
        <p:sp>
          <p:nvSpPr>
            <p:cNvPr id="141" name="Line 27"/>
            <p:cNvSpPr>
              <a:spLocks noChangeShapeType="1"/>
            </p:cNvSpPr>
            <p:nvPr/>
          </p:nvSpPr>
          <p:spPr bwMode="auto">
            <a:xfrm>
              <a:off x="5214938" y="4800623"/>
              <a:ext cx="0" cy="323850"/>
            </a:xfrm>
            <a:prstGeom prst="line">
              <a:avLst/>
            </a:prstGeom>
            <a:noFill/>
            <a:ln w="12700">
              <a:solidFill>
                <a:schemeClr val="tx1"/>
              </a:solidFill>
              <a:round/>
              <a:headEnd/>
              <a:tailEnd/>
            </a:ln>
          </p:spPr>
          <p:txBody>
            <a:bodyPr/>
            <a:lstStyle/>
            <a:p>
              <a:pPr defTabSz="1219170"/>
              <a:endParaRPr lang="zh-CN" altLang="en-US" sz="2400">
                <a:solidFill>
                  <a:prstClr val="black"/>
                </a:solidFill>
                <a:latin typeface="Trebuchet MS"/>
                <a:ea typeface="方正姚体" panose="02010601030101010101" pitchFamily="2" charset="-122"/>
              </a:endParaRPr>
            </a:p>
          </p:txBody>
        </p:sp>
        <p:sp>
          <p:nvSpPr>
            <p:cNvPr id="142" name="Line 28"/>
            <p:cNvSpPr>
              <a:spLocks noChangeShapeType="1"/>
            </p:cNvSpPr>
            <p:nvPr/>
          </p:nvSpPr>
          <p:spPr bwMode="auto">
            <a:xfrm>
              <a:off x="8710613" y="4800623"/>
              <a:ext cx="0" cy="323850"/>
            </a:xfrm>
            <a:prstGeom prst="line">
              <a:avLst/>
            </a:prstGeom>
            <a:noFill/>
            <a:ln w="12700">
              <a:solidFill>
                <a:schemeClr val="tx1"/>
              </a:solidFill>
              <a:round/>
              <a:headEnd/>
              <a:tailEnd/>
            </a:ln>
          </p:spPr>
          <p:txBody>
            <a:bodyPr/>
            <a:lstStyle/>
            <a:p>
              <a:pPr defTabSz="1219170"/>
              <a:endParaRPr lang="zh-CN" altLang="en-US" sz="2400">
                <a:solidFill>
                  <a:prstClr val="black"/>
                </a:solidFill>
                <a:latin typeface="Trebuchet MS"/>
                <a:ea typeface="方正姚体" panose="02010601030101010101" pitchFamily="2" charset="-122"/>
              </a:endParaRPr>
            </a:p>
          </p:txBody>
        </p:sp>
        <p:sp>
          <p:nvSpPr>
            <p:cNvPr id="143" name="Rectangle 29"/>
            <p:cNvSpPr>
              <a:spLocks noChangeArrowheads="1"/>
            </p:cNvSpPr>
            <p:nvPr/>
          </p:nvSpPr>
          <p:spPr bwMode="auto">
            <a:xfrm>
              <a:off x="948002" y="4325960"/>
              <a:ext cx="661241" cy="397594"/>
            </a:xfrm>
            <a:prstGeom prst="rect">
              <a:avLst/>
            </a:prstGeom>
            <a:noFill/>
            <a:ln w="12700">
              <a:noFill/>
              <a:miter lim="800000"/>
              <a:headEnd/>
              <a:tailEnd/>
            </a:ln>
          </p:spPr>
          <p:txBody>
            <a:bodyPr wrap="none" lIns="120651" tIns="59267" rIns="120651" bIns="59267">
              <a:spAutoFit/>
            </a:bodyPr>
            <a:lstStyle/>
            <a:p>
              <a:pPr defTabSz="1015975" eaLnBrk="0" hangingPunct="0"/>
              <a:r>
                <a:rPr kumimoji="1" lang="en-US" altLang="zh-CN" sz="2667" dirty="0">
                  <a:solidFill>
                    <a:srgbClr val="333399"/>
                  </a:solidFill>
                  <a:latin typeface="Trebuchet MS"/>
                  <a:ea typeface="黑体" pitchFamily="49" charset="-122"/>
                </a:rPr>
                <a:t>B </a:t>
              </a:r>
              <a:r>
                <a:rPr kumimoji="1" lang="zh-CN" altLang="en-US" sz="2667" dirty="0">
                  <a:solidFill>
                    <a:srgbClr val="333399"/>
                  </a:solidFill>
                  <a:latin typeface="Trebuchet MS"/>
                  <a:ea typeface="黑体" pitchFamily="49" charset="-122"/>
                </a:rPr>
                <a:t>类</a:t>
              </a:r>
            </a:p>
          </p:txBody>
        </p:sp>
        <p:sp>
          <p:nvSpPr>
            <p:cNvPr id="144" name="Line 30"/>
            <p:cNvSpPr>
              <a:spLocks noChangeShapeType="1"/>
            </p:cNvSpPr>
            <p:nvPr/>
          </p:nvSpPr>
          <p:spPr bwMode="auto">
            <a:xfrm>
              <a:off x="5214938" y="4324373"/>
              <a:ext cx="0" cy="433387"/>
            </a:xfrm>
            <a:prstGeom prst="line">
              <a:avLst/>
            </a:prstGeom>
            <a:noFill/>
            <a:ln w="19050">
              <a:solidFill>
                <a:schemeClr val="tx1"/>
              </a:solidFill>
              <a:round/>
              <a:headEnd/>
              <a:tailEnd/>
            </a:ln>
          </p:spPr>
          <p:txBody>
            <a:bodyPr wrap="none" anchor="ctr"/>
            <a:lstStyle/>
            <a:p>
              <a:pPr defTabSz="1219170"/>
              <a:endParaRPr lang="zh-CN" altLang="en-US" sz="2400">
                <a:solidFill>
                  <a:prstClr val="black"/>
                </a:solidFill>
                <a:latin typeface="Trebuchet MS"/>
                <a:ea typeface="方正姚体" panose="02010601030101010101" pitchFamily="2" charset="-122"/>
              </a:endParaRPr>
            </a:p>
          </p:txBody>
        </p:sp>
        <p:sp>
          <p:nvSpPr>
            <p:cNvPr id="145" name="Rectangle 54"/>
            <p:cNvSpPr>
              <a:spLocks noChangeArrowheads="1"/>
            </p:cNvSpPr>
            <p:nvPr/>
          </p:nvSpPr>
          <p:spPr bwMode="auto">
            <a:xfrm>
              <a:off x="1806575" y="4310085"/>
              <a:ext cx="317396" cy="397594"/>
            </a:xfrm>
            <a:prstGeom prst="rect">
              <a:avLst/>
            </a:prstGeom>
            <a:noFill/>
            <a:ln w="12700">
              <a:noFill/>
              <a:miter lim="800000"/>
              <a:headEnd/>
              <a:tailEnd/>
            </a:ln>
          </p:spPr>
          <p:txBody>
            <a:bodyPr wrap="none" lIns="120651" tIns="59267" rIns="120651" bIns="59267">
              <a:spAutoFit/>
            </a:bodyPr>
            <a:lstStyle/>
            <a:p>
              <a:pPr defTabSz="1015975" eaLnBrk="0" hangingPunct="0"/>
              <a:r>
                <a:rPr kumimoji="1" lang="en-US" altLang="zh-CN" sz="2667">
                  <a:solidFill>
                    <a:srgbClr val="333399"/>
                  </a:solidFill>
                  <a:latin typeface="Trebuchet MS"/>
                  <a:ea typeface="黑体" pitchFamily="49" charset="-122"/>
                </a:rPr>
                <a:t>0</a:t>
              </a:r>
            </a:p>
          </p:txBody>
        </p:sp>
        <p:sp>
          <p:nvSpPr>
            <p:cNvPr id="146" name="Rectangle 55"/>
            <p:cNvSpPr>
              <a:spLocks noChangeArrowheads="1"/>
            </p:cNvSpPr>
            <p:nvPr/>
          </p:nvSpPr>
          <p:spPr bwMode="auto">
            <a:xfrm>
              <a:off x="1614488" y="4310085"/>
              <a:ext cx="484187" cy="397594"/>
            </a:xfrm>
            <a:prstGeom prst="rect">
              <a:avLst/>
            </a:prstGeom>
            <a:noFill/>
            <a:ln w="12700">
              <a:noFill/>
              <a:miter lim="800000"/>
              <a:headEnd/>
              <a:tailEnd/>
            </a:ln>
          </p:spPr>
          <p:txBody>
            <a:bodyPr lIns="120651" tIns="59267" rIns="120651" bIns="59267">
              <a:spAutoFit/>
            </a:bodyPr>
            <a:lstStyle/>
            <a:p>
              <a:pPr defTabSz="1015975" eaLnBrk="0" hangingPunct="0"/>
              <a:r>
                <a:rPr kumimoji="1" lang="en-US" altLang="zh-CN" sz="2667">
                  <a:solidFill>
                    <a:srgbClr val="333399"/>
                  </a:solidFill>
                  <a:latin typeface="Trebuchet MS"/>
                  <a:ea typeface="黑体" pitchFamily="49" charset="-122"/>
                </a:rPr>
                <a:t>1</a:t>
              </a:r>
            </a:p>
          </p:txBody>
        </p:sp>
        <p:sp>
          <p:nvSpPr>
            <p:cNvPr id="147" name="Line 56"/>
            <p:cNvSpPr>
              <a:spLocks noChangeShapeType="1"/>
            </p:cNvSpPr>
            <p:nvPr/>
          </p:nvSpPr>
          <p:spPr bwMode="auto">
            <a:xfrm>
              <a:off x="2165350" y="4306910"/>
              <a:ext cx="0" cy="441325"/>
            </a:xfrm>
            <a:prstGeom prst="line">
              <a:avLst/>
            </a:prstGeom>
            <a:noFill/>
            <a:ln w="19050">
              <a:solidFill>
                <a:schemeClr val="tx1"/>
              </a:solidFill>
              <a:prstDash val="dash"/>
              <a:round/>
              <a:headEnd/>
              <a:tailEnd/>
            </a:ln>
          </p:spPr>
          <p:txBody>
            <a:bodyPr wrap="none" anchor="ctr"/>
            <a:lstStyle/>
            <a:p>
              <a:pPr defTabSz="1219170"/>
              <a:endParaRPr lang="zh-CN" altLang="en-US" sz="2400">
                <a:solidFill>
                  <a:prstClr val="black"/>
                </a:solidFill>
                <a:latin typeface="Trebuchet MS"/>
                <a:ea typeface="方正姚体" panose="02010601030101010101" pitchFamily="2" charset="-122"/>
              </a:endParaRPr>
            </a:p>
          </p:txBody>
        </p:sp>
      </p:grpSp>
    </p:spTree>
    <p:extLst>
      <p:ext uri="{BB962C8B-B14F-4D97-AF65-F5344CB8AC3E}">
        <p14:creationId xmlns:p14="http://schemas.microsoft.com/office/powerpoint/2010/main" val="112333238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2404354"/>
                                        </p:tgtEl>
                                        <p:attrNameLst>
                                          <p:attrName>style.visibility</p:attrName>
                                        </p:attrNameLst>
                                      </p:cBhvr>
                                      <p:to>
                                        <p:strVal val="visible"/>
                                      </p:to>
                                    </p:set>
                                    <p:anim calcmode="lin" valueType="num">
                                      <p:cBhvr additive="base">
                                        <p:cTn id="7" dur="500" fill="hold"/>
                                        <p:tgtEl>
                                          <p:spTgt spid="2404354"/>
                                        </p:tgtEl>
                                        <p:attrNameLst>
                                          <p:attrName>ppt_x</p:attrName>
                                        </p:attrNameLst>
                                      </p:cBhvr>
                                      <p:tavLst>
                                        <p:tav tm="0">
                                          <p:val>
                                            <p:strVal val="1+#ppt_w/2"/>
                                          </p:val>
                                        </p:tav>
                                        <p:tav tm="100000">
                                          <p:val>
                                            <p:strVal val="#ppt_x"/>
                                          </p:val>
                                        </p:tav>
                                      </p:tavLst>
                                    </p:anim>
                                    <p:anim calcmode="lin" valueType="num">
                                      <p:cBhvr additive="base">
                                        <p:cTn id="8" dur="500" fill="hold"/>
                                        <p:tgtEl>
                                          <p:spTgt spid="240435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04354" grpId="0"/>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04354" name="Rectangle 2"/>
          <p:cNvSpPr>
            <a:spLocks noGrp="1" noChangeArrowheads="1"/>
          </p:cNvSpPr>
          <p:nvPr>
            <p:ph type="title"/>
          </p:nvPr>
        </p:nvSpPr>
        <p:spPr>
          <a:xfrm>
            <a:off x="1295467" y="356659"/>
            <a:ext cx="8955616" cy="864096"/>
          </a:xfrm>
        </p:spPr>
        <p:txBody>
          <a:bodyPr>
            <a:noAutofit/>
          </a:bodyPr>
          <a:lstStyle/>
          <a:p>
            <a:pPr>
              <a:lnSpc>
                <a:spcPct val="150000"/>
              </a:lnSpc>
              <a:spcBef>
                <a:spcPts val="0"/>
              </a:spcBef>
            </a:pPr>
            <a:r>
              <a:rPr lang="en-US" altLang="zh-CN" sz="4800" dirty="0"/>
              <a:t>TCP/IP</a:t>
            </a:r>
            <a:r>
              <a:rPr lang="zh-CN" altLang="en-US" sz="4800" dirty="0"/>
              <a:t>协议</a:t>
            </a:r>
            <a:endParaRPr lang="en-US" altLang="zh-CN" sz="4800" dirty="0"/>
          </a:p>
        </p:txBody>
      </p:sp>
      <p:sp>
        <p:nvSpPr>
          <p:cNvPr id="2404355" name="Rectangle 3"/>
          <p:cNvSpPr>
            <a:spLocks noGrp="1" noChangeArrowheads="1"/>
          </p:cNvSpPr>
          <p:nvPr>
            <p:ph type="body" sz="half" idx="1"/>
          </p:nvPr>
        </p:nvSpPr>
        <p:spPr>
          <a:xfrm>
            <a:off x="719403" y="1508787"/>
            <a:ext cx="10081120" cy="4032447"/>
          </a:xfrm>
        </p:spPr>
        <p:txBody>
          <a:bodyPr>
            <a:normAutofit/>
          </a:bodyPr>
          <a:lstStyle/>
          <a:p>
            <a:pPr marL="457189" lvl="3" indent="-457189">
              <a:lnSpc>
                <a:spcPct val="150000"/>
              </a:lnSpc>
              <a:spcBef>
                <a:spcPts val="0"/>
              </a:spcBef>
              <a:buFont typeface="Arial" pitchFamily="34" charset="0"/>
              <a:buChar char="•"/>
            </a:pPr>
            <a:r>
              <a:rPr lang="zh-CN" altLang="en-US" sz="3200" dirty="0"/>
              <a:t>子网掩码</a:t>
            </a:r>
            <a:endParaRPr lang="en-US" altLang="zh-CN" sz="3200" dirty="0"/>
          </a:p>
          <a:p>
            <a:pPr marL="1066773" lvl="4" indent="-457189">
              <a:lnSpc>
                <a:spcPct val="150000"/>
              </a:lnSpc>
              <a:spcBef>
                <a:spcPts val="0"/>
              </a:spcBef>
              <a:buFont typeface="Arial" pitchFamily="34" charset="0"/>
              <a:buChar char="•"/>
            </a:pPr>
            <a:r>
              <a:rPr lang="zh-CN" altLang="zh-CN" dirty="0">
                <a:latin typeface="华文楷体" pitchFamily="2" charset="-122"/>
                <a:ea typeface="华文楷体" pitchFamily="2" charset="-122"/>
                <a:sym typeface="Monotype Sorts" pitchFamily="2" charset="2"/>
              </a:rPr>
              <a:t>一个规模较大的网络</a:t>
            </a:r>
            <a:r>
              <a:rPr lang="zh-CN" altLang="en-US" dirty="0">
                <a:latin typeface="华文楷体" pitchFamily="2" charset="-122"/>
                <a:ea typeface="华文楷体" pitchFamily="2" charset="-122"/>
                <a:sym typeface="Monotype Sorts" pitchFamily="2" charset="2"/>
              </a:rPr>
              <a:t>可被</a:t>
            </a:r>
            <a:r>
              <a:rPr lang="zh-CN" altLang="zh-CN" dirty="0">
                <a:latin typeface="华文楷体" pitchFamily="2" charset="-122"/>
                <a:ea typeface="华文楷体" pitchFamily="2" charset="-122"/>
                <a:sym typeface="Monotype Sorts" pitchFamily="2" charset="2"/>
              </a:rPr>
              <a:t>划分为若干个子网络</a:t>
            </a:r>
            <a:endParaRPr lang="en-US" altLang="zh-CN" dirty="0">
              <a:latin typeface="华文楷体" pitchFamily="2" charset="-122"/>
              <a:ea typeface="华文楷体" pitchFamily="2" charset="-122"/>
              <a:sym typeface="Monotype Sorts" pitchFamily="2" charset="2"/>
            </a:endParaRPr>
          </a:p>
          <a:p>
            <a:pPr marL="1066773" lvl="4" indent="-457189">
              <a:lnSpc>
                <a:spcPct val="150000"/>
              </a:lnSpc>
              <a:spcBef>
                <a:spcPts val="0"/>
              </a:spcBef>
              <a:buFont typeface="Arial" pitchFamily="34" charset="0"/>
              <a:buChar char="•"/>
            </a:pPr>
            <a:r>
              <a:rPr lang="zh-CN" altLang="zh-CN" dirty="0">
                <a:latin typeface="华文楷体" pitchFamily="2" charset="-122"/>
                <a:ea typeface="华文楷体" pitchFamily="2" charset="-122"/>
                <a:sym typeface="Monotype Sorts" pitchFamily="2" charset="2"/>
              </a:rPr>
              <a:t>子网掩码可以让若干子网络共享同一网络地址</a:t>
            </a:r>
            <a:endParaRPr lang="en-US" altLang="zh-CN" dirty="0">
              <a:latin typeface="华文楷体" pitchFamily="2" charset="-122"/>
              <a:ea typeface="华文楷体" pitchFamily="2" charset="-122"/>
              <a:sym typeface="Monotype Sorts" pitchFamily="2" charset="2"/>
            </a:endParaRPr>
          </a:p>
          <a:p>
            <a:pPr marL="457189" lvl="3" indent="-457189">
              <a:lnSpc>
                <a:spcPct val="150000"/>
              </a:lnSpc>
              <a:buNone/>
            </a:pPr>
            <a:endParaRPr lang="zh-CN" altLang="zh-CN" sz="2933" dirty="0">
              <a:sym typeface="Wingdings" pitchFamily="2" charset="2"/>
            </a:endParaRPr>
          </a:p>
        </p:txBody>
      </p:sp>
      <p:sp>
        <p:nvSpPr>
          <p:cNvPr id="5" name="TextBox 4"/>
          <p:cNvSpPr txBox="1"/>
          <p:nvPr/>
        </p:nvSpPr>
        <p:spPr>
          <a:xfrm>
            <a:off x="-30291" y="5736"/>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2" action="ppaction://hlinksldjump"/>
              </a:rPr>
              <a:t></a:t>
            </a:r>
            <a:endParaRPr lang="zh-CN" altLang="en-US" sz="8000" dirty="0">
              <a:solidFill>
                <a:prstClr val="black"/>
              </a:solidFill>
              <a:latin typeface="Trebuchet MS"/>
              <a:ea typeface="方正姚体" panose="02010601030101010101" pitchFamily="2" charset="-122"/>
            </a:endParaRPr>
          </a:p>
        </p:txBody>
      </p:sp>
      <p:sp>
        <p:nvSpPr>
          <p:cNvPr id="186372" name="Rectangle 4"/>
          <p:cNvSpPr>
            <a:spLocks noChangeArrowheads="1"/>
          </p:cNvSpPr>
          <p:nvPr/>
        </p:nvSpPr>
        <p:spPr bwMode="auto">
          <a:xfrm>
            <a:off x="1" y="-246220"/>
            <a:ext cx="246286" cy="492443"/>
          </a:xfrm>
          <a:prstGeom prst="rect">
            <a:avLst/>
          </a:prstGeom>
          <a:noFill/>
          <a:ln w="9525">
            <a:noFill/>
            <a:miter lim="800000"/>
            <a:headEnd/>
            <a:tailEnd/>
          </a:ln>
          <a:effectLst/>
        </p:spPr>
        <p:txBody>
          <a:bodyPr vert="horz" wrap="none" lIns="121920" tIns="60960" rIns="121920" bIns="60960" numCol="1" anchor="ctr" anchorCtr="0" compatLnSpc="1">
            <a:prstTxWarp prst="textNoShape">
              <a:avLst/>
            </a:prstTxWarp>
            <a:spAutoFit/>
          </a:bodyPr>
          <a:lstStyle/>
          <a:p>
            <a:pPr defTabSz="1219170"/>
            <a:endParaRPr lang="zh-CN" altLang="en-US" sz="2400">
              <a:solidFill>
                <a:prstClr val="black"/>
              </a:solidFill>
              <a:latin typeface="Trebuchet MS"/>
              <a:ea typeface="方正姚体" panose="02010601030101010101" pitchFamily="2" charset="-122"/>
            </a:endParaRPr>
          </a:p>
        </p:txBody>
      </p:sp>
      <p:pic>
        <p:nvPicPr>
          <p:cNvPr id="254978" name="Picture 2"/>
          <p:cNvPicPr>
            <a:picLocks noChangeAspect="1" noChangeArrowheads="1"/>
          </p:cNvPicPr>
          <p:nvPr/>
        </p:nvPicPr>
        <p:blipFill>
          <a:blip r:embed="rId3" cstate="print"/>
          <a:srcRect/>
          <a:stretch>
            <a:fillRect/>
          </a:stretch>
        </p:blipFill>
        <p:spPr bwMode="auto">
          <a:xfrm>
            <a:off x="2639616" y="3717032"/>
            <a:ext cx="3692392" cy="2459232"/>
          </a:xfrm>
          <a:prstGeom prst="rect">
            <a:avLst/>
          </a:prstGeom>
          <a:noFill/>
          <a:ln w="9525">
            <a:noFill/>
            <a:miter lim="800000"/>
            <a:headEnd/>
            <a:tailEnd/>
          </a:ln>
        </p:spPr>
      </p:pic>
    </p:spTree>
    <p:extLst>
      <p:ext uri="{BB962C8B-B14F-4D97-AF65-F5344CB8AC3E}">
        <p14:creationId xmlns:p14="http://schemas.microsoft.com/office/powerpoint/2010/main" val="405784805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04354" name="Rectangle 2"/>
          <p:cNvSpPr>
            <a:spLocks noGrp="1" noChangeArrowheads="1"/>
          </p:cNvSpPr>
          <p:nvPr>
            <p:ph type="title"/>
          </p:nvPr>
        </p:nvSpPr>
        <p:spPr>
          <a:xfrm>
            <a:off x="1295467" y="356659"/>
            <a:ext cx="8955616" cy="864096"/>
          </a:xfrm>
        </p:spPr>
        <p:txBody>
          <a:bodyPr>
            <a:noAutofit/>
          </a:bodyPr>
          <a:lstStyle/>
          <a:p>
            <a:pPr>
              <a:lnSpc>
                <a:spcPct val="150000"/>
              </a:lnSpc>
              <a:spcBef>
                <a:spcPts val="0"/>
              </a:spcBef>
            </a:pPr>
            <a:r>
              <a:rPr lang="en-US" altLang="zh-CN" sz="4800" dirty="0"/>
              <a:t>TCP/IP</a:t>
            </a:r>
            <a:r>
              <a:rPr lang="zh-CN" altLang="en-US" sz="4800" dirty="0"/>
              <a:t>协议</a:t>
            </a:r>
            <a:endParaRPr lang="en-US" altLang="zh-CN" sz="4800" dirty="0"/>
          </a:p>
        </p:txBody>
      </p:sp>
      <p:sp>
        <p:nvSpPr>
          <p:cNvPr id="2404355" name="Rectangle 3"/>
          <p:cNvSpPr>
            <a:spLocks noGrp="1" noChangeArrowheads="1"/>
          </p:cNvSpPr>
          <p:nvPr>
            <p:ph type="body" sz="half" idx="1"/>
          </p:nvPr>
        </p:nvSpPr>
        <p:spPr>
          <a:xfrm>
            <a:off x="719403" y="1508787"/>
            <a:ext cx="10081120" cy="4032447"/>
          </a:xfrm>
        </p:spPr>
        <p:txBody>
          <a:bodyPr>
            <a:normAutofit/>
          </a:bodyPr>
          <a:lstStyle/>
          <a:p>
            <a:pPr marL="457189" lvl="3" indent="-457189">
              <a:lnSpc>
                <a:spcPct val="150000"/>
              </a:lnSpc>
              <a:spcBef>
                <a:spcPts val="0"/>
              </a:spcBef>
              <a:buFont typeface="Arial" pitchFamily="34" charset="0"/>
              <a:buChar char="•"/>
            </a:pPr>
            <a:r>
              <a:rPr lang="zh-CN" altLang="en-US" sz="3200" dirty="0"/>
              <a:t>子网掩码</a:t>
            </a:r>
            <a:endParaRPr lang="en-US" altLang="zh-CN" sz="3200" dirty="0"/>
          </a:p>
          <a:p>
            <a:pPr marL="1066773" lvl="4" indent="-457189">
              <a:lnSpc>
                <a:spcPct val="150000"/>
              </a:lnSpc>
              <a:spcBef>
                <a:spcPts val="0"/>
              </a:spcBef>
              <a:buFont typeface="Arial" pitchFamily="34" charset="0"/>
              <a:buChar char="•"/>
            </a:pPr>
            <a:r>
              <a:rPr lang="zh-CN" altLang="en-US" dirty="0">
                <a:latin typeface="华文楷体" pitchFamily="2" charset="-122"/>
                <a:ea typeface="华文楷体" pitchFamily="2" charset="-122"/>
                <a:sym typeface="Monotype Sorts" pitchFamily="2" charset="2"/>
              </a:rPr>
              <a:t>缺省情况下，未划分子网</a:t>
            </a:r>
            <a:endParaRPr lang="en-US" altLang="zh-CN" dirty="0">
              <a:latin typeface="华文楷体" pitchFamily="2" charset="-122"/>
              <a:ea typeface="华文楷体" pitchFamily="2" charset="-122"/>
              <a:sym typeface="Monotype Sorts" pitchFamily="2" charset="2"/>
            </a:endParaRPr>
          </a:p>
          <a:p>
            <a:pPr marL="457189" lvl="3" indent="-457189">
              <a:lnSpc>
                <a:spcPct val="150000"/>
              </a:lnSpc>
              <a:buNone/>
            </a:pPr>
            <a:endParaRPr lang="zh-CN" altLang="zh-CN" sz="2933" dirty="0">
              <a:sym typeface="Wingdings" pitchFamily="2" charset="2"/>
            </a:endParaRPr>
          </a:p>
        </p:txBody>
      </p:sp>
      <p:sp>
        <p:nvSpPr>
          <p:cNvPr id="5" name="TextBox 4"/>
          <p:cNvSpPr txBox="1"/>
          <p:nvPr/>
        </p:nvSpPr>
        <p:spPr>
          <a:xfrm>
            <a:off x="-30291" y="5736"/>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2" action="ppaction://hlinksldjump"/>
              </a:rPr>
              <a:t></a:t>
            </a:r>
            <a:endParaRPr lang="zh-CN" altLang="en-US" sz="8000" dirty="0">
              <a:solidFill>
                <a:prstClr val="black"/>
              </a:solidFill>
              <a:latin typeface="Trebuchet MS"/>
              <a:ea typeface="方正姚体" panose="02010601030101010101" pitchFamily="2" charset="-122"/>
            </a:endParaRPr>
          </a:p>
        </p:txBody>
      </p:sp>
      <p:sp>
        <p:nvSpPr>
          <p:cNvPr id="186372" name="Rectangle 4"/>
          <p:cNvSpPr>
            <a:spLocks noChangeArrowheads="1"/>
          </p:cNvSpPr>
          <p:nvPr/>
        </p:nvSpPr>
        <p:spPr bwMode="auto">
          <a:xfrm>
            <a:off x="1" y="-246220"/>
            <a:ext cx="246286" cy="492443"/>
          </a:xfrm>
          <a:prstGeom prst="rect">
            <a:avLst/>
          </a:prstGeom>
          <a:noFill/>
          <a:ln w="9525">
            <a:noFill/>
            <a:miter lim="800000"/>
            <a:headEnd/>
            <a:tailEnd/>
          </a:ln>
          <a:effectLst/>
        </p:spPr>
        <p:txBody>
          <a:bodyPr vert="horz" wrap="none" lIns="121920" tIns="60960" rIns="121920" bIns="60960" numCol="1" anchor="ctr" anchorCtr="0" compatLnSpc="1">
            <a:prstTxWarp prst="textNoShape">
              <a:avLst/>
            </a:prstTxWarp>
            <a:spAutoFit/>
          </a:bodyPr>
          <a:lstStyle/>
          <a:p>
            <a:pPr defTabSz="1219170"/>
            <a:endParaRPr lang="zh-CN" altLang="en-US" sz="2400">
              <a:solidFill>
                <a:prstClr val="black"/>
              </a:solidFill>
              <a:latin typeface="Trebuchet MS"/>
              <a:ea typeface="方正姚体" panose="02010601030101010101" pitchFamily="2" charset="-122"/>
            </a:endParaRPr>
          </a:p>
        </p:txBody>
      </p:sp>
      <p:graphicFrame>
        <p:nvGraphicFramePr>
          <p:cNvPr id="53" name="表格 52"/>
          <p:cNvGraphicFramePr>
            <a:graphicFrameLocks noGrp="1"/>
          </p:cNvGraphicFramePr>
          <p:nvPr/>
        </p:nvGraphicFramePr>
        <p:xfrm>
          <a:off x="3119669" y="3140968"/>
          <a:ext cx="7488832" cy="3901440"/>
        </p:xfrm>
        <a:graphic>
          <a:graphicData uri="http://schemas.openxmlformats.org/drawingml/2006/table">
            <a:tbl>
              <a:tblPr firstRow="1" bandRow="1">
                <a:tableStyleId>{5C22544A-7EE6-4342-B048-85BDC9FD1C3A}</a:tableStyleId>
              </a:tblPr>
              <a:tblGrid>
                <a:gridCol w="1872208">
                  <a:extLst>
                    <a:ext uri="{9D8B030D-6E8A-4147-A177-3AD203B41FA5}">
                      <a16:colId xmlns:a16="http://schemas.microsoft.com/office/drawing/2014/main" val="20000"/>
                    </a:ext>
                  </a:extLst>
                </a:gridCol>
                <a:gridCol w="1872208">
                  <a:extLst>
                    <a:ext uri="{9D8B030D-6E8A-4147-A177-3AD203B41FA5}">
                      <a16:colId xmlns:a16="http://schemas.microsoft.com/office/drawing/2014/main" val="20001"/>
                    </a:ext>
                  </a:extLst>
                </a:gridCol>
                <a:gridCol w="1872208">
                  <a:extLst>
                    <a:ext uri="{9D8B030D-6E8A-4147-A177-3AD203B41FA5}">
                      <a16:colId xmlns:a16="http://schemas.microsoft.com/office/drawing/2014/main" val="20002"/>
                    </a:ext>
                  </a:extLst>
                </a:gridCol>
                <a:gridCol w="1872208">
                  <a:extLst>
                    <a:ext uri="{9D8B030D-6E8A-4147-A177-3AD203B41FA5}">
                      <a16:colId xmlns:a16="http://schemas.microsoft.com/office/drawing/2014/main" val="20003"/>
                    </a:ext>
                  </a:extLst>
                </a:gridCol>
              </a:tblGrid>
              <a:tr h="1097280">
                <a:tc>
                  <a:txBody>
                    <a:bodyPr/>
                    <a:lstStyle/>
                    <a:p>
                      <a:pPr algn="ctr"/>
                      <a:r>
                        <a:rPr lang="en-US" altLang="zh-CN" sz="3200" dirty="0"/>
                        <a:t>10101100</a:t>
                      </a:r>
                      <a:endParaRPr lang="zh-CN" altLang="en-US" sz="3200" dirty="0"/>
                    </a:p>
                  </a:txBody>
                  <a:tcPr marL="121920" marR="121920" marT="60960" marB="60960"/>
                </a:tc>
                <a:tc>
                  <a:txBody>
                    <a:bodyPr/>
                    <a:lstStyle/>
                    <a:p>
                      <a:pPr algn="ctr"/>
                      <a:r>
                        <a:rPr lang="en-US" altLang="zh-CN" sz="3200" dirty="0"/>
                        <a:t>00010000</a:t>
                      </a:r>
                      <a:endParaRPr lang="zh-CN" altLang="en-US" sz="3200" dirty="0"/>
                    </a:p>
                  </a:txBody>
                  <a:tcPr marL="121920" marR="121920" marT="60960" marB="60960"/>
                </a:tc>
                <a:tc>
                  <a:txBody>
                    <a:bodyPr/>
                    <a:lstStyle/>
                    <a:p>
                      <a:pPr algn="ctr"/>
                      <a:r>
                        <a:rPr lang="en-US" altLang="zh-CN" sz="3200" dirty="0"/>
                        <a:t>00000010</a:t>
                      </a:r>
                      <a:endParaRPr lang="zh-CN" altLang="en-US" sz="3200" dirty="0"/>
                    </a:p>
                  </a:txBody>
                  <a:tcPr marL="121920" marR="121920" marT="60960" marB="60960"/>
                </a:tc>
                <a:tc>
                  <a:txBody>
                    <a:bodyPr/>
                    <a:lstStyle/>
                    <a:p>
                      <a:pPr algn="ctr"/>
                      <a:r>
                        <a:rPr lang="en-US" altLang="zh-CN" sz="3200" dirty="0"/>
                        <a:t>10100000</a:t>
                      </a:r>
                      <a:endParaRPr lang="zh-CN" altLang="en-US" sz="3200" dirty="0"/>
                    </a:p>
                  </a:txBody>
                  <a:tcPr marL="121920" marR="121920" marT="60960" marB="60960"/>
                </a:tc>
                <a:extLst>
                  <a:ext uri="{0D108BD9-81ED-4DB2-BD59-A6C34878D82A}">
                    <a16:rowId xmlns:a16="http://schemas.microsoft.com/office/drawing/2014/main" val="10000"/>
                  </a:ext>
                </a:extLst>
              </a:tr>
              <a:tr h="1097280">
                <a:tc>
                  <a:txBody>
                    <a:bodyPr/>
                    <a:lstStyle/>
                    <a:p>
                      <a:pPr algn="ctr"/>
                      <a:r>
                        <a:rPr lang="en-US" altLang="zh-CN" sz="3200" dirty="0"/>
                        <a:t>11111111</a:t>
                      </a:r>
                      <a:endParaRPr lang="zh-CN" altLang="en-US" sz="3200" dirty="0"/>
                    </a:p>
                  </a:txBody>
                  <a:tcPr marL="121920" marR="121920" marT="60960" marB="60960"/>
                </a:tc>
                <a:tc>
                  <a:txBody>
                    <a:bodyPr/>
                    <a:lstStyle/>
                    <a:p>
                      <a:pPr algn="ctr"/>
                      <a:r>
                        <a:rPr lang="en-US" altLang="zh-CN" sz="3200" dirty="0"/>
                        <a:t>11111111</a:t>
                      </a:r>
                      <a:endParaRPr lang="zh-CN" altLang="en-US" sz="3200" dirty="0"/>
                    </a:p>
                  </a:txBody>
                  <a:tcPr marL="121920" marR="121920" marT="60960" marB="6096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3200" dirty="0"/>
                        <a:t>00000000</a:t>
                      </a:r>
                      <a:endParaRPr lang="zh-CN" altLang="en-US" sz="3200" dirty="0"/>
                    </a:p>
                  </a:txBody>
                  <a:tcPr marL="121920" marR="121920" marT="60960" marB="6096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3200" dirty="0"/>
                        <a:t>00000000</a:t>
                      </a:r>
                      <a:endParaRPr lang="zh-CN" altLang="en-US" sz="3200" dirty="0"/>
                    </a:p>
                  </a:txBody>
                  <a:tcPr marL="121920" marR="121920" marT="60960" marB="60960"/>
                </a:tc>
                <a:extLst>
                  <a:ext uri="{0D108BD9-81ED-4DB2-BD59-A6C34878D82A}">
                    <a16:rowId xmlns:a16="http://schemas.microsoft.com/office/drawing/2014/main" val="10001"/>
                  </a:ext>
                </a:extLst>
              </a:tr>
              <a:tr h="109728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3200" dirty="0"/>
                        <a:t>10101100</a:t>
                      </a:r>
                      <a:endParaRPr lang="zh-CN" altLang="en-US" sz="3200" dirty="0"/>
                    </a:p>
                  </a:txBody>
                  <a:tcPr marL="121920" marR="121920" marT="60960" marB="6096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3200" dirty="0"/>
                        <a:t>00010000</a:t>
                      </a:r>
                      <a:endParaRPr lang="zh-CN" altLang="en-US" sz="3200" dirty="0"/>
                    </a:p>
                  </a:txBody>
                  <a:tcPr marL="121920" marR="121920" marT="60960" marB="6096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3200" dirty="0"/>
                        <a:t>00000000</a:t>
                      </a:r>
                      <a:endParaRPr lang="zh-CN" altLang="en-US" sz="3200" dirty="0"/>
                    </a:p>
                  </a:txBody>
                  <a:tcPr marL="121920" marR="121920" marT="60960" marB="6096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3200" dirty="0"/>
                        <a:t>00000000</a:t>
                      </a:r>
                      <a:endParaRPr lang="zh-CN" altLang="en-US" sz="3200" dirty="0"/>
                    </a:p>
                  </a:txBody>
                  <a:tcPr marL="121920" marR="121920" marT="60960" marB="60960"/>
                </a:tc>
                <a:extLst>
                  <a:ext uri="{0D108BD9-81ED-4DB2-BD59-A6C34878D82A}">
                    <a16:rowId xmlns:a16="http://schemas.microsoft.com/office/drawing/2014/main" val="10002"/>
                  </a:ext>
                </a:extLst>
              </a:tr>
              <a:tr h="609600">
                <a:tc>
                  <a:txBody>
                    <a:bodyPr/>
                    <a:lstStyle/>
                    <a:p>
                      <a:pPr algn="ctr"/>
                      <a:r>
                        <a:rPr lang="en-US" altLang="zh-CN" sz="3200" dirty="0"/>
                        <a:t>172</a:t>
                      </a:r>
                      <a:endParaRPr lang="zh-CN" altLang="en-US" sz="3200" dirty="0"/>
                    </a:p>
                  </a:txBody>
                  <a:tcPr marL="121920" marR="121920" marT="60960" marB="60960"/>
                </a:tc>
                <a:tc>
                  <a:txBody>
                    <a:bodyPr/>
                    <a:lstStyle/>
                    <a:p>
                      <a:pPr algn="ctr"/>
                      <a:r>
                        <a:rPr lang="en-US" altLang="zh-CN" sz="3200" dirty="0"/>
                        <a:t>16</a:t>
                      </a:r>
                      <a:endParaRPr lang="zh-CN" altLang="en-US" sz="3200" dirty="0"/>
                    </a:p>
                  </a:txBody>
                  <a:tcPr marL="121920" marR="121920" marT="60960" marB="60960"/>
                </a:tc>
                <a:tc>
                  <a:txBody>
                    <a:bodyPr/>
                    <a:lstStyle/>
                    <a:p>
                      <a:pPr algn="ctr"/>
                      <a:r>
                        <a:rPr lang="en-US" altLang="zh-CN" sz="3200" dirty="0"/>
                        <a:t>0</a:t>
                      </a:r>
                      <a:endParaRPr lang="zh-CN" altLang="en-US" sz="3200" dirty="0"/>
                    </a:p>
                  </a:txBody>
                  <a:tcPr marL="121920" marR="121920" marT="60960" marB="60960"/>
                </a:tc>
                <a:tc>
                  <a:txBody>
                    <a:bodyPr/>
                    <a:lstStyle/>
                    <a:p>
                      <a:pPr algn="ctr"/>
                      <a:r>
                        <a:rPr lang="en-US" altLang="zh-CN" sz="3200" dirty="0"/>
                        <a:t>0</a:t>
                      </a:r>
                      <a:endParaRPr lang="zh-CN" altLang="en-US" sz="3200" dirty="0"/>
                    </a:p>
                  </a:txBody>
                  <a:tcPr marL="121920" marR="121920" marT="60960" marB="60960"/>
                </a:tc>
                <a:extLst>
                  <a:ext uri="{0D108BD9-81ED-4DB2-BD59-A6C34878D82A}">
                    <a16:rowId xmlns:a16="http://schemas.microsoft.com/office/drawing/2014/main" val="10003"/>
                  </a:ext>
                </a:extLst>
              </a:tr>
            </a:tbl>
          </a:graphicData>
        </a:graphic>
      </p:graphicFrame>
      <p:sp>
        <p:nvSpPr>
          <p:cNvPr id="54" name="矩形 53"/>
          <p:cNvSpPr/>
          <p:nvPr/>
        </p:nvSpPr>
        <p:spPr>
          <a:xfrm>
            <a:off x="1391477" y="3140969"/>
            <a:ext cx="1536171" cy="461665"/>
          </a:xfrm>
          <a:prstGeom prst="rect">
            <a:avLst/>
          </a:prstGeom>
          <a:solidFill>
            <a:srgbClr val="C00000"/>
          </a:solidFill>
        </p:spPr>
        <p:txBody>
          <a:bodyPr wrap="square">
            <a:spAutoFit/>
          </a:bodyPr>
          <a:lstStyle/>
          <a:p>
            <a:pPr defTabSz="1219170"/>
            <a:r>
              <a:rPr lang="en-US" altLang="zh-CN" sz="2400" dirty="0">
                <a:solidFill>
                  <a:prstClr val="white"/>
                </a:solidFill>
                <a:latin typeface="华文楷体" pitchFamily="2" charset="-122"/>
                <a:ea typeface="华文楷体" pitchFamily="2" charset="-122"/>
                <a:sym typeface="Monotype Sorts" pitchFamily="2" charset="2"/>
              </a:rPr>
              <a:t>IP</a:t>
            </a:r>
            <a:r>
              <a:rPr lang="zh-CN" altLang="zh-CN" sz="2400" dirty="0">
                <a:solidFill>
                  <a:prstClr val="white"/>
                </a:solidFill>
                <a:latin typeface="华文楷体" pitchFamily="2" charset="-122"/>
                <a:ea typeface="华文楷体" pitchFamily="2" charset="-122"/>
                <a:sym typeface="Monotype Sorts" pitchFamily="2" charset="2"/>
              </a:rPr>
              <a:t>地址</a:t>
            </a:r>
            <a:endParaRPr lang="zh-CN" altLang="en-US" sz="2400" dirty="0">
              <a:solidFill>
                <a:prstClr val="white"/>
              </a:solidFill>
              <a:latin typeface="Trebuchet MS"/>
              <a:ea typeface="方正姚体" panose="02010601030101010101" pitchFamily="2" charset="-122"/>
            </a:endParaRPr>
          </a:p>
        </p:txBody>
      </p:sp>
      <p:sp>
        <p:nvSpPr>
          <p:cNvPr id="55" name="矩形 54"/>
          <p:cNvSpPr/>
          <p:nvPr/>
        </p:nvSpPr>
        <p:spPr>
          <a:xfrm>
            <a:off x="1391477" y="3800654"/>
            <a:ext cx="1536171" cy="461665"/>
          </a:xfrm>
          <a:prstGeom prst="rect">
            <a:avLst/>
          </a:prstGeom>
          <a:solidFill>
            <a:srgbClr val="C00000"/>
          </a:solidFill>
        </p:spPr>
        <p:txBody>
          <a:bodyPr wrap="square">
            <a:spAutoFit/>
          </a:bodyPr>
          <a:lstStyle/>
          <a:p>
            <a:pPr algn="ctr" defTabSz="1219170"/>
            <a:r>
              <a:rPr lang="zh-CN" altLang="en-US" sz="2400" dirty="0">
                <a:solidFill>
                  <a:prstClr val="white"/>
                </a:solidFill>
                <a:latin typeface="华文楷体" pitchFamily="2" charset="-122"/>
                <a:ea typeface="华文楷体" pitchFamily="2" charset="-122"/>
              </a:rPr>
              <a:t>子网掩码</a:t>
            </a:r>
          </a:p>
        </p:txBody>
      </p:sp>
      <p:sp>
        <p:nvSpPr>
          <p:cNvPr id="56" name="矩形 55"/>
          <p:cNvSpPr/>
          <p:nvPr/>
        </p:nvSpPr>
        <p:spPr>
          <a:xfrm>
            <a:off x="1391477" y="4664750"/>
            <a:ext cx="1536171" cy="461665"/>
          </a:xfrm>
          <a:prstGeom prst="rect">
            <a:avLst/>
          </a:prstGeom>
          <a:solidFill>
            <a:srgbClr val="C00000"/>
          </a:solidFill>
        </p:spPr>
        <p:txBody>
          <a:bodyPr wrap="square">
            <a:spAutoFit/>
          </a:bodyPr>
          <a:lstStyle/>
          <a:p>
            <a:pPr algn="ctr" defTabSz="1219170"/>
            <a:r>
              <a:rPr lang="zh-CN" altLang="en-US" sz="2400" dirty="0">
                <a:solidFill>
                  <a:prstClr val="white"/>
                </a:solidFill>
                <a:latin typeface="华文楷体" pitchFamily="2" charset="-122"/>
                <a:ea typeface="华文楷体" pitchFamily="2" charset="-122"/>
              </a:rPr>
              <a:t>网络号</a:t>
            </a:r>
          </a:p>
        </p:txBody>
      </p:sp>
    </p:spTree>
    <p:extLst>
      <p:ext uri="{BB962C8B-B14F-4D97-AF65-F5344CB8AC3E}">
        <p14:creationId xmlns:p14="http://schemas.microsoft.com/office/powerpoint/2010/main" val="342748000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04354" name="Rectangle 2"/>
          <p:cNvSpPr>
            <a:spLocks noGrp="1" noChangeArrowheads="1"/>
          </p:cNvSpPr>
          <p:nvPr>
            <p:ph type="title"/>
          </p:nvPr>
        </p:nvSpPr>
        <p:spPr>
          <a:xfrm>
            <a:off x="1295467" y="356659"/>
            <a:ext cx="8955616" cy="864096"/>
          </a:xfrm>
        </p:spPr>
        <p:txBody>
          <a:bodyPr>
            <a:noAutofit/>
          </a:bodyPr>
          <a:lstStyle/>
          <a:p>
            <a:pPr>
              <a:lnSpc>
                <a:spcPct val="150000"/>
              </a:lnSpc>
              <a:spcBef>
                <a:spcPts val="0"/>
              </a:spcBef>
            </a:pPr>
            <a:r>
              <a:rPr lang="en-US" altLang="zh-CN" sz="4800" dirty="0"/>
              <a:t>TCP/IP</a:t>
            </a:r>
            <a:r>
              <a:rPr lang="zh-CN" altLang="en-US" sz="4800" dirty="0"/>
              <a:t>协议</a:t>
            </a:r>
            <a:endParaRPr lang="en-US" altLang="zh-CN" sz="4800" dirty="0"/>
          </a:p>
        </p:txBody>
      </p:sp>
      <p:sp>
        <p:nvSpPr>
          <p:cNvPr id="2404355" name="Rectangle 3"/>
          <p:cNvSpPr>
            <a:spLocks noGrp="1" noChangeArrowheads="1"/>
          </p:cNvSpPr>
          <p:nvPr>
            <p:ph type="body" sz="half" idx="1"/>
          </p:nvPr>
        </p:nvSpPr>
        <p:spPr>
          <a:xfrm>
            <a:off x="719403" y="1508787"/>
            <a:ext cx="10081120" cy="4032447"/>
          </a:xfrm>
        </p:spPr>
        <p:txBody>
          <a:bodyPr>
            <a:normAutofit/>
          </a:bodyPr>
          <a:lstStyle/>
          <a:p>
            <a:pPr marL="457189" lvl="3" indent="-457189">
              <a:lnSpc>
                <a:spcPct val="150000"/>
              </a:lnSpc>
              <a:spcBef>
                <a:spcPts val="0"/>
              </a:spcBef>
              <a:buFont typeface="Arial" pitchFamily="34" charset="0"/>
              <a:buChar char="•"/>
            </a:pPr>
            <a:r>
              <a:rPr lang="zh-CN" altLang="en-US" sz="3200" dirty="0"/>
              <a:t>子网掩码</a:t>
            </a:r>
            <a:endParaRPr lang="en-US" altLang="zh-CN" sz="3200" dirty="0"/>
          </a:p>
          <a:p>
            <a:pPr marL="1066773" lvl="4" indent="-457189">
              <a:lnSpc>
                <a:spcPct val="150000"/>
              </a:lnSpc>
              <a:spcBef>
                <a:spcPts val="0"/>
              </a:spcBef>
              <a:buFont typeface="Arial" pitchFamily="34" charset="0"/>
              <a:buChar char="•"/>
            </a:pPr>
            <a:r>
              <a:rPr lang="zh-CN" altLang="en-US" dirty="0">
                <a:latin typeface="华文楷体" pitchFamily="2" charset="-122"/>
                <a:ea typeface="华文楷体" pitchFamily="2" charset="-122"/>
                <a:sym typeface="Monotype Sorts" pitchFamily="2" charset="2"/>
              </a:rPr>
              <a:t>利用子网</a:t>
            </a:r>
            <a:r>
              <a:rPr lang="zh-CN" altLang="en-US">
                <a:latin typeface="华文楷体" pitchFamily="2" charset="-122"/>
                <a:ea typeface="华文楷体" pitchFamily="2" charset="-122"/>
                <a:sym typeface="Monotype Sorts" pitchFamily="2" charset="2"/>
              </a:rPr>
              <a:t>掩码，划分</a:t>
            </a:r>
            <a:r>
              <a:rPr lang="zh-CN" altLang="en-US" dirty="0">
                <a:latin typeface="华文楷体" pitchFamily="2" charset="-122"/>
                <a:ea typeface="华文楷体" pitchFamily="2" charset="-122"/>
                <a:sym typeface="Monotype Sorts" pitchFamily="2" charset="2"/>
              </a:rPr>
              <a:t>子网</a:t>
            </a:r>
            <a:endParaRPr lang="en-US" altLang="zh-CN" dirty="0">
              <a:latin typeface="华文楷体" pitchFamily="2" charset="-122"/>
              <a:ea typeface="华文楷体" pitchFamily="2" charset="-122"/>
              <a:sym typeface="Monotype Sorts" pitchFamily="2" charset="2"/>
            </a:endParaRPr>
          </a:p>
          <a:p>
            <a:pPr marL="457189" lvl="3" indent="-457189">
              <a:lnSpc>
                <a:spcPct val="150000"/>
              </a:lnSpc>
              <a:buNone/>
            </a:pPr>
            <a:endParaRPr lang="zh-CN" altLang="zh-CN" sz="2933" dirty="0">
              <a:sym typeface="Wingdings" pitchFamily="2" charset="2"/>
            </a:endParaRPr>
          </a:p>
        </p:txBody>
      </p:sp>
      <p:sp>
        <p:nvSpPr>
          <p:cNvPr id="5" name="TextBox 4"/>
          <p:cNvSpPr txBox="1"/>
          <p:nvPr/>
        </p:nvSpPr>
        <p:spPr>
          <a:xfrm>
            <a:off x="-30291" y="5736"/>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2" action="ppaction://hlinksldjump"/>
              </a:rPr>
              <a:t></a:t>
            </a:r>
            <a:endParaRPr lang="zh-CN" altLang="en-US" sz="8000" dirty="0">
              <a:solidFill>
                <a:prstClr val="black"/>
              </a:solidFill>
              <a:latin typeface="Trebuchet MS"/>
              <a:ea typeface="方正姚体" panose="02010601030101010101" pitchFamily="2" charset="-122"/>
            </a:endParaRPr>
          </a:p>
        </p:txBody>
      </p:sp>
      <p:sp>
        <p:nvSpPr>
          <p:cNvPr id="186372" name="Rectangle 4"/>
          <p:cNvSpPr>
            <a:spLocks noChangeArrowheads="1"/>
          </p:cNvSpPr>
          <p:nvPr/>
        </p:nvSpPr>
        <p:spPr bwMode="auto">
          <a:xfrm>
            <a:off x="1" y="-246220"/>
            <a:ext cx="246286" cy="492443"/>
          </a:xfrm>
          <a:prstGeom prst="rect">
            <a:avLst/>
          </a:prstGeom>
          <a:noFill/>
          <a:ln w="9525">
            <a:noFill/>
            <a:miter lim="800000"/>
            <a:headEnd/>
            <a:tailEnd/>
          </a:ln>
          <a:effectLst/>
        </p:spPr>
        <p:txBody>
          <a:bodyPr vert="horz" wrap="none" lIns="121920" tIns="60960" rIns="121920" bIns="60960" numCol="1" anchor="ctr" anchorCtr="0" compatLnSpc="1">
            <a:prstTxWarp prst="textNoShape">
              <a:avLst/>
            </a:prstTxWarp>
            <a:spAutoFit/>
          </a:bodyPr>
          <a:lstStyle/>
          <a:p>
            <a:pPr defTabSz="1219170"/>
            <a:endParaRPr lang="zh-CN" altLang="en-US" sz="2400">
              <a:solidFill>
                <a:prstClr val="black"/>
              </a:solidFill>
              <a:latin typeface="Trebuchet MS"/>
              <a:ea typeface="方正姚体" panose="02010601030101010101" pitchFamily="2" charset="-122"/>
            </a:endParaRPr>
          </a:p>
        </p:txBody>
      </p:sp>
      <p:graphicFrame>
        <p:nvGraphicFramePr>
          <p:cNvPr id="53" name="表格 52"/>
          <p:cNvGraphicFramePr>
            <a:graphicFrameLocks noGrp="1"/>
          </p:cNvGraphicFramePr>
          <p:nvPr/>
        </p:nvGraphicFramePr>
        <p:xfrm>
          <a:off x="3119669" y="3140968"/>
          <a:ext cx="7488832" cy="2364152"/>
        </p:xfrm>
        <a:graphic>
          <a:graphicData uri="http://schemas.openxmlformats.org/drawingml/2006/table">
            <a:tbl>
              <a:tblPr firstRow="1" bandRow="1">
                <a:tableStyleId>{5C22544A-7EE6-4342-B048-85BDC9FD1C3A}</a:tableStyleId>
              </a:tblPr>
              <a:tblGrid>
                <a:gridCol w="1872208">
                  <a:extLst>
                    <a:ext uri="{9D8B030D-6E8A-4147-A177-3AD203B41FA5}">
                      <a16:colId xmlns:a16="http://schemas.microsoft.com/office/drawing/2014/main" val="20000"/>
                    </a:ext>
                  </a:extLst>
                </a:gridCol>
                <a:gridCol w="1872208">
                  <a:extLst>
                    <a:ext uri="{9D8B030D-6E8A-4147-A177-3AD203B41FA5}">
                      <a16:colId xmlns:a16="http://schemas.microsoft.com/office/drawing/2014/main" val="20001"/>
                    </a:ext>
                  </a:extLst>
                </a:gridCol>
                <a:gridCol w="1872208">
                  <a:extLst>
                    <a:ext uri="{9D8B030D-6E8A-4147-A177-3AD203B41FA5}">
                      <a16:colId xmlns:a16="http://schemas.microsoft.com/office/drawing/2014/main" val="20002"/>
                    </a:ext>
                  </a:extLst>
                </a:gridCol>
                <a:gridCol w="1872208">
                  <a:extLst>
                    <a:ext uri="{9D8B030D-6E8A-4147-A177-3AD203B41FA5}">
                      <a16:colId xmlns:a16="http://schemas.microsoft.com/office/drawing/2014/main" val="20003"/>
                    </a:ext>
                  </a:extLst>
                </a:gridCol>
              </a:tblGrid>
              <a:tr h="1097280">
                <a:tc>
                  <a:txBody>
                    <a:bodyPr/>
                    <a:lstStyle/>
                    <a:p>
                      <a:pPr algn="ctr"/>
                      <a:r>
                        <a:rPr lang="en-US" altLang="zh-CN" sz="3200" dirty="0"/>
                        <a:t>10101100</a:t>
                      </a:r>
                      <a:endParaRPr lang="zh-CN" altLang="en-US" sz="3200" dirty="0"/>
                    </a:p>
                  </a:txBody>
                  <a:tcPr marL="121920" marR="121920" marT="60960" marB="60960"/>
                </a:tc>
                <a:tc>
                  <a:txBody>
                    <a:bodyPr/>
                    <a:lstStyle/>
                    <a:p>
                      <a:pPr algn="ctr"/>
                      <a:r>
                        <a:rPr lang="en-US" altLang="zh-CN" sz="3200" dirty="0"/>
                        <a:t>00010000</a:t>
                      </a:r>
                      <a:endParaRPr lang="zh-CN" altLang="en-US" sz="3200" dirty="0"/>
                    </a:p>
                  </a:txBody>
                  <a:tcPr marL="121920" marR="121920" marT="60960" marB="60960"/>
                </a:tc>
                <a:tc>
                  <a:txBody>
                    <a:bodyPr/>
                    <a:lstStyle/>
                    <a:p>
                      <a:pPr algn="ctr"/>
                      <a:r>
                        <a:rPr lang="en-US" altLang="zh-CN" sz="3200" dirty="0"/>
                        <a:t>00000010</a:t>
                      </a:r>
                      <a:endParaRPr lang="zh-CN" altLang="en-US" sz="3200" dirty="0"/>
                    </a:p>
                  </a:txBody>
                  <a:tcPr marL="121920" marR="121920" marT="60960" marB="60960"/>
                </a:tc>
                <a:tc>
                  <a:txBody>
                    <a:bodyPr/>
                    <a:lstStyle/>
                    <a:p>
                      <a:pPr algn="ctr"/>
                      <a:r>
                        <a:rPr lang="en-US" altLang="zh-CN" sz="3200" dirty="0"/>
                        <a:t>10100000</a:t>
                      </a:r>
                      <a:endParaRPr lang="zh-CN" altLang="en-US" sz="3200" dirty="0"/>
                    </a:p>
                  </a:txBody>
                  <a:tcPr marL="121920" marR="121920" marT="60960" marB="60960"/>
                </a:tc>
                <a:extLst>
                  <a:ext uri="{0D108BD9-81ED-4DB2-BD59-A6C34878D82A}">
                    <a16:rowId xmlns:a16="http://schemas.microsoft.com/office/drawing/2014/main" val="10000"/>
                  </a:ext>
                </a:extLst>
              </a:tr>
              <a:tr h="1097280">
                <a:tc>
                  <a:txBody>
                    <a:bodyPr/>
                    <a:lstStyle/>
                    <a:p>
                      <a:pPr algn="ctr"/>
                      <a:r>
                        <a:rPr lang="en-US" altLang="zh-CN" sz="3200" dirty="0"/>
                        <a:t>11111111</a:t>
                      </a:r>
                      <a:endParaRPr lang="zh-CN" altLang="en-US" sz="3200" dirty="0"/>
                    </a:p>
                  </a:txBody>
                  <a:tcPr marL="121920" marR="121920" marT="60960" marB="60960"/>
                </a:tc>
                <a:tc>
                  <a:txBody>
                    <a:bodyPr/>
                    <a:lstStyle/>
                    <a:p>
                      <a:pPr algn="ctr"/>
                      <a:r>
                        <a:rPr lang="en-US" altLang="zh-CN" sz="3200" dirty="0"/>
                        <a:t>11111111</a:t>
                      </a:r>
                      <a:endParaRPr lang="zh-CN" altLang="en-US" sz="3200" dirty="0"/>
                    </a:p>
                  </a:txBody>
                  <a:tcPr marL="121920" marR="121920" marT="60960" marB="6096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3200" dirty="0">
                          <a:solidFill>
                            <a:srgbClr val="FF0000"/>
                          </a:solidFill>
                        </a:rPr>
                        <a:t>11111111</a:t>
                      </a:r>
                      <a:endParaRPr lang="zh-CN" altLang="en-US" sz="3200" dirty="0">
                        <a:solidFill>
                          <a:srgbClr val="FF0000"/>
                        </a:solidFill>
                      </a:endParaRPr>
                    </a:p>
                  </a:txBody>
                  <a:tcPr marL="121920" marR="121920" marT="60960" marB="6096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3200" dirty="0"/>
                        <a:t>00000000</a:t>
                      </a:r>
                      <a:endParaRPr lang="zh-CN" altLang="en-US" sz="3200" dirty="0"/>
                    </a:p>
                  </a:txBody>
                  <a:tcPr marL="121920" marR="121920" marT="60960" marB="60960"/>
                </a:tc>
                <a:extLst>
                  <a:ext uri="{0D108BD9-81ED-4DB2-BD59-A6C34878D82A}">
                    <a16:rowId xmlns:a16="http://schemas.microsoft.com/office/drawing/2014/main" val="10001"/>
                  </a:ext>
                </a:extLst>
              </a:tr>
              <a:tr h="109728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3200" dirty="0"/>
                        <a:t>10101100</a:t>
                      </a:r>
                      <a:endParaRPr lang="zh-CN" altLang="en-US" sz="3200" dirty="0"/>
                    </a:p>
                  </a:txBody>
                  <a:tcPr marL="121920" marR="121920" marT="60960" marB="6096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3200" dirty="0"/>
                        <a:t>00010000</a:t>
                      </a:r>
                      <a:endParaRPr lang="zh-CN" altLang="en-US" sz="3200" dirty="0"/>
                    </a:p>
                  </a:txBody>
                  <a:tcPr marL="121920" marR="121920" marT="60960" marB="6096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3200" dirty="0"/>
                        <a:t>00000010</a:t>
                      </a:r>
                      <a:endParaRPr lang="zh-CN" altLang="en-US" sz="3200" dirty="0"/>
                    </a:p>
                  </a:txBody>
                  <a:tcPr marL="121920" marR="121920" marT="60960" marB="6096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3200" dirty="0"/>
                        <a:t>00000000</a:t>
                      </a:r>
                      <a:endParaRPr lang="zh-CN" altLang="en-US" sz="3200" dirty="0"/>
                    </a:p>
                  </a:txBody>
                  <a:tcPr marL="121920" marR="121920" marT="60960" marB="60960"/>
                </a:tc>
                <a:extLst>
                  <a:ext uri="{0D108BD9-81ED-4DB2-BD59-A6C34878D82A}">
                    <a16:rowId xmlns:a16="http://schemas.microsoft.com/office/drawing/2014/main" val="10002"/>
                  </a:ext>
                </a:extLst>
              </a:tr>
              <a:tr h="609600">
                <a:tc>
                  <a:txBody>
                    <a:bodyPr/>
                    <a:lstStyle/>
                    <a:p>
                      <a:pPr algn="ctr"/>
                      <a:r>
                        <a:rPr lang="en-US" altLang="zh-CN" sz="3200" dirty="0"/>
                        <a:t>172</a:t>
                      </a:r>
                      <a:endParaRPr lang="zh-CN" altLang="en-US" sz="3200" dirty="0"/>
                    </a:p>
                  </a:txBody>
                  <a:tcPr marL="121920" marR="121920" marT="60960" marB="60960"/>
                </a:tc>
                <a:tc>
                  <a:txBody>
                    <a:bodyPr/>
                    <a:lstStyle/>
                    <a:p>
                      <a:pPr algn="ctr"/>
                      <a:r>
                        <a:rPr lang="en-US" altLang="zh-CN" sz="3200" dirty="0"/>
                        <a:t>16</a:t>
                      </a:r>
                      <a:endParaRPr lang="zh-CN" altLang="en-US" sz="3200" dirty="0"/>
                    </a:p>
                  </a:txBody>
                  <a:tcPr marL="121920" marR="121920" marT="60960" marB="60960"/>
                </a:tc>
                <a:tc>
                  <a:txBody>
                    <a:bodyPr/>
                    <a:lstStyle/>
                    <a:p>
                      <a:pPr algn="ctr"/>
                      <a:r>
                        <a:rPr lang="en-US" altLang="zh-CN" sz="3200" dirty="0"/>
                        <a:t>2</a:t>
                      </a:r>
                      <a:endParaRPr lang="zh-CN" altLang="en-US" sz="3200" dirty="0"/>
                    </a:p>
                  </a:txBody>
                  <a:tcPr marL="121920" marR="121920" marT="60960" marB="60960"/>
                </a:tc>
                <a:tc>
                  <a:txBody>
                    <a:bodyPr/>
                    <a:lstStyle/>
                    <a:p>
                      <a:pPr algn="ctr"/>
                      <a:r>
                        <a:rPr lang="en-US" altLang="zh-CN" sz="3200" dirty="0"/>
                        <a:t>0</a:t>
                      </a:r>
                      <a:endParaRPr lang="zh-CN" altLang="en-US" sz="3200" dirty="0"/>
                    </a:p>
                  </a:txBody>
                  <a:tcPr marL="121920" marR="121920" marT="60960" marB="60960"/>
                </a:tc>
                <a:extLst>
                  <a:ext uri="{0D108BD9-81ED-4DB2-BD59-A6C34878D82A}">
                    <a16:rowId xmlns:a16="http://schemas.microsoft.com/office/drawing/2014/main" val="10003"/>
                  </a:ext>
                </a:extLst>
              </a:tr>
            </a:tbl>
          </a:graphicData>
        </a:graphic>
      </p:graphicFrame>
      <p:sp>
        <p:nvSpPr>
          <p:cNvPr id="54" name="矩形 53"/>
          <p:cNvSpPr/>
          <p:nvPr/>
        </p:nvSpPr>
        <p:spPr>
          <a:xfrm>
            <a:off x="1391477" y="3140969"/>
            <a:ext cx="1536171" cy="461665"/>
          </a:xfrm>
          <a:prstGeom prst="rect">
            <a:avLst/>
          </a:prstGeom>
          <a:solidFill>
            <a:srgbClr val="C00000"/>
          </a:solidFill>
        </p:spPr>
        <p:txBody>
          <a:bodyPr wrap="square">
            <a:spAutoFit/>
          </a:bodyPr>
          <a:lstStyle/>
          <a:p>
            <a:pPr defTabSz="1219170"/>
            <a:r>
              <a:rPr lang="en-US" altLang="zh-CN" sz="2400" dirty="0">
                <a:solidFill>
                  <a:prstClr val="white"/>
                </a:solidFill>
                <a:latin typeface="华文楷体" pitchFamily="2" charset="-122"/>
                <a:ea typeface="华文楷体" pitchFamily="2" charset="-122"/>
                <a:sym typeface="Monotype Sorts" pitchFamily="2" charset="2"/>
              </a:rPr>
              <a:t>IP</a:t>
            </a:r>
            <a:r>
              <a:rPr lang="zh-CN" altLang="zh-CN" sz="2400" dirty="0">
                <a:solidFill>
                  <a:prstClr val="white"/>
                </a:solidFill>
                <a:latin typeface="华文楷体" pitchFamily="2" charset="-122"/>
                <a:ea typeface="华文楷体" pitchFamily="2" charset="-122"/>
                <a:sym typeface="Monotype Sorts" pitchFamily="2" charset="2"/>
              </a:rPr>
              <a:t>地址</a:t>
            </a:r>
            <a:endParaRPr lang="zh-CN" altLang="en-US" sz="2400" dirty="0">
              <a:solidFill>
                <a:prstClr val="white"/>
              </a:solidFill>
              <a:latin typeface="Trebuchet MS"/>
              <a:ea typeface="方正姚体" panose="02010601030101010101" pitchFamily="2" charset="-122"/>
            </a:endParaRPr>
          </a:p>
        </p:txBody>
      </p:sp>
      <p:sp>
        <p:nvSpPr>
          <p:cNvPr id="55" name="矩形 54"/>
          <p:cNvSpPr/>
          <p:nvPr/>
        </p:nvSpPr>
        <p:spPr>
          <a:xfrm>
            <a:off x="1391477" y="3800654"/>
            <a:ext cx="1536171" cy="461665"/>
          </a:xfrm>
          <a:prstGeom prst="rect">
            <a:avLst/>
          </a:prstGeom>
          <a:solidFill>
            <a:srgbClr val="C00000"/>
          </a:solidFill>
        </p:spPr>
        <p:txBody>
          <a:bodyPr wrap="square">
            <a:spAutoFit/>
          </a:bodyPr>
          <a:lstStyle/>
          <a:p>
            <a:pPr algn="ctr" defTabSz="1219170"/>
            <a:r>
              <a:rPr lang="zh-CN" altLang="en-US" sz="2400" dirty="0">
                <a:solidFill>
                  <a:prstClr val="white"/>
                </a:solidFill>
                <a:latin typeface="华文楷体" pitchFamily="2" charset="-122"/>
                <a:ea typeface="华文楷体" pitchFamily="2" charset="-122"/>
              </a:rPr>
              <a:t>子网掩码</a:t>
            </a:r>
          </a:p>
        </p:txBody>
      </p:sp>
      <p:sp>
        <p:nvSpPr>
          <p:cNvPr id="56" name="矩形 55"/>
          <p:cNvSpPr/>
          <p:nvPr/>
        </p:nvSpPr>
        <p:spPr>
          <a:xfrm>
            <a:off x="1391477" y="4664750"/>
            <a:ext cx="1536171" cy="461665"/>
          </a:xfrm>
          <a:prstGeom prst="rect">
            <a:avLst/>
          </a:prstGeom>
          <a:solidFill>
            <a:srgbClr val="C00000"/>
          </a:solidFill>
        </p:spPr>
        <p:txBody>
          <a:bodyPr wrap="square">
            <a:spAutoFit/>
          </a:bodyPr>
          <a:lstStyle/>
          <a:p>
            <a:pPr algn="ctr" defTabSz="1219170"/>
            <a:r>
              <a:rPr lang="zh-CN" altLang="en-US" sz="2400" dirty="0">
                <a:solidFill>
                  <a:prstClr val="white"/>
                </a:solidFill>
                <a:latin typeface="华文楷体" pitchFamily="2" charset="-122"/>
                <a:ea typeface="华文楷体" pitchFamily="2" charset="-122"/>
              </a:rPr>
              <a:t>网络号</a:t>
            </a:r>
          </a:p>
        </p:txBody>
      </p:sp>
    </p:spTree>
    <p:extLst>
      <p:ext uri="{BB962C8B-B14F-4D97-AF65-F5344CB8AC3E}">
        <p14:creationId xmlns:p14="http://schemas.microsoft.com/office/powerpoint/2010/main" val="117251754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04354" name="Rectangle 2"/>
          <p:cNvSpPr>
            <a:spLocks noGrp="1" noChangeArrowheads="1"/>
          </p:cNvSpPr>
          <p:nvPr>
            <p:ph type="title"/>
          </p:nvPr>
        </p:nvSpPr>
        <p:spPr>
          <a:xfrm>
            <a:off x="1295467" y="356659"/>
            <a:ext cx="8955616" cy="864096"/>
          </a:xfrm>
        </p:spPr>
        <p:txBody>
          <a:bodyPr>
            <a:noAutofit/>
          </a:bodyPr>
          <a:lstStyle/>
          <a:p>
            <a:pPr>
              <a:lnSpc>
                <a:spcPct val="150000"/>
              </a:lnSpc>
              <a:spcBef>
                <a:spcPts val="0"/>
              </a:spcBef>
            </a:pPr>
            <a:r>
              <a:rPr lang="en-US" altLang="zh-CN" sz="4800" dirty="0"/>
              <a:t>TCP/IP</a:t>
            </a:r>
            <a:r>
              <a:rPr lang="zh-CN" altLang="en-US" sz="4800" dirty="0"/>
              <a:t>协议</a:t>
            </a:r>
            <a:endParaRPr lang="en-US" altLang="zh-CN" sz="4800" dirty="0"/>
          </a:p>
        </p:txBody>
      </p:sp>
      <p:sp>
        <p:nvSpPr>
          <p:cNvPr id="2404355" name="Rectangle 3"/>
          <p:cNvSpPr>
            <a:spLocks noGrp="1" noChangeArrowheads="1"/>
          </p:cNvSpPr>
          <p:nvPr>
            <p:ph type="body" sz="half" idx="1"/>
          </p:nvPr>
        </p:nvSpPr>
        <p:spPr>
          <a:xfrm>
            <a:off x="719403" y="1508787"/>
            <a:ext cx="10081120" cy="4032447"/>
          </a:xfrm>
        </p:spPr>
        <p:txBody>
          <a:bodyPr>
            <a:normAutofit/>
          </a:bodyPr>
          <a:lstStyle/>
          <a:p>
            <a:pPr marL="457189" lvl="3" indent="-457189">
              <a:lnSpc>
                <a:spcPct val="150000"/>
              </a:lnSpc>
              <a:spcBef>
                <a:spcPts val="0"/>
              </a:spcBef>
              <a:buFont typeface="Arial" pitchFamily="34" charset="0"/>
              <a:buChar char="•"/>
            </a:pPr>
            <a:r>
              <a:rPr lang="en-US" altLang="zh-CN" sz="3200" dirty="0"/>
              <a:t>IP </a:t>
            </a:r>
            <a:r>
              <a:rPr lang="en-US" altLang="zh-CN" sz="3200" dirty="0" err="1"/>
              <a:t>v6</a:t>
            </a:r>
            <a:endParaRPr lang="en-US" altLang="zh-CN" sz="3200" dirty="0"/>
          </a:p>
          <a:p>
            <a:pPr marL="1066773" lvl="4" indent="-457189">
              <a:lnSpc>
                <a:spcPct val="150000"/>
              </a:lnSpc>
              <a:spcBef>
                <a:spcPts val="0"/>
              </a:spcBef>
              <a:buFont typeface="华文楷体" pitchFamily="2" charset="-122"/>
              <a:buChar char="−"/>
            </a:pPr>
            <a:r>
              <a:rPr lang="en-US" altLang="zh-CN" dirty="0">
                <a:latin typeface="华文楷体" pitchFamily="2" charset="-122"/>
                <a:ea typeface="华文楷体" pitchFamily="2" charset="-122"/>
              </a:rPr>
              <a:t>IP </a:t>
            </a:r>
            <a:r>
              <a:rPr lang="en-US" altLang="zh-CN" dirty="0" err="1">
                <a:latin typeface="华文楷体" pitchFamily="2" charset="-122"/>
                <a:ea typeface="华文楷体" pitchFamily="2" charset="-122"/>
              </a:rPr>
              <a:t>v4</a:t>
            </a:r>
            <a:r>
              <a:rPr lang="zh-CN" altLang="en-US" dirty="0">
                <a:latin typeface="华文楷体" pitchFamily="2" charset="-122"/>
                <a:ea typeface="华文楷体" pitchFamily="2" charset="-122"/>
              </a:rPr>
              <a:t>地址资源逐渐枯竭</a:t>
            </a:r>
            <a:endParaRPr lang="en-US" altLang="zh-CN" dirty="0">
              <a:latin typeface="华文楷体" pitchFamily="2" charset="-122"/>
              <a:ea typeface="华文楷体" pitchFamily="2" charset="-122"/>
            </a:endParaRPr>
          </a:p>
          <a:p>
            <a:pPr marL="1066773" lvl="4" indent="-457189">
              <a:lnSpc>
                <a:spcPct val="150000"/>
              </a:lnSpc>
              <a:spcBef>
                <a:spcPts val="0"/>
              </a:spcBef>
              <a:buFont typeface="华文楷体" pitchFamily="2" charset="-122"/>
              <a:buChar char="−"/>
            </a:pPr>
            <a:r>
              <a:rPr lang="en-US" altLang="zh-CN" dirty="0">
                <a:latin typeface="华文楷体" pitchFamily="2" charset="-122"/>
                <a:ea typeface="华文楷体" pitchFamily="2" charset="-122"/>
              </a:rPr>
              <a:t>128</a:t>
            </a:r>
            <a:r>
              <a:rPr lang="zh-CN" altLang="en-US" dirty="0">
                <a:latin typeface="华文楷体" pitchFamily="2" charset="-122"/>
                <a:ea typeface="华文楷体" pitchFamily="2" charset="-122"/>
              </a:rPr>
              <a:t>位地址</a:t>
            </a:r>
            <a:r>
              <a:rPr lang="en-US" altLang="zh-CN" dirty="0">
                <a:latin typeface="华文楷体" pitchFamily="2" charset="-122"/>
                <a:ea typeface="华文楷体" pitchFamily="2" charset="-122"/>
              </a:rPr>
              <a:t>-</a:t>
            </a:r>
            <a:r>
              <a:rPr lang="zh-CN" altLang="en-US" dirty="0">
                <a:latin typeface="华文楷体" pitchFamily="2" charset="-122"/>
                <a:ea typeface="华文楷体" pitchFamily="2" charset="-122"/>
              </a:rPr>
              <a:t>“给每粒沙子分配地址”</a:t>
            </a:r>
            <a:endParaRPr lang="en-US" altLang="zh-CN" dirty="0">
              <a:latin typeface="华文楷体" pitchFamily="2" charset="-122"/>
              <a:ea typeface="华文楷体" pitchFamily="2" charset="-122"/>
            </a:endParaRPr>
          </a:p>
        </p:txBody>
      </p:sp>
      <p:sp>
        <p:nvSpPr>
          <p:cNvPr id="5" name="TextBox 4"/>
          <p:cNvSpPr txBox="1"/>
          <p:nvPr/>
        </p:nvSpPr>
        <p:spPr>
          <a:xfrm>
            <a:off x="-30291" y="5736"/>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2" action="ppaction://hlinksldjump"/>
              </a:rPr>
              <a:t></a:t>
            </a:r>
            <a:endParaRPr lang="zh-CN" altLang="en-US" sz="8000" dirty="0">
              <a:solidFill>
                <a:prstClr val="black"/>
              </a:solidFill>
              <a:latin typeface="Trebuchet MS"/>
              <a:ea typeface="方正姚体" panose="02010601030101010101" pitchFamily="2" charset="-122"/>
            </a:endParaRPr>
          </a:p>
        </p:txBody>
      </p:sp>
      <p:sp>
        <p:nvSpPr>
          <p:cNvPr id="186372" name="Rectangle 4"/>
          <p:cNvSpPr>
            <a:spLocks noChangeArrowheads="1"/>
          </p:cNvSpPr>
          <p:nvPr/>
        </p:nvSpPr>
        <p:spPr bwMode="auto">
          <a:xfrm>
            <a:off x="1" y="-246220"/>
            <a:ext cx="246286" cy="492443"/>
          </a:xfrm>
          <a:prstGeom prst="rect">
            <a:avLst/>
          </a:prstGeom>
          <a:noFill/>
          <a:ln w="9525">
            <a:noFill/>
            <a:miter lim="800000"/>
            <a:headEnd/>
            <a:tailEnd/>
          </a:ln>
          <a:effectLst/>
        </p:spPr>
        <p:txBody>
          <a:bodyPr vert="horz" wrap="none" lIns="121920" tIns="60960" rIns="121920" bIns="60960" numCol="1" anchor="ctr" anchorCtr="0" compatLnSpc="1">
            <a:prstTxWarp prst="textNoShape">
              <a:avLst/>
            </a:prstTxWarp>
            <a:spAutoFit/>
          </a:bodyPr>
          <a:lstStyle/>
          <a:p>
            <a:pPr defTabSz="1219170"/>
            <a:endParaRPr lang="zh-CN" altLang="en-US" sz="2400">
              <a:solidFill>
                <a:prstClr val="black"/>
              </a:solidFill>
              <a:latin typeface="Trebuchet MS"/>
              <a:ea typeface="方正姚体" panose="02010601030101010101" pitchFamily="2" charset="-122"/>
            </a:endParaRPr>
          </a:p>
        </p:txBody>
      </p:sp>
    </p:spTree>
    <p:extLst>
      <p:ext uri="{BB962C8B-B14F-4D97-AF65-F5344CB8AC3E}">
        <p14:creationId xmlns:p14="http://schemas.microsoft.com/office/powerpoint/2010/main" val="331546724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zh-CN" altLang="en-US" sz="4800" dirty="0"/>
              <a:t>主题二 天涯若比邻</a:t>
            </a:r>
            <a:r>
              <a:rPr lang="en-US" altLang="zh-CN" sz="4800" dirty="0"/>
              <a:t>--</a:t>
            </a:r>
            <a:r>
              <a:rPr lang="zh-CN" altLang="en-US" sz="4800" dirty="0"/>
              <a:t>互联网</a:t>
            </a:r>
          </a:p>
        </p:txBody>
      </p:sp>
      <p:sp>
        <p:nvSpPr>
          <p:cNvPr id="2" name="内容占位符 1"/>
          <p:cNvSpPr>
            <a:spLocks noGrp="1"/>
          </p:cNvSpPr>
          <p:nvPr>
            <p:ph idx="1"/>
          </p:nvPr>
        </p:nvSpPr>
        <p:spPr/>
        <p:txBody>
          <a:bodyPr>
            <a:normAutofit/>
          </a:bodyPr>
          <a:lstStyle/>
          <a:p>
            <a:pPr>
              <a:lnSpc>
                <a:spcPct val="150000"/>
              </a:lnSpc>
              <a:spcBef>
                <a:spcPts val="0"/>
              </a:spcBef>
            </a:pPr>
            <a:r>
              <a:rPr lang="zh-CN" altLang="en-US" sz="3733" dirty="0">
                <a:latin typeface="黑体" pitchFamily="49" charset="-122"/>
                <a:ea typeface="黑体" pitchFamily="49" charset="-122"/>
              </a:rPr>
              <a:t>什么是互联网</a:t>
            </a:r>
            <a:endParaRPr lang="en-US" altLang="zh-CN" sz="3733" dirty="0">
              <a:latin typeface="黑体" pitchFamily="49" charset="-122"/>
              <a:ea typeface="黑体" pitchFamily="49" charset="-122"/>
            </a:endParaRPr>
          </a:p>
          <a:p>
            <a:r>
              <a:rPr lang="en-US" altLang="zh-CN" sz="3733" dirty="0">
                <a:latin typeface="黑体" pitchFamily="49" charset="-122"/>
                <a:ea typeface="黑体" pitchFamily="49" charset="-122"/>
              </a:rPr>
              <a:t>TCP/IP</a:t>
            </a:r>
            <a:r>
              <a:rPr lang="zh-CN" altLang="zh-CN" sz="3733" dirty="0">
                <a:latin typeface="黑体" pitchFamily="49" charset="-122"/>
                <a:ea typeface="黑体" pitchFamily="49" charset="-122"/>
              </a:rPr>
              <a:t>协议</a:t>
            </a:r>
          </a:p>
          <a:p>
            <a:pPr>
              <a:lnSpc>
                <a:spcPct val="150000"/>
              </a:lnSpc>
              <a:spcBef>
                <a:spcPts val="0"/>
              </a:spcBef>
            </a:pPr>
            <a:r>
              <a:rPr lang="zh-CN" altLang="zh-CN" sz="3733" dirty="0">
                <a:latin typeface="黑体" pitchFamily="49" charset="-122"/>
                <a:ea typeface="黑体" pitchFamily="49" charset="-122"/>
              </a:rPr>
              <a:t>如何接入互联网</a:t>
            </a:r>
            <a:endParaRPr lang="en-US" altLang="zh-CN" sz="3733" dirty="0">
              <a:latin typeface="黑体" pitchFamily="49" charset="-122"/>
              <a:ea typeface="黑体" pitchFamily="49" charset="-122"/>
            </a:endParaRPr>
          </a:p>
          <a:p>
            <a:pPr>
              <a:lnSpc>
                <a:spcPct val="150000"/>
              </a:lnSpc>
              <a:spcBef>
                <a:spcPts val="0"/>
              </a:spcBef>
            </a:pPr>
            <a:r>
              <a:rPr lang="zh-CN" altLang="zh-CN" sz="3733" dirty="0">
                <a:latin typeface="黑体" pitchFamily="49" charset="-122"/>
                <a:ea typeface="黑体" pitchFamily="49" charset="-122"/>
              </a:rPr>
              <a:t>互联网的应用</a:t>
            </a:r>
            <a:endParaRPr lang="zh-CN" altLang="en-US" sz="3733" dirty="0">
              <a:latin typeface="黑体" pitchFamily="49" charset="-122"/>
              <a:ea typeface="黑体" pitchFamily="49" charset="-122"/>
            </a:endParaRPr>
          </a:p>
        </p:txBody>
      </p:sp>
      <p:sp>
        <p:nvSpPr>
          <p:cNvPr id="5" name="TextBox 4"/>
          <p:cNvSpPr txBox="1"/>
          <p:nvPr/>
        </p:nvSpPr>
        <p:spPr>
          <a:xfrm>
            <a:off x="0" y="-170"/>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2" action="ppaction://hlinksldjump"/>
              </a:rPr>
              <a:t></a:t>
            </a:r>
            <a:endParaRPr lang="zh-CN" altLang="en-US" sz="8000" dirty="0">
              <a:solidFill>
                <a:prstClr val="black"/>
              </a:solidFill>
              <a:latin typeface="Trebuchet MS"/>
              <a:ea typeface="方正姚体" panose="02010601030101010101" pitchFamily="2" charset="-122"/>
            </a:endParaRPr>
          </a:p>
        </p:txBody>
      </p:sp>
    </p:spTree>
    <p:extLst>
      <p:ext uri="{BB962C8B-B14F-4D97-AF65-F5344CB8AC3E}">
        <p14:creationId xmlns:p14="http://schemas.microsoft.com/office/powerpoint/2010/main" val="142089652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04354" name="Rectangle 2"/>
          <p:cNvSpPr>
            <a:spLocks noGrp="1" noChangeArrowheads="1"/>
          </p:cNvSpPr>
          <p:nvPr>
            <p:ph type="title"/>
          </p:nvPr>
        </p:nvSpPr>
        <p:spPr>
          <a:xfrm>
            <a:off x="1295467" y="356659"/>
            <a:ext cx="8955616" cy="864096"/>
          </a:xfrm>
        </p:spPr>
        <p:txBody>
          <a:bodyPr>
            <a:noAutofit/>
          </a:bodyPr>
          <a:lstStyle/>
          <a:p>
            <a:pPr>
              <a:lnSpc>
                <a:spcPct val="150000"/>
              </a:lnSpc>
              <a:spcBef>
                <a:spcPts val="0"/>
              </a:spcBef>
            </a:pPr>
            <a:r>
              <a:rPr lang="zh-CN" altLang="en-US" sz="4800" dirty="0"/>
              <a:t>接入互联网</a:t>
            </a:r>
            <a:endParaRPr lang="en-US" altLang="zh-CN" sz="4800" dirty="0"/>
          </a:p>
        </p:txBody>
      </p:sp>
      <p:sp>
        <p:nvSpPr>
          <p:cNvPr id="2404355" name="Rectangle 3"/>
          <p:cNvSpPr>
            <a:spLocks noGrp="1" noChangeArrowheads="1"/>
          </p:cNvSpPr>
          <p:nvPr>
            <p:ph type="body" sz="half" idx="1"/>
          </p:nvPr>
        </p:nvSpPr>
        <p:spPr>
          <a:xfrm>
            <a:off x="719403" y="1508787"/>
            <a:ext cx="10081120" cy="4032447"/>
          </a:xfrm>
        </p:spPr>
        <p:txBody>
          <a:bodyPr>
            <a:normAutofit/>
          </a:bodyPr>
          <a:lstStyle/>
          <a:p>
            <a:pPr marL="457189" lvl="3" indent="-457189">
              <a:lnSpc>
                <a:spcPct val="150000"/>
              </a:lnSpc>
              <a:spcBef>
                <a:spcPts val="0"/>
              </a:spcBef>
              <a:buFont typeface="Arial" pitchFamily="34" charset="0"/>
              <a:buChar char="•"/>
            </a:pPr>
            <a:r>
              <a:rPr lang="en-US" altLang="zh-CN" sz="3200" dirty="0"/>
              <a:t>ISP</a:t>
            </a:r>
            <a:r>
              <a:rPr lang="zh-CN" altLang="en-US" sz="3200" dirty="0"/>
              <a:t>（</a:t>
            </a:r>
            <a:r>
              <a:rPr lang="en-US" altLang="zh-CN" sz="3200" dirty="0">
                <a:solidFill>
                  <a:srgbClr val="FF0000"/>
                </a:solidFill>
              </a:rPr>
              <a:t>I</a:t>
            </a:r>
            <a:r>
              <a:rPr lang="en-US" altLang="zh-CN" sz="3200" dirty="0"/>
              <a:t>nternet </a:t>
            </a:r>
            <a:r>
              <a:rPr lang="en-US" altLang="zh-CN" sz="3200" dirty="0">
                <a:solidFill>
                  <a:srgbClr val="FF0000"/>
                </a:solidFill>
              </a:rPr>
              <a:t>S</a:t>
            </a:r>
            <a:r>
              <a:rPr lang="en-US" altLang="zh-CN" sz="3200" dirty="0"/>
              <a:t>ervice </a:t>
            </a:r>
            <a:r>
              <a:rPr lang="en-US" altLang="zh-CN" sz="3200" dirty="0">
                <a:solidFill>
                  <a:srgbClr val="FF0000"/>
                </a:solidFill>
              </a:rPr>
              <a:t>P</a:t>
            </a:r>
            <a:r>
              <a:rPr lang="en-US" altLang="zh-CN" sz="3200" dirty="0"/>
              <a:t>rovider</a:t>
            </a:r>
            <a:r>
              <a:rPr lang="zh-CN" altLang="en-US" sz="3200" dirty="0"/>
              <a:t>）</a:t>
            </a:r>
            <a:endParaRPr lang="en-US" altLang="zh-CN" sz="3200" dirty="0"/>
          </a:p>
          <a:p>
            <a:pPr marL="1066773" lvl="4" indent="-457189">
              <a:lnSpc>
                <a:spcPct val="150000"/>
              </a:lnSpc>
              <a:spcBef>
                <a:spcPts val="0"/>
              </a:spcBef>
              <a:buFont typeface="华文楷体" pitchFamily="2" charset="-122"/>
              <a:buChar char="−"/>
            </a:pPr>
            <a:r>
              <a:rPr lang="zh-CN" altLang="en-US" dirty="0">
                <a:latin typeface="华文楷体" pitchFamily="2" charset="-122"/>
                <a:ea typeface="华文楷体" pitchFamily="2" charset="-122"/>
              </a:rPr>
              <a:t>互联网服务提供商</a:t>
            </a:r>
            <a:endParaRPr lang="en-US" altLang="zh-CN" dirty="0">
              <a:latin typeface="华文楷体" pitchFamily="2" charset="-122"/>
              <a:ea typeface="华文楷体" pitchFamily="2" charset="-122"/>
            </a:endParaRPr>
          </a:p>
          <a:p>
            <a:pPr marL="1066773" lvl="4" indent="-457189">
              <a:lnSpc>
                <a:spcPct val="150000"/>
              </a:lnSpc>
              <a:spcBef>
                <a:spcPts val="0"/>
              </a:spcBef>
              <a:buFont typeface="华文楷体" pitchFamily="2" charset="-122"/>
              <a:buChar char="−"/>
            </a:pPr>
            <a:r>
              <a:rPr lang="zh-CN" altLang="en-US" dirty="0">
                <a:latin typeface="华文楷体" pitchFamily="2" charset="-122"/>
                <a:ea typeface="华文楷体" pitchFamily="2" charset="-122"/>
              </a:rPr>
              <a:t>用户进入</a:t>
            </a:r>
            <a:r>
              <a:rPr lang="en-US" altLang="zh-CN" dirty="0">
                <a:latin typeface="华文楷体" pitchFamily="2" charset="-122"/>
                <a:ea typeface="华文楷体" pitchFamily="2" charset="-122"/>
              </a:rPr>
              <a:t>Internet</a:t>
            </a:r>
            <a:r>
              <a:rPr lang="zh-CN" altLang="en-US" dirty="0">
                <a:latin typeface="华文楷体" pitchFamily="2" charset="-122"/>
                <a:ea typeface="华文楷体" pitchFamily="2" charset="-122"/>
              </a:rPr>
              <a:t>的入口</a:t>
            </a:r>
            <a:endParaRPr lang="en-US" altLang="zh-CN" dirty="0">
              <a:latin typeface="华文楷体" pitchFamily="2" charset="-122"/>
              <a:ea typeface="华文楷体" pitchFamily="2" charset="-122"/>
            </a:endParaRPr>
          </a:p>
        </p:txBody>
      </p:sp>
      <p:sp>
        <p:nvSpPr>
          <p:cNvPr id="5" name="TextBox 4"/>
          <p:cNvSpPr txBox="1"/>
          <p:nvPr/>
        </p:nvSpPr>
        <p:spPr>
          <a:xfrm>
            <a:off x="-30291" y="5736"/>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2" action="ppaction://hlinksldjump"/>
              </a:rPr>
              <a:t></a:t>
            </a:r>
            <a:endParaRPr lang="zh-CN" altLang="en-US" sz="8000" dirty="0">
              <a:solidFill>
                <a:prstClr val="black"/>
              </a:solidFill>
              <a:latin typeface="Trebuchet MS"/>
              <a:ea typeface="方正姚体" panose="02010601030101010101" pitchFamily="2" charset="-122"/>
            </a:endParaRPr>
          </a:p>
        </p:txBody>
      </p:sp>
      <p:sp>
        <p:nvSpPr>
          <p:cNvPr id="186372" name="Rectangle 4"/>
          <p:cNvSpPr>
            <a:spLocks noChangeArrowheads="1"/>
          </p:cNvSpPr>
          <p:nvPr/>
        </p:nvSpPr>
        <p:spPr bwMode="auto">
          <a:xfrm>
            <a:off x="1" y="-246220"/>
            <a:ext cx="246286" cy="492443"/>
          </a:xfrm>
          <a:prstGeom prst="rect">
            <a:avLst/>
          </a:prstGeom>
          <a:noFill/>
          <a:ln w="9525">
            <a:noFill/>
            <a:miter lim="800000"/>
            <a:headEnd/>
            <a:tailEnd/>
          </a:ln>
          <a:effectLst/>
        </p:spPr>
        <p:txBody>
          <a:bodyPr vert="horz" wrap="none" lIns="121920" tIns="60960" rIns="121920" bIns="60960" numCol="1" anchor="ctr" anchorCtr="0" compatLnSpc="1">
            <a:prstTxWarp prst="textNoShape">
              <a:avLst/>
            </a:prstTxWarp>
            <a:spAutoFit/>
          </a:bodyPr>
          <a:lstStyle/>
          <a:p>
            <a:pPr defTabSz="1219170"/>
            <a:endParaRPr lang="zh-CN" altLang="en-US" sz="2400">
              <a:solidFill>
                <a:prstClr val="black"/>
              </a:solidFill>
              <a:latin typeface="Trebuchet MS"/>
              <a:ea typeface="方正姚体" panose="02010601030101010101" pitchFamily="2" charset="-122"/>
            </a:endParaRPr>
          </a:p>
        </p:txBody>
      </p:sp>
      <p:pic>
        <p:nvPicPr>
          <p:cNvPr id="6" name="Picture 7" descr="http://ecma.bdimg.com/adcoup-mat/4e5e9e7e-6f39-475e-b9ed-04fb1cb3c399.jpg"/>
          <p:cNvPicPr>
            <a:picLocks noChangeAspect="1" noChangeArrowheads="1"/>
          </p:cNvPicPr>
          <p:nvPr/>
        </p:nvPicPr>
        <p:blipFill>
          <a:blip r:embed="rId3" cstate="print"/>
          <a:srcRect/>
          <a:stretch>
            <a:fillRect/>
          </a:stretch>
        </p:blipFill>
        <p:spPr bwMode="auto">
          <a:xfrm>
            <a:off x="1775520" y="4389107"/>
            <a:ext cx="1344149" cy="1344149"/>
          </a:xfrm>
          <a:prstGeom prst="rect">
            <a:avLst/>
          </a:prstGeom>
          <a:noFill/>
          <a:ln w="9525">
            <a:noFill/>
            <a:miter lim="800000"/>
            <a:headEnd/>
            <a:tailEnd/>
          </a:ln>
        </p:spPr>
      </p:pic>
      <p:pic>
        <p:nvPicPr>
          <p:cNvPr id="7" name="Picture 12" descr="http://www.shnet.edu.cn/tuopo/certopo.jpg"/>
          <p:cNvPicPr>
            <a:picLocks noChangeAspect="1" noChangeArrowheads="1"/>
          </p:cNvPicPr>
          <p:nvPr/>
        </p:nvPicPr>
        <p:blipFill>
          <a:blip r:embed="rId4" cstate="print"/>
          <a:srcRect/>
          <a:stretch>
            <a:fillRect/>
          </a:stretch>
        </p:blipFill>
        <p:spPr bwMode="auto">
          <a:xfrm>
            <a:off x="7152117" y="2180861"/>
            <a:ext cx="4704523" cy="3528392"/>
          </a:xfrm>
          <a:prstGeom prst="rect">
            <a:avLst/>
          </a:prstGeom>
          <a:noFill/>
          <a:ln w="9525">
            <a:noFill/>
            <a:miter lim="800000"/>
            <a:headEnd/>
            <a:tailEnd/>
          </a:ln>
        </p:spPr>
      </p:pic>
      <p:pic>
        <p:nvPicPr>
          <p:cNvPr id="8" name="Picture 5" descr="http://b.hiphotos.baidu.com/baike/c0%3Dbaike80%2C5%2C5%2C80%2C26/sign=873d1376f4246b606f03ba268a917129/960a304e251f95cae8fcdf93cb177f3e6609c93d70cf7ab5.jpg"/>
          <p:cNvPicPr>
            <a:picLocks noChangeAspect="1" noChangeArrowheads="1"/>
          </p:cNvPicPr>
          <p:nvPr/>
        </p:nvPicPr>
        <p:blipFill>
          <a:blip r:embed="rId5" cstate="print"/>
          <a:srcRect/>
          <a:stretch>
            <a:fillRect/>
          </a:stretch>
        </p:blipFill>
        <p:spPr bwMode="auto">
          <a:xfrm>
            <a:off x="3695733" y="3621022"/>
            <a:ext cx="1440160" cy="932477"/>
          </a:xfrm>
          <a:prstGeom prst="rect">
            <a:avLst/>
          </a:prstGeom>
          <a:noFill/>
          <a:ln w="9525">
            <a:noFill/>
            <a:miter lim="800000"/>
            <a:headEnd/>
            <a:tailEnd/>
          </a:ln>
        </p:spPr>
      </p:pic>
      <p:pic>
        <p:nvPicPr>
          <p:cNvPr id="256002" name="Picture 2"/>
          <p:cNvPicPr>
            <a:picLocks noChangeAspect="1" noChangeArrowheads="1"/>
          </p:cNvPicPr>
          <p:nvPr/>
        </p:nvPicPr>
        <p:blipFill>
          <a:blip r:embed="rId6" cstate="print"/>
          <a:srcRect/>
          <a:stretch>
            <a:fillRect/>
          </a:stretch>
        </p:blipFill>
        <p:spPr bwMode="auto">
          <a:xfrm>
            <a:off x="4943872" y="4869161"/>
            <a:ext cx="1574800" cy="825500"/>
          </a:xfrm>
          <a:prstGeom prst="rect">
            <a:avLst/>
          </a:prstGeom>
          <a:noFill/>
          <a:ln w="9525">
            <a:noFill/>
            <a:miter lim="800000"/>
            <a:headEnd/>
            <a:tailEnd/>
          </a:ln>
        </p:spPr>
      </p:pic>
    </p:spTree>
    <p:extLst>
      <p:ext uri="{BB962C8B-B14F-4D97-AF65-F5344CB8AC3E}">
        <p14:creationId xmlns:p14="http://schemas.microsoft.com/office/powerpoint/2010/main" val="78914529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04354" name="Rectangle 2"/>
          <p:cNvSpPr>
            <a:spLocks noGrp="1" noChangeArrowheads="1"/>
          </p:cNvSpPr>
          <p:nvPr>
            <p:ph type="title"/>
          </p:nvPr>
        </p:nvSpPr>
        <p:spPr>
          <a:xfrm>
            <a:off x="1295467" y="356659"/>
            <a:ext cx="8955616" cy="864096"/>
          </a:xfrm>
        </p:spPr>
        <p:txBody>
          <a:bodyPr>
            <a:noAutofit/>
          </a:bodyPr>
          <a:lstStyle/>
          <a:p>
            <a:pPr>
              <a:lnSpc>
                <a:spcPct val="150000"/>
              </a:lnSpc>
              <a:spcBef>
                <a:spcPts val="0"/>
              </a:spcBef>
            </a:pPr>
            <a:r>
              <a:rPr lang="zh-CN" altLang="en-US" sz="4800" dirty="0"/>
              <a:t>接入互联网</a:t>
            </a:r>
            <a:endParaRPr lang="en-US" altLang="zh-CN" sz="4800" dirty="0"/>
          </a:p>
        </p:txBody>
      </p:sp>
      <p:sp>
        <p:nvSpPr>
          <p:cNvPr id="2404355" name="Rectangle 3"/>
          <p:cNvSpPr>
            <a:spLocks noGrp="1" noChangeArrowheads="1"/>
          </p:cNvSpPr>
          <p:nvPr>
            <p:ph type="body" sz="half" idx="1"/>
          </p:nvPr>
        </p:nvSpPr>
        <p:spPr>
          <a:xfrm>
            <a:off x="719403" y="1508787"/>
            <a:ext cx="6816757" cy="4032447"/>
          </a:xfrm>
        </p:spPr>
        <p:txBody>
          <a:bodyPr>
            <a:normAutofit/>
          </a:bodyPr>
          <a:lstStyle/>
          <a:p>
            <a:r>
              <a:rPr lang="zh-CN" altLang="zh-CN" sz="3200" dirty="0"/>
              <a:t>有线接入</a:t>
            </a:r>
          </a:p>
          <a:p>
            <a:pPr marL="1066773" lvl="4" indent="-457189">
              <a:lnSpc>
                <a:spcPct val="150000"/>
              </a:lnSpc>
              <a:spcBef>
                <a:spcPts val="800"/>
              </a:spcBef>
              <a:buFont typeface="华文楷体" pitchFamily="2" charset="-122"/>
              <a:buChar char="−"/>
            </a:pPr>
            <a:r>
              <a:rPr lang="en-US" altLang="zh-CN" dirty="0">
                <a:latin typeface="华文楷体" pitchFamily="2" charset="-122"/>
                <a:ea typeface="华文楷体" pitchFamily="2" charset="-122"/>
              </a:rPr>
              <a:t>ADSL</a:t>
            </a:r>
            <a:r>
              <a:rPr lang="zh-CN" altLang="en-US" dirty="0">
                <a:latin typeface="华文楷体" pitchFamily="2" charset="-122"/>
                <a:ea typeface="华文楷体" pitchFamily="2" charset="-122"/>
              </a:rPr>
              <a:t>（</a:t>
            </a:r>
            <a:r>
              <a:rPr lang="en-US" altLang="zh-CN" dirty="0">
                <a:latin typeface="华文楷体" pitchFamily="2" charset="-122"/>
                <a:ea typeface="华文楷体" pitchFamily="2" charset="-122"/>
              </a:rPr>
              <a:t> Asymmetric Digital Subscriber Line</a:t>
            </a:r>
            <a:r>
              <a:rPr lang="zh-CN" altLang="zh-CN" dirty="0">
                <a:latin typeface="华文楷体" pitchFamily="2" charset="-122"/>
                <a:ea typeface="华文楷体" pitchFamily="2" charset="-122"/>
              </a:rPr>
              <a:t>不对称数字用户环路</a:t>
            </a:r>
            <a:r>
              <a:rPr lang="zh-CN" altLang="en-US" dirty="0">
                <a:latin typeface="华文楷体" pitchFamily="2" charset="-122"/>
                <a:ea typeface="华文楷体" pitchFamily="2" charset="-122"/>
              </a:rPr>
              <a:t>）</a:t>
            </a:r>
            <a:endParaRPr lang="zh-CN" altLang="zh-CN" dirty="0">
              <a:latin typeface="华文楷体" pitchFamily="2" charset="-122"/>
              <a:ea typeface="华文楷体" pitchFamily="2" charset="-122"/>
            </a:endParaRPr>
          </a:p>
          <a:p>
            <a:pPr marL="1066773" lvl="4" indent="-457189">
              <a:lnSpc>
                <a:spcPct val="150000"/>
              </a:lnSpc>
              <a:spcBef>
                <a:spcPts val="800"/>
              </a:spcBef>
              <a:buFont typeface="华文楷体" pitchFamily="2" charset="-122"/>
              <a:buChar char="−"/>
            </a:pPr>
            <a:r>
              <a:rPr lang="en-US" altLang="zh-CN" dirty="0" err="1">
                <a:latin typeface="华文楷体" pitchFamily="2" charset="-122"/>
                <a:ea typeface="华文楷体" pitchFamily="2" charset="-122"/>
              </a:rPr>
              <a:t>FTTX+LAN</a:t>
            </a:r>
            <a:r>
              <a:rPr lang="zh-CN" altLang="en-US" dirty="0">
                <a:latin typeface="华文楷体" pitchFamily="2" charset="-122"/>
                <a:ea typeface="华文楷体" pitchFamily="2" charset="-122"/>
              </a:rPr>
              <a:t>（</a:t>
            </a:r>
            <a:r>
              <a:rPr lang="zh-CN" altLang="zh-CN" dirty="0">
                <a:latin typeface="华文楷体" pitchFamily="2" charset="-122"/>
                <a:ea typeface="华文楷体" pitchFamily="2" charset="-122"/>
              </a:rPr>
              <a:t>光纤</a:t>
            </a:r>
            <a:r>
              <a:rPr lang="en-US" altLang="zh-CN" dirty="0">
                <a:latin typeface="华文楷体" pitchFamily="2" charset="-122"/>
                <a:ea typeface="华文楷体" pitchFamily="2" charset="-122"/>
              </a:rPr>
              <a:t>+</a:t>
            </a:r>
            <a:r>
              <a:rPr lang="zh-CN" altLang="en-US" dirty="0">
                <a:latin typeface="华文楷体" pitchFamily="2" charset="-122"/>
                <a:ea typeface="华文楷体" pitchFamily="2" charset="-122"/>
              </a:rPr>
              <a:t>双绞线）</a:t>
            </a:r>
            <a:endParaRPr lang="en-US" altLang="zh-CN" dirty="0">
              <a:latin typeface="华文楷体" pitchFamily="2" charset="-122"/>
              <a:ea typeface="华文楷体" pitchFamily="2" charset="-122"/>
            </a:endParaRPr>
          </a:p>
          <a:p>
            <a:pPr marL="1066773" lvl="4" indent="-457189">
              <a:lnSpc>
                <a:spcPct val="150000"/>
              </a:lnSpc>
              <a:spcBef>
                <a:spcPts val="800"/>
              </a:spcBef>
              <a:buNone/>
            </a:pPr>
            <a:r>
              <a:rPr lang="en-US" altLang="zh-CN" dirty="0">
                <a:latin typeface="华文楷体" pitchFamily="2" charset="-122"/>
                <a:ea typeface="华文楷体" pitchFamily="2" charset="-122"/>
              </a:rPr>
              <a:t>		</a:t>
            </a:r>
            <a:r>
              <a:rPr lang="zh-CN" altLang="zh-CN" dirty="0">
                <a:latin typeface="华文楷体" pitchFamily="2" charset="-122"/>
                <a:ea typeface="华文楷体" pitchFamily="2" charset="-122"/>
              </a:rPr>
              <a:t>光纤接入到小区，用户从楼宇交换机，采用双绞线接入到桌面计算机</a:t>
            </a:r>
            <a:r>
              <a:rPr lang="zh-CN" altLang="en-US" dirty="0">
                <a:latin typeface="华文楷体" pitchFamily="2" charset="-122"/>
                <a:ea typeface="华文楷体" pitchFamily="2" charset="-122"/>
              </a:rPr>
              <a:t>。</a:t>
            </a:r>
            <a:endParaRPr lang="en-US" altLang="zh-CN" dirty="0">
              <a:latin typeface="华文楷体" pitchFamily="2" charset="-122"/>
              <a:ea typeface="华文楷体" pitchFamily="2" charset="-122"/>
            </a:endParaRPr>
          </a:p>
          <a:p>
            <a:pPr marL="1066773" lvl="4" indent="-457189">
              <a:lnSpc>
                <a:spcPct val="150000"/>
              </a:lnSpc>
              <a:spcBef>
                <a:spcPts val="0"/>
              </a:spcBef>
              <a:buFont typeface="华文楷体" pitchFamily="2" charset="-122"/>
              <a:buChar char="−"/>
            </a:pPr>
            <a:endParaRPr lang="en-US" altLang="zh-CN" dirty="0">
              <a:latin typeface="华文楷体" pitchFamily="2" charset="-122"/>
              <a:ea typeface="华文楷体" pitchFamily="2" charset="-122"/>
            </a:endParaRPr>
          </a:p>
        </p:txBody>
      </p:sp>
      <p:sp>
        <p:nvSpPr>
          <p:cNvPr id="5" name="TextBox 4"/>
          <p:cNvSpPr txBox="1"/>
          <p:nvPr/>
        </p:nvSpPr>
        <p:spPr>
          <a:xfrm>
            <a:off x="-30291" y="5736"/>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3" action="ppaction://hlinksldjump"/>
              </a:rPr>
              <a:t></a:t>
            </a:r>
            <a:endParaRPr lang="zh-CN" altLang="en-US" sz="8000" dirty="0">
              <a:solidFill>
                <a:prstClr val="black"/>
              </a:solidFill>
              <a:latin typeface="Trebuchet MS"/>
              <a:ea typeface="方正姚体" panose="02010601030101010101" pitchFamily="2" charset="-122"/>
            </a:endParaRPr>
          </a:p>
        </p:txBody>
      </p:sp>
      <p:sp>
        <p:nvSpPr>
          <p:cNvPr id="186372" name="Rectangle 4"/>
          <p:cNvSpPr>
            <a:spLocks noChangeArrowheads="1"/>
          </p:cNvSpPr>
          <p:nvPr/>
        </p:nvSpPr>
        <p:spPr bwMode="auto">
          <a:xfrm>
            <a:off x="1" y="-246220"/>
            <a:ext cx="246286" cy="492443"/>
          </a:xfrm>
          <a:prstGeom prst="rect">
            <a:avLst/>
          </a:prstGeom>
          <a:noFill/>
          <a:ln w="9525">
            <a:noFill/>
            <a:miter lim="800000"/>
            <a:headEnd/>
            <a:tailEnd/>
          </a:ln>
          <a:effectLst/>
        </p:spPr>
        <p:txBody>
          <a:bodyPr vert="horz" wrap="none" lIns="121920" tIns="60960" rIns="121920" bIns="60960" numCol="1" anchor="ctr" anchorCtr="0" compatLnSpc="1">
            <a:prstTxWarp prst="textNoShape">
              <a:avLst/>
            </a:prstTxWarp>
            <a:spAutoFit/>
          </a:bodyPr>
          <a:lstStyle/>
          <a:p>
            <a:pPr defTabSz="1219170"/>
            <a:endParaRPr lang="zh-CN" altLang="en-US" sz="2400">
              <a:solidFill>
                <a:prstClr val="black"/>
              </a:solidFill>
              <a:latin typeface="Trebuchet MS"/>
              <a:ea typeface="方正姚体" panose="02010601030101010101" pitchFamily="2" charset="-122"/>
            </a:endParaRPr>
          </a:p>
        </p:txBody>
      </p:sp>
      <p:pic>
        <p:nvPicPr>
          <p:cNvPr id="257026" name="Picture 2"/>
          <p:cNvPicPr>
            <a:picLocks noChangeAspect="1" noChangeArrowheads="1"/>
          </p:cNvPicPr>
          <p:nvPr/>
        </p:nvPicPr>
        <p:blipFill>
          <a:blip r:embed="rId4" cstate="print"/>
          <a:srcRect/>
          <a:stretch>
            <a:fillRect/>
          </a:stretch>
        </p:blipFill>
        <p:spPr bwMode="auto">
          <a:xfrm>
            <a:off x="7728181" y="1700808"/>
            <a:ext cx="4128459" cy="2079987"/>
          </a:xfrm>
          <a:prstGeom prst="rect">
            <a:avLst/>
          </a:prstGeom>
          <a:noFill/>
          <a:ln w="9525">
            <a:noFill/>
            <a:miter lim="800000"/>
            <a:headEnd/>
            <a:tailEnd/>
          </a:ln>
        </p:spPr>
      </p:pic>
      <p:pic>
        <p:nvPicPr>
          <p:cNvPr id="257027" name="Picture 3"/>
          <p:cNvPicPr>
            <a:picLocks noChangeAspect="1" noChangeArrowheads="1"/>
          </p:cNvPicPr>
          <p:nvPr/>
        </p:nvPicPr>
        <p:blipFill>
          <a:blip r:embed="rId5" cstate="print"/>
          <a:srcRect/>
          <a:stretch>
            <a:fillRect/>
          </a:stretch>
        </p:blipFill>
        <p:spPr bwMode="auto">
          <a:xfrm>
            <a:off x="7728181" y="3909054"/>
            <a:ext cx="4128459" cy="2220396"/>
          </a:xfrm>
          <a:prstGeom prst="rect">
            <a:avLst/>
          </a:prstGeom>
          <a:noFill/>
          <a:ln w="9525">
            <a:noFill/>
            <a:miter lim="800000"/>
            <a:headEnd/>
            <a:tailEnd/>
          </a:ln>
        </p:spPr>
      </p:pic>
    </p:spTree>
    <p:extLst>
      <p:ext uri="{BB962C8B-B14F-4D97-AF65-F5344CB8AC3E}">
        <p14:creationId xmlns:p14="http://schemas.microsoft.com/office/powerpoint/2010/main" val="291618814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04354" name="Rectangle 2"/>
          <p:cNvSpPr>
            <a:spLocks noGrp="1" noChangeArrowheads="1"/>
          </p:cNvSpPr>
          <p:nvPr>
            <p:ph type="title"/>
          </p:nvPr>
        </p:nvSpPr>
        <p:spPr>
          <a:xfrm>
            <a:off x="1295467" y="356659"/>
            <a:ext cx="8955616" cy="864096"/>
          </a:xfrm>
        </p:spPr>
        <p:txBody>
          <a:bodyPr>
            <a:noAutofit/>
          </a:bodyPr>
          <a:lstStyle/>
          <a:p>
            <a:pPr>
              <a:lnSpc>
                <a:spcPct val="150000"/>
              </a:lnSpc>
              <a:spcBef>
                <a:spcPts val="0"/>
              </a:spcBef>
            </a:pPr>
            <a:r>
              <a:rPr lang="zh-CN" altLang="en-US" sz="4800" dirty="0"/>
              <a:t>接入互联网</a:t>
            </a:r>
            <a:endParaRPr lang="en-US" altLang="zh-CN" sz="4800" dirty="0"/>
          </a:p>
        </p:txBody>
      </p:sp>
      <p:sp>
        <p:nvSpPr>
          <p:cNvPr id="2404355" name="Rectangle 3"/>
          <p:cNvSpPr>
            <a:spLocks noGrp="1" noChangeArrowheads="1"/>
          </p:cNvSpPr>
          <p:nvPr>
            <p:ph type="body" sz="half" idx="1"/>
          </p:nvPr>
        </p:nvSpPr>
        <p:spPr>
          <a:xfrm>
            <a:off x="431371" y="1508787"/>
            <a:ext cx="7200800" cy="4032447"/>
          </a:xfrm>
        </p:spPr>
        <p:txBody>
          <a:bodyPr>
            <a:normAutofit/>
          </a:bodyPr>
          <a:lstStyle/>
          <a:p>
            <a:r>
              <a:rPr lang="zh-CN" altLang="en-US" sz="3200" dirty="0"/>
              <a:t>无</a:t>
            </a:r>
            <a:r>
              <a:rPr lang="zh-CN" altLang="zh-CN" sz="3200" dirty="0"/>
              <a:t>线接入</a:t>
            </a:r>
            <a:endParaRPr lang="en-US" altLang="zh-CN" sz="3200" dirty="0"/>
          </a:p>
          <a:p>
            <a:pPr lvl="1">
              <a:lnSpc>
                <a:spcPct val="150000"/>
              </a:lnSpc>
              <a:spcBef>
                <a:spcPts val="800"/>
              </a:spcBef>
            </a:pPr>
            <a:r>
              <a:rPr lang="en-US" altLang="zh-CN" sz="2667" dirty="0" err="1"/>
              <a:t>WLAN</a:t>
            </a:r>
            <a:r>
              <a:rPr lang="en-US" altLang="zh-CN" sz="2667" dirty="0"/>
              <a:t>(</a:t>
            </a:r>
            <a:r>
              <a:rPr lang="en-US" altLang="zh-CN" sz="2667" dirty="0">
                <a:solidFill>
                  <a:srgbClr val="FF0000"/>
                </a:solidFill>
              </a:rPr>
              <a:t>W</a:t>
            </a:r>
            <a:r>
              <a:rPr lang="en-US" altLang="zh-CN" sz="2667" dirty="0"/>
              <a:t>ireless </a:t>
            </a:r>
            <a:r>
              <a:rPr lang="en-US" altLang="zh-CN" sz="2667" dirty="0">
                <a:solidFill>
                  <a:srgbClr val="FF0000"/>
                </a:solidFill>
              </a:rPr>
              <a:t>L</a:t>
            </a:r>
            <a:r>
              <a:rPr lang="en-US" altLang="zh-CN" sz="2667" dirty="0"/>
              <a:t>ocal Network</a:t>
            </a:r>
            <a:r>
              <a:rPr lang="zh-CN" altLang="en-US" sz="2667" dirty="0"/>
              <a:t>无线局域网</a:t>
            </a:r>
            <a:r>
              <a:rPr lang="en-US" altLang="zh-CN" sz="2667" dirty="0"/>
              <a:t>)</a:t>
            </a:r>
          </a:p>
          <a:p>
            <a:pPr lvl="1">
              <a:lnSpc>
                <a:spcPct val="150000"/>
              </a:lnSpc>
              <a:spcBef>
                <a:spcPts val="800"/>
              </a:spcBef>
            </a:pPr>
            <a:r>
              <a:rPr lang="en-US" altLang="zh-CN" sz="2667" dirty="0" err="1"/>
              <a:t>WIFI</a:t>
            </a:r>
            <a:r>
              <a:rPr lang="zh-CN" altLang="en-US" sz="2667" dirty="0"/>
              <a:t>（</a:t>
            </a:r>
            <a:r>
              <a:rPr lang="en-US" altLang="zh-CN" sz="2667" dirty="0">
                <a:solidFill>
                  <a:srgbClr val="FF0000"/>
                </a:solidFill>
              </a:rPr>
              <a:t>Wi</a:t>
            </a:r>
            <a:r>
              <a:rPr lang="en-US" altLang="zh-CN" sz="2667" dirty="0"/>
              <a:t>reless </a:t>
            </a:r>
            <a:r>
              <a:rPr lang="en-US" altLang="zh-CN" sz="2667" dirty="0">
                <a:solidFill>
                  <a:srgbClr val="FF0000"/>
                </a:solidFill>
              </a:rPr>
              <a:t>Fi</a:t>
            </a:r>
            <a:r>
              <a:rPr lang="en-US" altLang="zh-CN" sz="2667" dirty="0"/>
              <a:t>delity</a:t>
            </a:r>
            <a:r>
              <a:rPr lang="zh-CN" altLang="en-US" sz="2667" dirty="0"/>
              <a:t>）无线局域网的一个标准</a:t>
            </a:r>
            <a:endParaRPr lang="zh-CN" altLang="zh-CN" sz="2667" dirty="0"/>
          </a:p>
          <a:p>
            <a:pPr marL="1066773" lvl="4" indent="-457189">
              <a:lnSpc>
                <a:spcPct val="150000"/>
              </a:lnSpc>
              <a:spcBef>
                <a:spcPts val="0"/>
              </a:spcBef>
              <a:buFont typeface="华文楷体" pitchFamily="2" charset="-122"/>
              <a:buChar char="−"/>
            </a:pPr>
            <a:endParaRPr lang="en-US" altLang="zh-CN" dirty="0">
              <a:latin typeface="华文楷体" pitchFamily="2" charset="-122"/>
              <a:ea typeface="华文楷体" pitchFamily="2" charset="-122"/>
            </a:endParaRPr>
          </a:p>
        </p:txBody>
      </p:sp>
      <p:sp>
        <p:nvSpPr>
          <p:cNvPr id="5" name="TextBox 4"/>
          <p:cNvSpPr txBox="1"/>
          <p:nvPr/>
        </p:nvSpPr>
        <p:spPr>
          <a:xfrm>
            <a:off x="-30291" y="5736"/>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3" action="ppaction://hlinksldjump"/>
              </a:rPr>
              <a:t></a:t>
            </a:r>
            <a:endParaRPr lang="zh-CN" altLang="en-US" sz="8000" dirty="0">
              <a:solidFill>
                <a:prstClr val="black"/>
              </a:solidFill>
              <a:latin typeface="Trebuchet MS"/>
              <a:ea typeface="方正姚体" panose="02010601030101010101" pitchFamily="2" charset="-122"/>
            </a:endParaRPr>
          </a:p>
        </p:txBody>
      </p:sp>
      <p:sp>
        <p:nvSpPr>
          <p:cNvPr id="186372" name="Rectangle 4"/>
          <p:cNvSpPr>
            <a:spLocks noChangeArrowheads="1"/>
          </p:cNvSpPr>
          <p:nvPr/>
        </p:nvSpPr>
        <p:spPr bwMode="auto">
          <a:xfrm>
            <a:off x="1" y="-246220"/>
            <a:ext cx="246286" cy="492443"/>
          </a:xfrm>
          <a:prstGeom prst="rect">
            <a:avLst/>
          </a:prstGeom>
          <a:noFill/>
          <a:ln w="9525">
            <a:noFill/>
            <a:miter lim="800000"/>
            <a:headEnd/>
            <a:tailEnd/>
          </a:ln>
          <a:effectLst/>
        </p:spPr>
        <p:txBody>
          <a:bodyPr vert="horz" wrap="none" lIns="121920" tIns="60960" rIns="121920" bIns="60960" numCol="1" anchor="ctr" anchorCtr="0" compatLnSpc="1">
            <a:prstTxWarp prst="textNoShape">
              <a:avLst/>
            </a:prstTxWarp>
            <a:spAutoFit/>
          </a:bodyPr>
          <a:lstStyle/>
          <a:p>
            <a:pPr defTabSz="1219170"/>
            <a:endParaRPr lang="zh-CN" altLang="en-US" sz="2400">
              <a:solidFill>
                <a:prstClr val="black"/>
              </a:solidFill>
              <a:latin typeface="Trebuchet MS"/>
              <a:ea typeface="方正姚体" panose="02010601030101010101" pitchFamily="2" charset="-122"/>
            </a:endParaRPr>
          </a:p>
        </p:txBody>
      </p:sp>
      <p:pic>
        <p:nvPicPr>
          <p:cNvPr id="8" name="图片 7"/>
          <p:cNvPicPr>
            <a:picLocks noChangeAspect="1"/>
          </p:cNvPicPr>
          <p:nvPr/>
        </p:nvPicPr>
        <p:blipFill>
          <a:blip r:embed="rId4" cstate="print"/>
          <a:srcRect/>
          <a:stretch>
            <a:fillRect/>
          </a:stretch>
        </p:blipFill>
        <p:spPr bwMode="auto">
          <a:xfrm>
            <a:off x="2831637" y="3621021"/>
            <a:ext cx="4320480" cy="2447744"/>
          </a:xfrm>
          <a:prstGeom prst="rect">
            <a:avLst/>
          </a:prstGeom>
          <a:noFill/>
          <a:ln w="9525">
            <a:noFill/>
            <a:miter lim="800000"/>
            <a:headEnd/>
            <a:tailEnd/>
          </a:ln>
        </p:spPr>
      </p:pic>
      <p:pic>
        <p:nvPicPr>
          <p:cNvPr id="254978" name="Picture 2"/>
          <p:cNvPicPr>
            <a:picLocks noChangeAspect="1" noChangeArrowheads="1"/>
          </p:cNvPicPr>
          <p:nvPr/>
        </p:nvPicPr>
        <p:blipFill>
          <a:blip r:embed="rId5" cstate="print"/>
          <a:srcRect/>
          <a:stretch>
            <a:fillRect/>
          </a:stretch>
        </p:blipFill>
        <p:spPr bwMode="auto">
          <a:xfrm>
            <a:off x="8016213" y="3909053"/>
            <a:ext cx="3168352" cy="2191443"/>
          </a:xfrm>
          <a:prstGeom prst="rect">
            <a:avLst/>
          </a:prstGeom>
          <a:noFill/>
          <a:ln w="9525">
            <a:noFill/>
            <a:miter lim="800000"/>
            <a:headEnd/>
            <a:tailEnd/>
          </a:ln>
        </p:spPr>
      </p:pic>
      <p:pic>
        <p:nvPicPr>
          <p:cNvPr id="10" name="Picture 8"/>
          <p:cNvPicPr>
            <a:picLocks noChangeAspect="1" noChangeArrowheads="1"/>
          </p:cNvPicPr>
          <p:nvPr/>
        </p:nvPicPr>
        <p:blipFill>
          <a:blip r:embed="rId6" cstate="print"/>
          <a:srcRect/>
          <a:stretch>
            <a:fillRect/>
          </a:stretch>
        </p:blipFill>
        <p:spPr bwMode="auto">
          <a:xfrm>
            <a:off x="8016213" y="1316765"/>
            <a:ext cx="3168352" cy="2376264"/>
          </a:xfrm>
          <a:prstGeom prst="rect">
            <a:avLst/>
          </a:prstGeom>
          <a:noFill/>
          <a:ln w="9525">
            <a:noFill/>
            <a:miter lim="800000"/>
            <a:headEnd/>
            <a:tailEnd/>
          </a:ln>
          <a:effectLst/>
        </p:spPr>
      </p:pic>
    </p:spTree>
    <p:extLst>
      <p:ext uri="{BB962C8B-B14F-4D97-AF65-F5344CB8AC3E}">
        <p14:creationId xmlns:p14="http://schemas.microsoft.com/office/powerpoint/2010/main" val="117008647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zh-CN" altLang="en-US" sz="4800" dirty="0"/>
              <a:t>主题二 天涯若比邻</a:t>
            </a:r>
            <a:r>
              <a:rPr lang="en-US" altLang="zh-CN" sz="4800" dirty="0"/>
              <a:t>--</a:t>
            </a:r>
            <a:r>
              <a:rPr lang="zh-CN" altLang="en-US" sz="4800" dirty="0"/>
              <a:t>互联网</a:t>
            </a:r>
          </a:p>
        </p:txBody>
      </p:sp>
      <p:sp>
        <p:nvSpPr>
          <p:cNvPr id="2" name="内容占位符 1"/>
          <p:cNvSpPr>
            <a:spLocks noGrp="1"/>
          </p:cNvSpPr>
          <p:nvPr>
            <p:ph idx="1"/>
          </p:nvPr>
        </p:nvSpPr>
        <p:spPr/>
        <p:txBody>
          <a:bodyPr>
            <a:normAutofit/>
          </a:bodyPr>
          <a:lstStyle/>
          <a:p>
            <a:pPr>
              <a:lnSpc>
                <a:spcPct val="150000"/>
              </a:lnSpc>
              <a:spcBef>
                <a:spcPts val="0"/>
              </a:spcBef>
            </a:pPr>
            <a:r>
              <a:rPr lang="zh-CN" altLang="en-US" sz="3733" dirty="0">
                <a:latin typeface="黑体" pitchFamily="49" charset="-122"/>
                <a:ea typeface="黑体" pitchFamily="49" charset="-122"/>
              </a:rPr>
              <a:t>什么是互联网</a:t>
            </a:r>
            <a:endParaRPr lang="en-US" altLang="zh-CN" sz="3733" dirty="0">
              <a:latin typeface="黑体" pitchFamily="49" charset="-122"/>
              <a:ea typeface="黑体" pitchFamily="49" charset="-122"/>
            </a:endParaRPr>
          </a:p>
          <a:p>
            <a:r>
              <a:rPr lang="en-US" altLang="zh-CN" sz="3733" dirty="0">
                <a:latin typeface="黑体" pitchFamily="49" charset="-122"/>
                <a:ea typeface="黑体" pitchFamily="49" charset="-122"/>
              </a:rPr>
              <a:t>TCP/IP</a:t>
            </a:r>
            <a:r>
              <a:rPr lang="zh-CN" altLang="zh-CN" sz="3733" dirty="0">
                <a:latin typeface="黑体" pitchFamily="49" charset="-122"/>
                <a:ea typeface="黑体" pitchFamily="49" charset="-122"/>
              </a:rPr>
              <a:t>协议</a:t>
            </a:r>
          </a:p>
          <a:p>
            <a:pPr>
              <a:lnSpc>
                <a:spcPct val="150000"/>
              </a:lnSpc>
              <a:spcBef>
                <a:spcPts val="0"/>
              </a:spcBef>
            </a:pPr>
            <a:r>
              <a:rPr lang="zh-CN" altLang="zh-CN" sz="3733" dirty="0">
                <a:latin typeface="黑体" pitchFamily="49" charset="-122"/>
                <a:ea typeface="黑体" pitchFamily="49" charset="-122"/>
              </a:rPr>
              <a:t>如何接入互联网</a:t>
            </a:r>
            <a:endParaRPr lang="en-US" altLang="zh-CN" sz="3733" dirty="0">
              <a:latin typeface="黑体" pitchFamily="49" charset="-122"/>
              <a:ea typeface="黑体" pitchFamily="49" charset="-122"/>
            </a:endParaRPr>
          </a:p>
          <a:p>
            <a:pPr>
              <a:lnSpc>
                <a:spcPct val="150000"/>
              </a:lnSpc>
              <a:spcBef>
                <a:spcPts val="0"/>
              </a:spcBef>
            </a:pPr>
            <a:r>
              <a:rPr lang="zh-CN" altLang="zh-CN" sz="3733" dirty="0">
                <a:latin typeface="黑体" pitchFamily="49" charset="-122"/>
                <a:ea typeface="黑体" pitchFamily="49" charset="-122"/>
              </a:rPr>
              <a:t>互联网的应用</a:t>
            </a:r>
            <a:endParaRPr lang="zh-CN" altLang="en-US" sz="3733" dirty="0">
              <a:latin typeface="黑体" pitchFamily="49" charset="-122"/>
              <a:ea typeface="黑体" pitchFamily="49" charset="-122"/>
            </a:endParaRPr>
          </a:p>
        </p:txBody>
      </p:sp>
      <p:sp>
        <p:nvSpPr>
          <p:cNvPr id="5" name="TextBox 4"/>
          <p:cNvSpPr txBox="1"/>
          <p:nvPr/>
        </p:nvSpPr>
        <p:spPr>
          <a:xfrm>
            <a:off x="0" y="-170"/>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2" action="ppaction://hlinksldjump"/>
              </a:rPr>
              <a:t></a:t>
            </a:r>
            <a:endParaRPr lang="zh-CN" altLang="en-US" sz="8000" dirty="0">
              <a:solidFill>
                <a:prstClr val="black"/>
              </a:solidFill>
              <a:latin typeface="Trebuchet MS"/>
              <a:ea typeface="方正姚体" panose="02010601030101010101" pitchFamily="2" charset="-122"/>
            </a:endParaRPr>
          </a:p>
        </p:txBody>
      </p:sp>
    </p:spTree>
    <p:extLst>
      <p:ext uri="{BB962C8B-B14F-4D97-AF65-F5344CB8AC3E}">
        <p14:creationId xmlns:p14="http://schemas.microsoft.com/office/powerpoint/2010/main" val="377582741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04354" name="Rectangle 2"/>
          <p:cNvSpPr>
            <a:spLocks noGrp="1" noChangeArrowheads="1"/>
          </p:cNvSpPr>
          <p:nvPr>
            <p:ph type="title"/>
          </p:nvPr>
        </p:nvSpPr>
        <p:spPr>
          <a:xfrm>
            <a:off x="1295467" y="260648"/>
            <a:ext cx="8955616" cy="864096"/>
          </a:xfrm>
        </p:spPr>
        <p:txBody>
          <a:bodyPr>
            <a:noAutofit/>
          </a:bodyPr>
          <a:lstStyle/>
          <a:p>
            <a:pPr>
              <a:lnSpc>
                <a:spcPct val="150000"/>
              </a:lnSpc>
              <a:spcBef>
                <a:spcPts val="0"/>
              </a:spcBef>
            </a:pPr>
            <a:r>
              <a:rPr lang="en-US" altLang="zh-CN" sz="4800" dirty="0"/>
              <a:t>Web</a:t>
            </a:r>
            <a:r>
              <a:rPr lang="zh-CN" altLang="zh-CN" sz="4800" dirty="0"/>
              <a:t>浏览</a:t>
            </a:r>
            <a:endParaRPr lang="en-US" altLang="zh-CN" sz="4800" dirty="0"/>
          </a:p>
        </p:txBody>
      </p:sp>
      <p:sp>
        <p:nvSpPr>
          <p:cNvPr id="2404355" name="Rectangle 3"/>
          <p:cNvSpPr>
            <a:spLocks noGrp="1" noChangeArrowheads="1"/>
          </p:cNvSpPr>
          <p:nvPr>
            <p:ph type="body" sz="half" idx="1"/>
          </p:nvPr>
        </p:nvSpPr>
        <p:spPr>
          <a:xfrm>
            <a:off x="431371" y="1508787"/>
            <a:ext cx="10081120" cy="4032447"/>
          </a:xfrm>
        </p:spPr>
        <p:txBody>
          <a:bodyPr>
            <a:normAutofit/>
          </a:bodyPr>
          <a:lstStyle/>
          <a:p>
            <a:r>
              <a:rPr lang="en-US" altLang="zh-CN" sz="3200" dirty="0"/>
              <a:t>World Wide Web</a:t>
            </a:r>
          </a:p>
        </p:txBody>
      </p:sp>
      <p:sp>
        <p:nvSpPr>
          <p:cNvPr id="5" name="TextBox 4"/>
          <p:cNvSpPr txBox="1"/>
          <p:nvPr/>
        </p:nvSpPr>
        <p:spPr>
          <a:xfrm>
            <a:off x="-30291" y="5736"/>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3" action="ppaction://hlinksldjump"/>
              </a:rPr>
              <a:t></a:t>
            </a:r>
            <a:endParaRPr lang="zh-CN" altLang="en-US" sz="8000" dirty="0">
              <a:solidFill>
                <a:prstClr val="black"/>
              </a:solidFill>
              <a:latin typeface="Trebuchet MS"/>
              <a:ea typeface="方正姚体" panose="02010601030101010101" pitchFamily="2" charset="-122"/>
            </a:endParaRPr>
          </a:p>
        </p:txBody>
      </p:sp>
      <p:sp>
        <p:nvSpPr>
          <p:cNvPr id="186372" name="Rectangle 4"/>
          <p:cNvSpPr>
            <a:spLocks noChangeArrowheads="1"/>
          </p:cNvSpPr>
          <p:nvPr/>
        </p:nvSpPr>
        <p:spPr bwMode="auto">
          <a:xfrm>
            <a:off x="1" y="-246220"/>
            <a:ext cx="246286" cy="492443"/>
          </a:xfrm>
          <a:prstGeom prst="rect">
            <a:avLst/>
          </a:prstGeom>
          <a:noFill/>
          <a:ln w="9525">
            <a:noFill/>
            <a:miter lim="800000"/>
            <a:headEnd/>
            <a:tailEnd/>
          </a:ln>
          <a:effectLst/>
        </p:spPr>
        <p:txBody>
          <a:bodyPr vert="horz" wrap="none" lIns="121920" tIns="60960" rIns="121920" bIns="60960" numCol="1" anchor="ctr" anchorCtr="0" compatLnSpc="1">
            <a:prstTxWarp prst="textNoShape">
              <a:avLst/>
            </a:prstTxWarp>
            <a:spAutoFit/>
          </a:bodyPr>
          <a:lstStyle/>
          <a:p>
            <a:pPr defTabSz="1219170"/>
            <a:endParaRPr lang="zh-CN" altLang="en-US" sz="2400">
              <a:solidFill>
                <a:prstClr val="black"/>
              </a:solidFill>
              <a:latin typeface="Trebuchet MS"/>
              <a:ea typeface="方正姚体" panose="02010601030101010101" pitchFamily="2" charset="-122"/>
            </a:endParaRPr>
          </a:p>
        </p:txBody>
      </p:sp>
      <p:pic>
        <p:nvPicPr>
          <p:cNvPr id="256002" name="Picture 2"/>
          <p:cNvPicPr>
            <a:picLocks noChangeAspect="1" noChangeArrowheads="1"/>
          </p:cNvPicPr>
          <p:nvPr/>
        </p:nvPicPr>
        <p:blipFill>
          <a:blip r:embed="rId4" cstate="print"/>
          <a:srcRect/>
          <a:stretch>
            <a:fillRect/>
          </a:stretch>
        </p:blipFill>
        <p:spPr bwMode="auto">
          <a:xfrm>
            <a:off x="2063553" y="2180862"/>
            <a:ext cx="8166100" cy="3924300"/>
          </a:xfrm>
          <a:prstGeom prst="rect">
            <a:avLst/>
          </a:prstGeom>
          <a:noFill/>
          <a:ln w="9525">
            <a:noFill/>
            <a:miter lim="800000"/>
            <a:headEnd/>
            <a:tailEnd/>
          </a:ln>
        </p:spPr>
      </p:pic>
    </p:spTree>
    <p:extLst>
      <p:ext uri="{BB962C8B-B14F-4D97-AF65-F5344CB8AC3E}">
        <p14:creationId xmlns:p14="http://schemas.microsoft.com/office/powerpoint/2010/main" val="302936154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04354" name="Rectangle 2"/>
          <p:cNvSpPr>
            <a:spLocks noGrp="1" noChangeArrowheads="1"/>
          </p:cNvSpPr>
          <p:nvPr>
            <p:ph type="title"/>
          </p:nvPr>
        </p:nvSpPr>
        <p:spPr>
          <a:xfrm>
            <a:off x="1295467" y="260648"/>
            <a:ext cx="8955616" cy="864096"/>
          </a:xfrm>
        </p:spPr>
        <p:txBody>
          <a:bodyPr>
            <a:noAutofit/>
          </a:bodyPr>
          <a:lstStyle/>
          <a:p>
            <a:pPr>
              <a:lnSpc>
                <a:spcPct val="150000"/>
              </a:lnSpc>
              <a:spcBef>
                <a:spcPts val="0"/>
              </a:spcBef>
            </a:pPr>
            <a:r>
              <a:rPr lang="en-US" altLang="zh-CN" sz="4800" dirty="0"/>
              <a:t>Web</a:t>
            </a:r>
            <a:r>
              <a:rPr lang="zh-CN" altLang="zh-CN" sz="4800" dirty="0"/>
              <a:t>浏览</a:t>
            </a:r>
            <a:endParaRPr lang="en-US" altLang="zh-CN" sz="4800" dirty="0"/>
          </a:p>
        </p:txBody>
      </p:sp>
      <p:sp>
        <p:nvSpPr>
          <p:cNvPr id="2404355" name="Rectangle 3"/>
          <p:cNvSpPr>
            <a:spLocks noGrp="1" noChangeArrowheads="1"/>
          </p:cNvSpPr>
          <p:nvPr>
            <p:ph type="body" sz="half" idx="1"/>
          </p:nvPr>
        </p:nvSpPr>
        <p:spPr>
          <a:xfrm>
            <a:off x="431371" y="1508787"/>
            <a:ext cx="10081120" cy="4032447"/>
          </a:xfrm>
        </p:spPr>
        <p:txBody>
          <a:bodyPr>
            <a:normAutofit/>
          </a:bodyPr>
          <a:lstStyle/>
          <a:p>
            <a:r>
              <a:rPr lang="en-US" altLang="zh-CN" sz="3200" dirty="0"/>
              <a:t>World Wide Web</a:t>
            </a:r>
          </a:p>
        </p:txBody>
      </p:sp>
      <p:sp>
        <p:nvSpPr>
          <p:cNvPr id="5" name="TextBox 4"/>
          <p:cNvSpPr txBox="1"/>
          <p:nvPr/>
        </p:nvSpPr>
        <p:spPr>
          <a:xfrm>
            <a:off x="-30291" y="5736"/>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3" action="ppaction://hlinksldjump"/>
              </a:rPr>
              <a:t></a:t>
            </a:r>
            <a:endParaRPr lang="zh-CN" altLang="en-US" sz="8000" dirty="0">
              <a:solidFill>
                <a:prstClr val="black"/>
              </a:solidFill>
              <a:latin typeface="Trebuchet MS"/>
              <a:ea typeface="方正姚体" panose="02010601030101010101" pitchFamily="2" charset="-122"/>
            </a:endParaRPr>
          </a:p>
        </p:txBody>
      </p:sp>
      <p:sp>
        <p:nvSpPr>
          <p:cNvPr id="186372" name="Rectangle 4"/>
          <p:cNvSpPr>
            <a:spLocks noChangeArrowheads="1"/>
          </p:cNvSpPr>
          <p:nvPr/>
        </p:nvSpPr>
        <p:spPr bwMode="auto">
          <a:xfrm>
            <a:off x="1" y="-246220"/>
            <a:ext cx="246286" cy="492443"/>
          </a:xfrm>
          <a:prstGeom prst="rect">
            <a:avLst/>
          </a:prstGeom>
          <a:noFill/>
          <a:ln w="9525">
            <a:noFill/>
            <a:miter lim="800000"/>
            <a:headEnd/>
            <a:tailEnd/>
          </a:ln>
          <a:effectLst/>
        </p:spPr>
        <p:txBody>
          <a:bodyPr vert="horz" wrap="none" lIns="121920" tIns="60960" rIns="121920" bIns="60960" numCol="1" anchor="ctr" anchorCtr="0" compatLnSpc="1">
            <a:prstTxWarp prst="textNoShape">
              <a:avLst/>
            </a:prstTxWarp>
            <a:spAutoFit/>
          </a:bodyPr>
          <a:lstStyle/>
          <a:p>
            <a:pPr defTabSz="1219170"/>
            <a:endParaRPr lang="zh-CN" altLang="en-US" sz="2400">
              <a:solidFill>
                <a:prstClr val="black"/>
              </a:solidFill>
              <a:latin typeface="Trebuchet MS"/>
              <a:ea typeface="方正姚体" panose="02010601030101010101" pitchFamily="2" charset="-122"/>
            </a:endParaRPr>
          </a:p>
        </p:txBody>
      </p:sp>
      <p:pic>
        <p:nvPicPr>
          <p:cNvPr id="258050" name="Picture 2" descr="c:\users\hanjp\appdata\roaming\360se6\User Data\temp\800px-WorldWideWebAroundWikipedia.png"/>
          <p:cNvPicPr>
            <a:picLocks noChangeAspect="1" noChangeArrowheads="1"/>
          </p:cNvPicPr>
          <p:nvPr/>
        </p:nvPicPr>
        <p:blipFill>
          <a:blip r:embed="rId4" cstate="print"/>
          <a:srcRect/>
          <a:stretch>
            <a:fillRect/>
          </a:stretch>
        </p:blipFill>
        <p:spPr bwMode="auto">
          <a:xfrm>
            <a:off x="5519936" y="1892830"/>
            <a:ext cx="5664629" cy="4078533"/>
          </a:xfrm>
          <a:prstGeom prst="rect">
            <a:avLst/>
          </a:prstGeom>
          <a:noFill/>
        </p:spPr>
      </p:pic>
      <p:pic>
        <p:nvPicPr>
          <p:cNvPr id="258051" name="Picture 3"/>
          <p:cNvPicPr>
            <a:picLocks noChangeAspect="1" noChangeArrowheads="1"/>
          </p:cNvPicPr>
          <p:nvPr/>
        </p:nvPicPr>
        <p:blipFill>
          <a:blip r:embed="rId5" cstate="print"/>
          <a:srcRect/>
          <a:stretch>
            <a:fillRect/>
          </a:stretch>
        </p:blipFill>
        <p:spPr bwMode="auto">
          <a:xfrm>
            <a:off x="911425" y="2180861"/>
            <a:ext cx="4075063" cy="3753347"/>
          </a:xfrm>
          <a:prstGeom prst="rect">
            <a:avLst/>
          </a:prstGeom>
          <a:noFill/>
          <a:ln w="9525">
            <a:noFill/>
            <a:miter lim="800000"/>
            <a:headEnd/>
            <a:tailEnd/>
          </a:ln>
        </p:spPr>
      </p:pic>
    </p:spTree>
    <p:extLst>
      <p:ext uri="{BB962C8B-B14F-4D97-AF65-F5344CB8AC3E}">
        <p14:creationId xmlns:p14="http://schemas.microsoft.com/office/powerpoint/2010/main" val="231793033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04354" name="Rectangle 2"/>
          <p:cNvSpPr>
            <a:spLocks noGrp="1" noChangeArrowheads="1"/>
          </p:cNvSpPr>
          <p:nvPr>
            <p:ph type="title"/>
          </p:nvPr>
        </p:nvSpPr>
        <p:spPr>
          <a:xfrm>
            <a:off x="1295467" y="260648"/>
            <a:ext cx="8955616" cy="864096"/>
          </a:xfrm>
        </p:spPr>
        <p:txBody>
          <a:bodyPr>
            <a:noAutofit/>
          </a:bodyPr>
          <a:lstStyle/>
          <a:p>
            <a:pPr>
              <a:lnSpc>
                <a:spcPct val="150000"/>
              </a:lnSpc>
              <a:spcBef>
                <a:spcPts val="0"/>
              </a:spcBef>
            </a:pPr>
            <a:r>
              <a:rPr lang="en-US" altLang="zh-CN" sz="4800" dirty="0"/>
              <a:t>Web</a:t>
            </a:r>
            <a:r>
              <a:rPr lang="zh-CN" altLang="zh-CN" sz="4800" dirty="0"/>
              <a:t>浏览</a:t>
            </a:r>
            <a:endParaRPr lang="en-US" altLang="zh-CN" sz="4800" dirty="0"/>
          </a:p>
        </p:txBody>
      </p:sp>
      <p:sp>
        <p:nvSpPr>
          <p:cNvPr id="2404355" name="Rectangle 3"/>
          <p:cNvSpPr>
            <a:spLocks noGrp="1" noChangeArrowheads="1"/>
          </p:cNvSpPr>
          <p:nvPr>
            <p:ph type="body" sz="half" idx="1"/>
          </p:nvPr>
        </p:nvSpPr>
        <p:spPr>
          <a:xfrm>
            <a:off x="431371" y="1508787"/>
            <a:ext cx="10081120" cy="4032447"/>
          </a:xfrm>
        </p:spPr>
        <p:txBody>
          <a:bodyPr>
            <a:normAutofit/>
          </a:bodyPr>
          <a:lstStyle/>
          <a:p>
            <a:r>
              <a:rPr lang="zh-CN" altLang="en-US" sz="3200" dirty="0">
                <a:solidFill>
                  <a:schemeClr val="tx2"/>
                </a:solidFill>
                <a:latin typeface="Comic Sans MS" pitchFamily="66" charset="0"/>
                <a:sym typeface="Franklin Gothic Book" pitchFamily="34" charset="0"/>
              </a:rPr>
              <a:t>浏览器</a:t>
            </a:r>
            <a:r>
              <a:rPr lang="en-US" altLang="zh-TW" sz="3200" dirty="0">
                <a:solidFill>
                  <a:schemeClr val="tx2"/>
                </a:solidFill>
                <a:latin typeface="Comic Sans MS" pitchFamily="66" charset="0"/>
                <a:ea typeface="PMingLiU" pitchFamily="18" charset="-120"/>
                <a:sym typeface="Franklin Gothic Book" pitchFamily="34" charset="0"/>
              </a:rPr>
              <a:t>Web Browser</a:t>
            </a:r>
          </a:p>
          <a:p>
            <a:pPr>
              <a:buNone/>
            </a:pPr>
            <a:r>
              <a:rPr lang="en-US" altLang="zh-CN" sz="3200" dirty="0">
                <a:latin typeface="Comic Sans MS" pitchFamily="66" charset="0"/>
                <a:sym typeface="Perpetua" pitchFamily="18" charset="0"/>
              </a:rPr>
              <a:t>	</a:t>
            </a:r>
            <a:r>
              <a:rPr lang="zh-CN" altLang="en-US" sz="2667" dirty="0">
                <a:latin typeface="华文楷体" pitchFamily="2" charset="-122"/>
                <a:ea typeface="华文楷体" pitchFamily="2" charset="-122"/>
                <a:sym typeface="Perpetua" pitchFamily="18" charset="0"/>
              </a:rPr>
              <a:t>在</a:t>
            </a:r>
            <a:r>
              <a:rPr lang="en-US" altLang="zh-CN" sz="2667" dirty="0">
                <a:latin typeface="华文楷体" pitchFamily="2" charset="-122"/>
                <a:ea typeface="华文楷体" pitchFamily="2" charset="-122"/>
                <a:sym typeface="Perpetua" pitchFamily="18" charset="0"/>
              </a:rPr>
              <a:t>Web</a:t>
            </a:r>
            <a:r>
              <a:rPr lang="zh-CN" altLang="en-US" sz="2667" dirty="0">
                <a:latin typeface="华文楷体" pitchFamily="2" charset="-122"/>
                <a:ea typeface="华文楷体" pitchFamily="2" charset="-122"/>
                <a:sym typeface="Perpetua" pitchFamily="18" charset="0"/>
              </a:rPr>
              <a:t>上检索、获取、展示和传递信息资源的应用软件，提供客户一个界面以便浏览网页</a:t>
            </a:r>
            <a:endParaRPr lang="en-US" altLang="zh-TW" sz="2667" dirty="0">
              <a:latin typeface="华文楷体" pitchFamily="2" charset="-122"/>
              <a:ea typeface="华文楷体" pitchFamily="2" charset="-122"/>
              <a:sym typeface="Perpetua" pitchFamily="18" charset="0"/>
            </a:endParaRPr>
          </a:p>
          <a:p>
            <a:endParaRPr lang="en-US" altLang="zh-CN" sz="3200" dirty="0"/>
          </a:p>
        </p:txBody>
      </p:sp>
      <p:sp>
        <p:nvSpPr>
          <p:cNvPr id="5" name="TextBox 4"/>
          <p:cNvSpPr txBox="1"/>
          <p:nvPr/>
        </p:nvSpPr>
        <p:spPr>
          <a:xfrm>
            <a:off x="-30291" y="5736"/>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3" action="ppaction://hlinksldjump"/>
              </a:rPr>
              <a:t></a:t>
            </a:r>
            <a:endParaRPr lang="zh-CN" altLang="en-US" sz="8000" dirty="0">
              <a:solidFill>
                <a:prstClr val="black"/>
              </a:solidFill>
              <a:latin typeface="Trebuchet MS"/>
              <a:ea typeface="方正姚体" panose="02010601030101010101" pitchFamily="2" charset="-122"/>
            </a:endParaRPr>
          </a:p>
        </p:txBody>
      </p:sp>
      <p:sp>
        <p:nvSpPr>
          <p:cNvPr id="186372" name="Rectangle 4"/>
          <p:cNvSpPr>
            <a:spLocks noChangeArrowheads="1"/>
          </p:cNvSpPr>
          <p:nvPr/>
        </p:nvSpPr>
        <p:spPr bwMode="auto">
          <a:xfrm>
            <a:off x="1" y="-246220"/>
            <a:ext cx="246286" cy="492443"/>
          </a:xfrm>
          <a:prstGeom prst="rect">
            <a:avLst/>
          </a:prstGeom>
          <a:noFill/>
          <a:ln w="9525">
            <a:noFill/>
            <a:miter lim="800000"/>
            <a:headEnd/>
            <a:tailEnd/>
          </a:ln>
          <a:effectLst/>
        </p:spPr>
        <p:txBody>
          <a:bodyPr vert="horz" wrap="none" lIns="121920" tIns="60960" rIns="121920" bIns="60960" numCol="1" anchor="ctr" anchorCtr="0" compatLnSpc="1">
            <a:prstTxWarp prst="textNoShape">
              <a:avLst/>
            </a:prstTxWarp>
            <a:spAutoFit/>
          </a:bodyPr>
          <a:lstStyle/>
          <a:p>
            <a:pPr defTabSz="1219170"/>
            <a:endParaRPr lang="zh-CN" altLang="en-US" sz="2400">
              <a:solidFill>
                <a:prstClr val="black"/>
              </a:solidFill>
              <a:latin typeface="Trebuchet MS"/>
              <a:ea typeface="方正姚体" panose="02010601030101010101" pitchFamily="2" charset="-122"/>
            </a:endParaRPr>
          </a:p>
        </p:txBody>
      </p:sp>
      <p:pic>
        <p:nvPicPr>
          <p:cNvPr id="8" name="Picture 5" descr="600px-Firefox_logo"/>
          <p:cNvPicPr>
            <a:picLocks noChangeAspect="1" noChangeArrowheads="1"/>
          </p:cNvPicPr>
          <p:nvPr/>
        </p:nvPicPr>
        <p:blipFill>
          <a:blip r:embed="rId4" cstate="print">
            <a:clrChange>
              <a:clrFrom>
                <a:srgbClr val="FCFBF9"/>
              </a:clrFrom>
              <a:clrTo>
                <a:srgbClr val="FCFBF9">
                  <a:alpha val="0"/>
                </a:srgbClr>
              </a:clrTo>
            </a:clrChange>
          </a:blip>
          <a:srcRect/>
          <a:stretch>
            <a:fillRect/>
          </a:stretch>
        </p:blipFill>
        <p:spPr bwMode="auto">
          <a:xfrm>
            <a:off x="7536161" y="4389107"/>
            <a:ext cx="1426633" cy="1352549"/>
          </a:xfrm>
          <a:prstGeom prst="rect">
            <a:avLst/>
          </a:prstGeom>
          <a:noFill/>
          <a:ln w="9525">
            <a:noFill/>
            <a:miter lim="800000"/>
            <a:headEnd/>
            <a:tailEnd/>
          </a:ln>
        </p:spPr>
      </p:pic>
      <p:pic>
        <p:nvPicPr>
          <p:cNvPr id="9" name="Picture 6" descr="apple_safari"/>
          <p:cNvPicPr>
            <a:picLocks noChangeAspect="1" noChangeArrowheads="1"/>
          </p:cNvPicPr>
          <p:nvPr/>
        </p:nvPicPr>
        <p:blipFill>
          <a:blip r:embed="rId5" cstate="print">
            <a:clrChange>
              <a:clrFrom>
                <a:srgbClr val="FEFEFE"/>
              </a:clrFrom>
              <a:clrTo>
                <a:srgbClr val="FEFEFE">
                  <a:alpha val="0"/>
                </a:srgbClr>
              </a:clrTo>
            </a:clrChange>
          </a:blip>
          <a:srcRect/>
          <a:stretch>
            <a:fillRect/>
          </a:stretch>
        </p:blipFill>
        <p:spPr bwMode="auto">
          <a:xfrm>
            <a:off x="7728182" y="2564904"/>
            <a:ext cx="1439333" cy="1631949"/>
          </a:xfrm>
          <a:prstGeom prst="rect">
            <a:avLst/>
          </a:prstGeom>
          <a:noFill/>
          <a:ln w="9525">
            <a:noFill/>
            <a:miter lim="800000"/>
            <a:headEnd/>
            <a:tailEnd/>
          </a:ln>
        </p:spPr>
      </p:pic>
      <p:pic>
        <p:nvPicPr>
          <p:cNvPr id="10" name="Picture 7" descr="google_chrome_webbrowser"/>
          <p:cNvPicPr>
            <a:picLocks noChangeAspect="1" noChangeArrowheads="1"/>
          </p:cNvPicPr>
          <p:nvPr/>
        </p:nvPicPr>
        <p:blipFill>
          <a:blip r:embed="rId6" cstate="print">
            <a:clrChange>
              <a:clrFrom>
                <a:srgbClr val="FEFEFE"/>
              </a:clrFrom>
              <a:clrTo>
                <a:srgbClr val="FEFEFE">
                  <a:alpha val="0"/>
                </a:srgbClr>
              </a:clrTo>
            </a:clrChange>
          </a:blip>
          <a:srcRect/>
          <a:stretch>
            <a:fillRect/>
          </a:stretch>
        </p:blipFill>
        <p:spPr bwMode="auto">
          <a:xfrm>
            <a:off x="9840416" y="2852936"/>
            <a:ext cx="1754717" cy="2015067"/>
          </a:xfrm>
          <a:prstGeom prst="rect">
            <a:avLst/>
          </a:prstGeom>
          <a:noFill/>
          <a:ln w="9525">
            <a:noFill/>
            <a:miter lim="800000"/>
            <a:headEnd/>
            <a:tailEnd/>
          </a:ln>
        </p:spPr>
      </p:pic>
      <p:pic>
        <p:nvPicPr>
          <p:cNvPr id="7" name="Picture 4" descr="internet_explorer"/>
          <p:cNvPicPr>
            <a:picLocks noChangeAspect="1" noChangeArrowheads="1"/>
          </p:cNvPicPr>
          <p:nvPr/>
        </p:nvPicPr>
        <p:blipFill>
          <a:blip r:embed="rId7" cstate="print">
            <a:clrChange>
              <a:clrFrom>
                <a:srgbClr val="FBFFFF"/>
              </a:clrFrom>
              <a:clrTo>
                <a:srgbClr val="FBFFFF">
                  <a:alpha val="0"/>
                </a:srgbClr>
              </a:clrTo>
            </a:clrChange>
          </a:blip>
          <a:srcRect/>
          <a:stretch>
            <a:fillRect/>
          </a:stretch>
        </p:blipFill>
        <p:spPr bwMode="auto">
          <a:xfrm>
            <a:off x="10128449" y="4197086"/>
            <a:ext cx="1276351" cy="1344084"/>
          </a:xfrm>
          <a:prstGeom prst="rect">
            <a:avLst/>
          </a:prstGeom>
          <a:noFill/>
          <a:ln w="9525">
            <a:noFill/>
            <a:miter lim="800000"/>
            <a:headEnd/>
            <a:tailEnd/>
          </a:ln>
        </p:spPr>
      </p:pic>
      <p:pic>
        <p:nvPicPr>
          <p:cNvPr id="260097" name="Picture 1"/>
          <p:cNvPicPr>
            <a:picLocks noChangeAspect="1" noChangeArrowheads="1"/>
          </p:cNvPicPr>
          <p:nvPr/>
        </p:nvPicPr>
        <p:blipFill>
          <a:blip r:embed="rId8" cstate="print"/>
          <a:srcRect/>
          <a:stretch>
            <a:fillRect/>
          </a:stretch>
        </p:blipFill>
        <p:spPr bwMode="auto">
          <a:xfrm>
            <a:off x="1103445" y="3140968"/>
            <a:ext cx="5280587" cy="2930635"/>
          </a:xfrm>
          <a:prstGeom prst="rect">
            <a:avLst/>
          </a:prstGeom>
          <a:noFill/>
          <a:ln w="9525">
            <a:noFill/>
            <a:miter lim="800000"/>
            <a:headEnd/>
            <a:tailEnd/>
          </a:ln>
        </p:spPr>
      </p:pic>
    </p:spTree>
    <p:extLst>
      <p:ext uri="{BB962C8B-B14F-4D97-AF65-F5344CB8AC3E}">
        <p14:creationId xmlns:p14="http://schemas.microsoft.com/office/powerpoint/2010/main" val="86577479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04354" name="Rectangle 2"/>
          <p:cNvSpPr>
            <a:spLocks noGrp="1" noChangeArrowheads="1"/>
          </p:cNvSpPr>
          <p:nvPr>
            <p:ph type="title"/>
          </p:nvPr>
        </p:nvSpPr>
        <p:spPr>
          <a:xfrm>
            <a:off x="1295467" y="260648"/>
            <a:ext cx="8955616" cy="864096"/>
          </a:xfrm>
        </p:spPr>
        <p:txBody>
          <a:bodyPr>
            <a:noAutofit/>
          </a:bodyPr>
          <a:lstStyle/>
          <a:p>
            <a:pPr>
              <a:lnSpc>
                <a:spcPct val="150000"/>
              </a:lnSpc>
              <a:spcBef>
                <a:spcPts val="0"/>
              </a:spcBef>
            </a:pPr>
            <a:r>
              <a:rPr lang="en-US" altLang="zh-CN" sz="4800" dirty="0"/>
              <a:t>Web</a:t>
            </a:r>
            <a:r>
              <a:rPr lang="zh-CN" altLang="zh-CN" sz="4800" dirty="0"/>
              <a:t>浏览</a:t>
            </a:r>
            <a:endParaRPr lang="en-US" altLang="zh-CN" sz="4800" dirty="0"/>
          </a:p>
        </p:txBody>
      </p:sp>
      <p:sp>
        <p:nvSpPr>
          <p:cNvPr id="2404355" name="Rectangle 3"/>
          <p:cNvSpPr>
            <a:spLocks noGrp="1" noChangeArrowheads="1"/>
          </p:cNvSpPr>
          <p:nvPr>
            <p:ph type="body" sz="half" idx="1"/>
          </p:nvPr>
        </p:nvSpPr>
        <p:spPr>
          <a:xfrm>
            <a:off x="431371" y="1508787"/>
            <a:ext cx="10081120" cy="4032447"/>
          </a:xfrm>
        </p:spPr>
        <p:txBody>
          <a:bodyPr>
            <a:normAutofit/>
          </a:bodyPr>
          <a:lstStyle/>
          <a:p>
            <a:r>
              <a:rPr lang="zh-CN" altLang="en-US" sz="3200" dirty="0">
                <a:sym typeface="Perpetua" pitchFamily="18" charset="0"/>
              </a:rPr>
              <a:t>统一资源定位符</a:t>
            </a:r>
            <a:r>
              <a:rPr lang="en-US" altLang="zh-TW" sz="3200" dirty="0">
                <a:latin typeface="Comic Sans MS" pitchFamily="66" charset="0"/>
                <a:ea typeface="PMingLiU" pitchFamily="18" charset="-120"/>
                <a:sym typeface="Perpetua" pitchFamily="18" charset="0"/>
              </a:rPr>
              <a:t>Uniform Resource Locator (URL)</a:t>
            </a:r>
            <a:endParaRPr lang="en-US" altLang="zh-TW" sz="3200" dirty="0">
              <a:solidFill>
                <a:schemeClr val="tx2"/>
              </a:solidFill>
              <a:latin typeface="Comic Sans MS" pitchFamily="66" charset="0"/>
              <a:ea typeface="PMingLiU" pitchFamily="18" charset="-120"/>
              <a:sym typeface="Franklin Gothic Book" pitchFamily="34" charset="0"/>
            </a:endParaRPr>
          </a:p>
          <a:p>
            <a:pPr>
              <a:buNone/>
            </a:pPr>
            <a:r>
              <a:rPr lang="en-US" altLang="zh-CN" sz="3200" dirty="0">
                <a:latin typeface="Comic Sans MS" pitchFamily="66" charset="0"/>
                <a:sym typeface="Perpetua" pitchFamily="18" charset="0"/>
              </a:rPr>
              <a:t>	</a:t>
            </a:r>
            <a:endParaRPr lang="en-US" altLang="zh-TW" sz="2667" dirty="0">
              <a:latin typeface="华文楷体" pitchFamily="2" charset="-122"/>
              <a:ea typeface="华文楷体" pitchFamily="2" charset="-122"/>
              <a:sym typeface="Perpetua" pitchFamily="18" charset="0"/>
            </a:endParaRPr>
          </a:p>
          <a:p>
            <a:endParaRPr lang="en-US" altLang="zh-CN" sz="3200" dirty="0"/>
          </a:p>
        </p:txBody>
      </p:sp>
      <p:sp>
        <p:nvSpPr>
          <p:cNvPr id="5" name="TextBox 4"/>
          <p:cNvSpPr txBox="1"/>
          <p:nvPr/>
        </p:nvSpPr>
        <p:spPr>
          <a:xfrm>
            <a:off x="-30291" y="5736"/>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3" action="ppaction://hlinksldjump"/>
              </a:rPr>
              <a:t></a:t>
            </a:r>
            <a:endParaRPr lang="zh-CN" altLang="en-US" sz="8000" dirty="0">
              <a:solidFill>
                <a:prstClr val="black"/>
              </a:solidFill>
              <a:latin typeface="Trebuchet MS"/>
              <a:ea typeface="方正姚体" panose="02010601030101010101" pitchFamily="2" charset="-122"/>
            </a:endParaRPr>
          </a:p>
        </p:txBody>
      </p:sp>
      <p:sp>
        <p:nvSpPr>
          <p:cNvPr id="186372" name="Rectangle 4"/>
          <p:cNvSpPr>
            <a:spLocks noChangeArrowheads="1"/>
          </p:cNvSpPr>
          <p:nvPr/>
        </p:nvSpPr>
        <p:spPr bwMode="auto">
          <a:xfrm>
            <a:off x="1" y="-246220"/>
            <a:ext cx="246286" cy="492443"/>
          </a:xfrm>
          <a:prstGeom prst="rect">
            <a:avLst/>
          </a:prstGeom>
          <a:noFill/>
          <a:ln w="9525">
            <a:noFill/>
            <a:miter lim="800000"/>
            <a:headEnd/>
            <a:tailEnd/>
          </a:ln>
          <a:effectLst/>
        </p:spPr>
        <p:txBody>
          <a:bodyPr vert="horz" wrap="none" lIns="121920" tIns="60960" rIns="121920" bIns="60960" numCol="1" anchor="ctr" anchorCtr="0" compatLnSpc="1">
            <a:prstTxWarp prst="textNoShape">
              <a:avLst/>
            </a:prstTxWarp>
            <a:spAutoFit/>
          </a:bodyPr>
          <a:lstStyle/>
          <a:p>
            <a:pPr defTabSz="1219170"/>
            <a:endParaRPr lang="zh-CN" altLang="en-US" sz="2400">
              <a:solidFill>
                <a:prstClr val="black"/>
              </a:solidFill>
              <a:latin typeface="Trebuchet MS"/>
              <a:ea typeface="方正姚体" panose="02010601030101010101" pitchFamily="2" charset="-122"/>
            </a:endParaRPr>
          </a:p>
        </p:txBody>
      </p:sp>
      <p:sp>
        <p:nvSpPr>
          <p:cNvPr id="11" name="矩形 10"/>
          <p:cNvSpPr/>
          <p:nvPr/>
        </p:nvSpPr>
        <p:spPr>
          <a:xfrm>
            <a:off x="1199456" y="3525011"/>
            <a:ext cx="9121013" cy="584775"/>
          </a:xfrm>
          <a:prstGeom prst="rect">
            <a:avLst/>
          </a:prstGeom>
        </p:spPr>
        <p:txBody>
          <a:bodyPr wrap="square">
            <a:spAutoFit/>
          </a:bodyPr>
          <a:lstStyle/>
          <a:p>
            <a:pPr defTabSz="1219170"/>
            <a:r>
              <a:rPr lang="en-US" altLang="zh-CN" sz="3200" dirty="0" err="1">
                <a:solidFill>
                  <a:prstClr val="black"/>
                </a:solidFill>
                <a:latin typeface="Trebuchet MS"/>
                <a:ea typeface="方正姚体" panose="02010601030101010101" pitchFamily="2" charset="-122"/>
              </a:rPr>
              <a:t>http://www.hdu.edu.cn/introduce/default.htm</a:t>
            </a:r>
            <a:endParaRPr lang="zh-CN" altLang="en-US" sz="3200" dirty="0">
              <a:solidFill>
                <a:prstClr val="black"/>
              </a:solidFill>
              <a:latin typeface="Trebuchet MS"/>
              <a:ea typeface="方正姚体" panose="02010601030101010101" pitchFamily="2" charset="-122"/>
            </a:endParaRPr>
          </a:p>
        </p:txBody>
      </p:sp>
      <p:sp>
        <p:nvSpPr>
          <p:cNvPr id="12" name="椭圆 11"/>
          <p:cNvSpPr/>
          <p:nvPr/>
        </p:nvSpPr>
        <p:spPr>
          <a:xfrm>
            <a:off x="1199456" y="3236979"/>
            <a:ext cx="1056117" cy="1248139"/>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zh-CN" altLang="en-US" sz="2400">
              <a:solidFill>
                <a:prstClr val="white"/>
              </a:solidFill>
              <a:latin typeface="Trebuchet MS"/>
              <a:ea typeface="方正姚体" panose="02010601030101010101" pitchFamily="2" charset="-122"/>
            </a:endParaRPr>
          </a:p>
        </p:txBody>
      </p:sp>
      <p:cxnSp>
        <p:nvCxnSpPr>
          <p:cNvPr id="14" name="直接箭头连接符 13"/>
          <p:cNvCxnSpPr/>
          <p:nvPr/>
        </p:nvCxnSpPr>
        <p:spPr>
          <a:xfrm flipV="1">
            <a:off x="1775520" y="2948947"/>
            <a:ext cx="1344149" cy="672075"/>
          </a:xfrm>
          <a:prstGeom prst="straightConnector1">
            <a:avLst/>
          </a:prstGeom>
          <a:ln>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15" name="圆角矩形 14"/>
          <p:cNvSpPr/>
          <p:nvPr/>
        </p:nvSpPr>
        <p:spPr>
          <a:xfrm>
            <a:off x="2639616" y="3429000"/>
            <a:ext cx="3168352" cy="768085"/>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zh-CN" altLang="en-US" sz="2400">
              <a:solidFill>
                <a:prstClr val="white"/>
              </a:solidFill>
              <a:latin typeface="Trebuchet MS"/>
              <a:ea typeface="方正姚体" panose="02010601030101010101" pitchFamily="2" charset="-122"/>
            </a:endParaRPr>
          </a:p>
        </p:txBody>
      </p:sp>
      <p:sp>
        <p:nvSpPr>
          <p:cNvPr id="16" name="椭圆 15"/>
          <p:cNvSpPr/>
          <p:nvPr/>
        </p:nvSpPr>
        <p:spPr>
          <a:xfrm>
            <a:off x="7824192" y="3236979"/>
            <a:ext cx="2304256" cy="1248139"/>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zh-CN" altLang="en-US" sz="2400">
              <a:solidFill>
                <a:prstClr val="white"/>
              </a:solidFill>
              <a:latin typeface="Trebuchet MS"/>
              <a:ea typeface="方正姚体" panose="02010601030101010101" pitchFamily="2" charset="-122"/>
            </a:endParaRPr>
          </a:p>
        </p:txBody>
      </p:sp>
      <p:cxnSp>
        <p:nvCxnSpPr>
          <p:cNvPr id="18" name="直接箭头连接符 17"/>
          <p:cNvCxnSpPr/>
          <p:nvPr/>
        </p:nvCxnSpPr>
        <p:spPr>
          <a:xfrm flipH="1">
            <a:off x="8592277" y="4197085"/>
            <a:ext cx="288032" cy="1152128"/>
          </a:xfrm>
          <a:prstGeom prst="straightConnector1">
            <a:avLst/>
          </a:prstGeom>
          <a:ln>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3311691" y="2660916"/>
            <a:ext cx="2339102" cy="461665"/>
          </a:xfrm>
          <a:prstGeom prst="rect">
            <a:avLst/>
          </a:prstGeom>
          <a:noFill/>
        </p:spPr>
        <p:txBody>
          <a:bodyPr wrap="none" rtlCol="0">
            <a:spAutoFit/>
          </a:bodyPr>
          <a:lstStyle/>
          <a:p>
            <a:pPr defTabSz="1219170"/>
            <a:r>
              <a:rPr lang="zh-CN" altLang="en-US" sz="2400" dirty="0">
                <a:solidFill>
                  <a:prstClr val="black"/>
                </a:solidFill>
                <a:latin typeface="华文楷体" pitchFamily="2" charset="-122"/>
                <a:ea typeface="华文楷体" pitchFamily="2" charset="-122"/>
              </a:rPr>
              <a:t>超文本传输协议</a:t>
            </a:r>
          </a:p>
        </p:txBody>
      </p:sp>
      <p:sp>
        <p:nvSpPr>
          <p:cNvPr id="21" name="TextBox 20"/>
          <p:cNvSpPr txBox="1"/>
          <p:nvPr/>
        </p:nvSpPr>
        <p:spPr>
          <a:xfrm>
            <a:off x="7920203" y="5349214"/>
            <a:ext cx="1107996" cy="461665"/>
          </a:xfrm>
          <a:prstGeom prst="rect">
            <a:avLst/>
          </a:prstGeom>
          <a:noFill/>
        </p:spPr>
        <p:txBody>
          <a:bodyPr wrap="none" rtlCol="0">
            <a:spAutoFit/>
          </a:bodyPr>
          <a:lstStyle/>
          <a:p>
            <a:pPr defTabSz="1219170"/>
            <a:r>
              <a:rPr lang="zh-CN" altLang="en-US" sz="2400" dirty="0">
                <a:solidFill>
                  <a:prstClr val="black"/>
                </a:solidFill>
                <a:latin typeface="华文楷体" pitchFamily="2" charset="-122"/>
                <a:ea typeface="华文楷体" pitchFamily="2" charset="-122"/>
              </a:rPr>
              <a:t>文件名</a:t>
            </a:r>
          </a:p>
        </p:txBody>
      </p:sp>
      <p:sp>
        <p:nvSpPr>
          <p:cNvPr id="22" name="椭圆 21"/>
          <p:cNvSpPr/>
          <p:nvPr/>
        </p:nvSpPr>
        <p:spPr>
          <a:xfrm>
            <a:off x="5711958" y="2756925"/>
            <a:ext cx="2208245" cy="201622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zh-CN" altLang="en-US" sz="2400">
              <a:solidFill>
                <a:prstClr val="white"/>
              </a:solidFill>
              <a:latin typeface="Trebuchet MS"/>
              <a:ea typeface="方正姚体" panose="02010601030101010101" pitchFamily="2" charset="-122"/>
            </a:endParaRPr>
          </a:p>
        </p:txBody>
      </p:sp>
      <p:cxnSp>
        <p:nvCxnSpPr>
          <p:cNvPr id="24" name="直接箭头连接符 23"/>
          <p:cNvCxnSpPr/>
          <p:nvPr/>
        </p:nvCxnSpPr>
        <p:spPr>
          <a:xfrm flipH="1">
            <a:off x="5903979" y="4389107"/>
            <a:ext cx="864096" cy="86409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4847861" y="5061182"/>
            <a:ext cx="1107996" cy="461665"/>
          </a:xfrm>
          <a:prstGeom prst="rect">
            <a:avLst/>
          </a:prstGeom>
          <a:noFill/>
        </p:spPr>
        <p:txBody>
          <a:bodyPr wrap="none" rtlCol="0">
            <a:spAutoFit/>
          </a:bodyPr>
          <a:lstStyle/>
          <a:p>
            <a:pPr defTabSz="1219170"/>
            <a:r>
              <a:rPr lang="zh-CN" altLang="en-US" sz="2400" dirty="0">
                <a:solidFill>
                  <a:prstClr val="black"/>
                </a:solidFill>
                <a:latin typeface="华文楷体" pitchFamily="2" charset="-122"/>
                <a:ea typeface="华文楷体" pitchFamily="2" charset="-122"/>
              </a:rPr>
              <a:t>目录名</a:t>
            </a:r>
          </a:p>
        </p:txBody>
      </p:sp>
    </p:spTree>
    <p:extLst>
      <p:ext uri="{BB962C8B-B14F-4D97-AF65-F5344CB8AC3E}">
        <p14:creationId xmlns:p14="http://schemas.microsoft.com/office/powerpoint/2010/main" val="237253533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04354" name="Rectangle 2"/>
          <p:cNvSpPr>
            <a:spLocks noGrp="1" noChangeArrowheads="1"/>
          </p:cNvSpPr>
          <p:nvPr>
            <p:ph type="title"/>
          </p:nvPr>
        </p:nvSpPr>
        <p:spPr>
          <a:xfrm>
            <a:off x="1295467" y="260648"/>
            <a:ext cx="8955616" cy="864096"/>
          </a:xfrm>
        </p:spPr>
        <p:txBody>
          <a:bodyPr>
            <a:noAutofit/>
          </a:bodyPr>
          <a:lstStyle/>
          <a:p>
            <a:pPr>
              <a:lnSpc>
                <a:spcPct val="150000"/>
              </a:lnSpc>
              <a:spcBef>
                <a:spcPts val="0"/>
              </a:spcBef>
            </a:pPr>
            <a:r>
              <a:rPr lang="zh-CN" altLang="en-US" sz="4800" dirty="0"/>
              <a:t>电子邮件</a:t>
            </a:r>
            <a:endParaRPr lang="en-US" altLang="zh-CN" sz="4800" dirty="0"/>
          </a:p>
        </p:txBody>
      </p:sp>
      <p:sp>
        <p:nvSpPr>
          <p:cNvPr id="2404355" name="Rectangle 3"/>
          <p:cNvSpPr>
            <a:spLocks noGrp="1" noChangeArrowheads="1"/>
          </p:cNvSpPr>
          <p:nvPr>
            <p:ph type="body" sz="half" idx="1"/>
          </p:nvPr>
        </p:nvSpPr>
        <p:spPr>
          <a:xfrm>
            <a:off x="2063552" y="1508787"/>
            <a:ext cx="10081120" cy="4032447"/>
          </a:xfrm>
        </p:spPr>
        <p:txBody>
          <a:bodyPr>
            <a:normAutofit/>
          </a:bodyPr>
          <a:lstStyle/>
          <a:p>
            <a:pPr>
              <a:buNone/>
            </a:pPr>
            <a:r>
              <a:rPr lang="en-US" altLang="zh-CN" sz="3200" dirty="0">
                <a:latin typeface="Comic Sans MS" pitchFamily="66" charset="0"/>
                <a:sym typeface="Perpetua" pitchFamily="18" charset="0"/>
              </a:rPr>
              <a:t>	</a:t>
            </a:r>
            <a:endParaRPr lang="en-US" altLang="zh-TW" sz="2667" dirty="0">
              <a:latin typeface="华文楷体" pitchFamily="2" charset="-122"/>
              <a:ea typeface="华文楷体" pitchFamily="2" charset="-122"/>
              <a:sym typeface="Perpetua" pitchFamily="18" charset="0"/>
            </a:endParaRPr>
          </a:p>
          <a:p>
            <a:endParaRPr lang="en-US" altLang="zh-CN" sz="3200" dirty="0"/>
          </a:p>
        </p:txBody>
      </p:sp>
      <p:sp>
        <p:nvSpPr>
          <p:cNvPr id="5" name="TextBox 4"/>
          <p:cNvSpPr txBox="1"/>
          <p:nvPr/>
        </p:nvSpPr>
        <p:spPr>
          <a:xfrm>
            <a:off x="-30291" y="5736"/>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3" action="ppaction://hlinksldjump"/>
              </a:rPr>
              <a:t></a:t>
            </a:r>
            <a:endParaRPr lang="zh-CN" altLang="en-US" sz="8000" dirty="0">
              <a:solidFill>
                <a:prstClr val="black"/>
              </a:solidFill>
              <a:latin typeface="Trebuchet MS"/>
              <a:ea typeface="方正姚体" panose="02010601030101010101" pitchFamily="2" charset="-122"/>
            </a:endParaRPr>
          </a:p>
        </p:txBody>
      </p:sp>
      <p:sp>
        <p:nvSpPr>
          <p:cNvPr id="186372" name="Rectangle 4"/>
          <p:cNvSpPr>
            <a:spLocks noChangeArrowheads="1"/>
          </p:cNvSpPr>
          <p:nvPr/>
        </p:nvSpPr>
        <p:spPr bwMode="auto">
          <a:xfrm>
            <a:off x="1" y="-246220"/>
            <a:ext cx="246286" cy="492443"/>
          </a:xfrm>
          <a:prstGeom prst="rect">
            <a:avLst/>
          </a:prstGeom>
          <a:noFill/>
          <a:ln w="9525">
            <a:noFill/>
            <a:miter lim="800000"/>
            <a:headEnd/>
            <a:tailEnd/>
          </a:ln>
          <a:effectLst/>
        </p:spPr>
        <p:txBody>
          <a:bodyPr vert="horz" wrap="none" lIns="121920" tIns="60960" rIns="121920" bIns="60960" numCol="1" anchor="ctr" anchorCtr="0" compatLnSpc="1">
            <a:prstTxWarp prst="textNoShape">
              <a:avLst/>
            </a:prstTxWarp>
            <a:spAutoFit/>
          </a:bodyPr>
          <a:lstStyle/>
          <a:p>
            <a:pPr defTabSz="1219170"/>
            <a:endParaRPr lang="zh-CN" altLang="en-US" sz="2400">
              <a:solidFill>
                <a:prstClr val="black"/>
              </a:solidFill>
              <a:latin typeface="Trebuchet MS"/>
              <a:ea typeface="方正姚体" panose="02010601030101010101" pitchFamily="2" charset="-122"/>
            </a:endParaRPr>
          </a:p>
        </p:txBody>
      </p:sp>
      <p:pic>
        <p:nvPicPr>
          <p:cNvPr id="11" name="Picture 4" descr="How e-mail works"/>
          <p:cNvPicPr>
            <a:picLocks noChangeAspect="1" noChangeArrowheads="1"/>
          </p:cNvPicPr>
          <p:nvPr/>
        </p:nvPicPr>
        <p:blipFill>
          <a:blip r:embed="rId4" cstate="print"/>
          <a:srcRect/>
          <a:stretch>
            <a:fillRect/>
          </a:stretch>
        </p:blipFill>
        <p:spPr bwMode="auto">
          <a:xfrm>
            <a:off x="5241398" y="1740629"/>
            <a:ext cx="5750983" cy="4184649"/>
          </a:xfrm>
          <a:prstGeom prst="rect">
            <a:avLst/>
          </a:prstGeom>
          <a:noFill/>
          <a:ln w="9525">
            <a:noFill/>
            <a:miter lim="800000"/>
            <a:headEnd/>
            <a:tailEnd/>
          </a:ln>
        </p:spPr>
      </p:pic>
      <p:sp>
        <p:nvSpPr>
          <p:cNvPr id="286722" name="Rectangle 2"/>
          <p:cNvSpPr>
            <a:spLocks noChangeArrowheads="1"/>
          </p:cNvSpPr>
          <p:nvPr/>
        </p:nvSpPr>
        <p:spPr bwMode="auto">
          <a:xfrm>
            <a:off x="1" y="-246220"/>
            <a:ext cx="246286" cy="492443"/>
          </a:xfrm>
          <a:prstGeom prst="rect">
            <a:avLst/>
          </a:prstGeom>
          <a:noFill/>
          <a:ln w="9525">
            <a:noFill/>
            <a:miter lim="800000"/>
            <a:headEnd/>
            <a:tailEnd/>
          </a:ln>
          <a:effectLst/>
        </p:spPr>
        <p:txBody>
          <a:bodyPr vert="horz" wrap="none" lIns="121920" tIns="60960" rIns="121920" bIns="60960" numCol="1" anchor="ctr" anchorCtr="0" compatLnSpc="1">
            <a:prstTxWarp prst="textNoShape">
              <a:avLst/>
            </a:prstTxWarp>
            <a:spAutoFit/>
          </a:bodyPr>
          <a:lstStyle/>
          <a:p>
            <a:pPr defTabSz="1219170"/>
            <a:endParaRPr lang="zh-CN" altLang="en-US" sz="2400">
              <a:solidFill>
                <a:prstClr val="black"/>
              </a:solidFill>
              <a:latin typeface="Trebuchet MS"/>
              <a:ea typeface="方正姚体" panose="02010601030101010101" pitchFamily="2" charset="-122"/>
            </a:endParaRPr>
          </a:p>
        </p:txBody>
      </p:sp>
      <p:graphicFrame>
        <p:nvGraphicFramePr>
          <p:cNvPr id="286721" name="Object 1"/>
          <p:cNvGraphicFramePr>
            <a:graphicFrameLocks noChangeAspect="1"/>
          </p:cNvGraphicFramePr>
          <p:nvPr/>
        </p:nvGraphicFramePr>
        <p:xfrm>
          <a:off x="527381" y="2948947"/>
          <a:ext cx="4273915" cy="1831677"/>
        </p:xfrm>
        <a:graphic>
          <a:graphicData uri="http://schemas.openxmlformats.org/presentationml/2006/ole">
            <mc:AlternateContent xmlns:mc="http://schemas.openxmlformats.org/markup-compatibility/2006">
              <mc:Choice xmlns:v="urn:schemas-microsoft-com:vml" Requires="v">
                <p:oleObj name="BMP 图像" r:id="rId5" imgW="6020640" imgH="2429214" progId="PBrush">
                  <p:embed/>
                </p:oleObj>
              </mc:Choice>
              <mc:Fallback>
                <p:oleObj name="BMP 图像" r:id="rId5" imgW="6020640" imgH="2429214" progId="PBrush">
                  <p:embed/>
                  <p:pic>
                    <p:nvPicPr>
                      <p:cNvPr id="286721" name="Object 1"/>
                      <p:cNvPicPr>
                        <a:picLocks noChangeAspect="1" noChangeArrowheads="1"/>
                      </p:cNvPicPr>
                      <p:nvPr/>
                    </p:nvPicPr>
                    <p:blipFill>
                      <a:blip r:embed="rId6">
                        <a:extLst>
                          <a:ext uri="{28A0092B-C50C-407E-A947-70E740481C1C}">
                            <a14:useLocalDpi xmlns:a14="http://schemas.microsoft.com/office/drawing/2010/main" val="0"/>
                          </a:ext>
                        </a:extLst>
                      </a:blip>
                      <a:srcRect l="8430" t="6076" r="3110"/>
                      <a:stretch>
                        <a:fillRect/>
                      </a:stretch>
                    </p:blipFill>
                    <p:spPr bwMode="auto">
                      <a:xfrm>
                        <a:off x="527381" y="2948947"/>
                        <a:ext cx="4273915" cy="183167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25409935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800" dirty="0"/>
              <a:t>第五讲 网络世界之信息共享与计算</a:t>
            </a:r>
          </a:p>
        </p:txBody>
      </p:sp>
      <p:sp>
        <p:nvSpPr>
          <p:cNvPr id="3" name="副标题 2"/>
          <p:cNvSpPr>
            <a:spLocks noGrp="1"/>
          </p:cNvSpPr>
          <p:nvPr>
            <p:ph idx="1"/>
          </p:nvPr>
        </p:nvSpPr>
        <p:spPr/>
        <p:txBody>
          <a:bodyPr>
            <a:normAutofit/>
          </a:bodyPr>
          <a:lstStyle/>
          <a:p>
            <a:r>
              <a:rPr lang="zh-CN" altLang="en-US" sz="3733" dirty="0">
                <a:latin typeface="黑体" pitchFamily="49" charset="-122"/>
                <a:ea typeface="黑体" pitchFamily="49" charset="-122"/>
                <a:hlinkClick r:id="rId2" action="ppaction://hlinksldjump"/>
              </a:rPr>
              <a:t>主题一</a:t>
            </a:r>
            <a:r>
              <a:rPr lang="en-US" altLang="zh-CN" sz="3733" dirty="0">
                <a:latin typeface="黑体" pitchFamily="49" charset="-122"/>
                <a:ea typeface="黑体" pitchFamily="49" charset="-122"/>
                <a:hlinkClick r:id="rId2" action="ppaction://hlinksldjump"/>
              </a:rPr>
              <a:t>	</a:t>
            </a:r>
            <a:r>
              <a:rPr lang="zh-CN" altLang="en-US" sz="3733" dirty="0">
                <a:latin typeface="黑体" pitchFamily="49" charset="-122"/>
                <a:ea typeface="黑体" pitchFamily="49" charset="-122"/>
                <a:hlinkClick r:id="rId2" action="ppaction://hlinksldjump"/>
              </a:rPr>
              <a:t>信息传输平台</a:t>
            </a:r>
            <a:r>
              <a:rPr lang="en-US" altLang="zh-CN" sz="3733" dirty="0">
                <a:latin typeface="黑体" pitchFamily="49" charset="-122"/>
                <a:ea typeface="黑体" pitchFamily="49" charset="-122"/>
                <a:hlinkClick r:id="rId2" action="ppaction://hlinksldjump"/>
              </a:rPr>
              <a:t>--</a:t>
            </a:r>
            <a:r>
              <a:rPr lang="zh-CN" altLang="en-US" sz="3733" dirty="0">
                <a:latin typeface="黑体" pitchFamily="49" charset="-122"/>
                <a:ea typeface="黑体" pitchFamily="49" charset="-122"/>
                <a:hlinkClick r:id="rId2" action="ppaction://hlinksldjump"/>
              </a:rPr>
              <a:t>网络</a:t>
            </a:r>
            <a:endParaRPr lang="en-US" altLang="zh-CN" sz="3733" dirty="0">
              <a:latin typeface="黑体" pitchFamily="49" charset="-122"/>
              <a:ea typeface="黑体" pitchFamily="49" charset="-122"/>
            </a:endParaRPr>
          </a:p>
          <a:p>
            <a:r>
              <a:rPr lang="zh-CN" altLang="en-US" sz="3733" dirty="0">
                <a:latin typeface="黑体" pitchFamily="49" charset="-122"/>
                <a:ea typeface="黑体" pitchFamily="49" charset="-122"/>
                <a:hlinkClick r:id="rId3" action="ppaction://hlinksldjump"/>
              </a:rPr>
              <a:t>主题二</a:t>
            </a:r>
            <a:r>
              <a:rPr lang="en-US" altLang="zh-CN" sz="3733" dirty="0">
                <a:latin typeface="黑体" pitchFamily="49" charset="-122"/>
                <a:ea typeface="黑体" pitchFamily="49" charset="-122"/>
                <a:hlinkClick r:id="rId3" action="ppaction://hlinksldjump"/>
              </a:rPr>
              <a:t>	</a:t>
            </a:r>
            <a:r>
              <a:rPr lang="zh-CN" altLang="en-US" sz="3733" dirty="0">
                <a:latin typeface="黑体" pitchFamily="49" charset="-122"/>
                <a:ea typeface="黑体" pitchFamily="49" charset="-122"/>
                <a:hlinkClick r:id="rId3" action="ppaction://hlinksldjump"/>
              </a:rPr>
              <a:t>天涯若比邻</a:t>
            </a:r>
            <a:r>
              <a:rPr lang="en-US" altLang="zh-CN" sz="3733" dirty="0">
                <a:latin typeface="黑体" pitchFamily="49" charset="-122"/>
                <a:ea typeface="黑体" pitchFamily="49" charset="-122"/>
                <a:hlinkClick r:id="rId3" action="ppaction://hlinksldjump"/>
              </a:rPr>
              <a:t>--</a:t>
            </a:r>
            <a:r>
              <a:rPr lang="zh-CN" altLang="en-US" sz="3733" dirty="0">
                <a:latin typeface="黑体" pitchFamily="49" charset="-122"/>
                <a:ea typeface="黑体" pitchFamily="49" charset="-122"/>
                <a:hlinkClick r:id="rId3" action="ppaction://hlinksldjump"/>
              </a:rPr>
              <a:t>互联网</a:t>
            </a:r>
            <a:endParaRPr lang="en-US" altLang="zh-CN" sz="3733" dirty="0">
              <a:latin typeface="黑体" pitchFamily="49" charset="-122"/>
              <a:ea typeface="黑体" pitchFamily="49" charset="-122"/>
            </a:endParaRPr>
          </a:p>
          <a:p>
            <a:r>
              <a:rPr lang="zh-CN" altLang="en-US" sz="3733" dirty="0">
                <a:latin typeface="黑体" pitchFamily="49" charset="-122"/>
                <a:ea typeface="黑体" pitchFamily="49" charset="-122"/>
                <a:hlinkClick r:id="rId4" action="ppaction://hlinksldjump"/>
              </a:rPr>
              <a:t>主题三</a:t>
            </a:r>
            <a:r>
              <a:rPr lang="en-US" altLang="zh-CN" sz="3733" dirty="0">
                <a:latin typeface="黑体" pitchFamily="49" charset="-122"/>
                <a:ea typeface="黑体" pitchFamily="49" charset="-122"/>
                <a:hlinkClick r:id="rId4" action="ppaction://hlinksldjump"/>
              </a:rPr>
              <a:t>	</a:t>
            </a:r>
            <a:r>
              <a:rPr lang="zh-CN" altLang="en-US" sz="3733" dirty="0">
                <a:latin typeface="黑体" pitchFamily="49" charset="-122"/>
                <a:ea typeface="黑体" pitchFamily="49" charset="-122"/>
                <a:hlinkClick r:id="rId4" action="ppaction://hlinksldjump"/>
              </a:rPr>
              <a:t>网络有风险</a:t>
            </a:r>
            <a:r>
              <a:rPr lang="en-US" altLang="zh-CN" sz="3733" dirty="0">
                <a:latin typeface="黑体" pitchFamily="49" charset="-122"/>
                <a:ea typeface="黑体" pitchFamily="49" charset="-122"/>
                <a:hlinkClick r:id="rId4" action="ppaction://hlinksldjump"/>
              </a:rPr>
              <a:t>--</a:t>
            </a:r>
            <a:r>
              <a:rPr lang="zh-CN" altLang="en-US" sz="3733" dirty="0">
                <a:latin typeface="黑体" pitchFamily="49" charset="-122"/>
                <a:ea typeface="黑体" pitchFamily="49" charset="-122"/>
                <a:hlinkClick r:id="rId4" action="ppaction://hlinksldjump"/>
              </a:rPr>
              <a:t>网络安全</a:t>
            </a:r>
            <a:endParaRPr lang="en-US" altLang="zh-CN" sz="3733" dirty="0">
              <a:latin typeface="黑体" pitchFamily="49" charset="-122"/>
              <a:ea typeface="黑体" pitchFamily="49" charset="-122"/>
            </a:endParaRPr>
          </a:p>
          <a:p>
            <a:r>
              <a:rPr lang="zh-CN" altLang="en-US" sz="3733" dirty="0">
                <a:latin typeface="黑体" pitchFamily="49" charset="-122"/>
                <a:ea typeface="黑体" pitchFamily="49" charset="-122"/>
                <a:hlinkClick r:id="rId5" action="ppaction://hlinksldjump"/>
              </a:rPr>
              <a:t>主题四</a:t>
            </a:r>
            <a:r>
              <a:rPr lang="en-US" altLang="zh-CN" sz="3733" dirty="0">
                <a:latin typeface="黑体" pitchFamily="49" charset="-122"/>
                <a:ea typeface="黑体" pitchFamily="49" charset="-122"/>
                <a:hlinkClick r:id="rId5" action="ppaction://hlinksldjump"/>
              </a:rPr>
              <a:t>	</a:t>
            </a:r>
            <a:r>
              <a:rPr lang="zh-CN" altLang="en-US" sz="3733" dirty="0">
                <a:latin typeface="黑体" pitchFamily="49" charset="-122"/>
                <a:ea typeface="黑体" pitchFamily="49" charset="-122"/>
                <a:hlinkClick r:id="rId5" action="ppaction://hlinksldjump"/>
              </a:rPr>
              <a:t>物联世界、感知天下</a:t>
            </a:r>
            <a:r>
              <a:rPr lang="en-US" altLang="zh-CN" sz="3733" dirty="0">
                <a:latin typeface="黑体" pitchFamily="49" charset="-122"/>
                <a:ea typeface="黑体" pitchFamily="49" charset="-122"/>
                <a:hlinkClick r:id="rId5" action="ppaction://hlinksldjump"/>
              </a:rPr>
              <a:t>--</a:t>
            </a:r>
            <a:r>
              <a:rPr lang="zh-CN" altLang="en-US" sz="3733" dirty="0">
                <a:latin typeface="黑体" pitchFamily="49" charset="-122"/>
                <a:ea typeface="黑体" pitchFamily="49" charset="-122"/>
                <a:hlinkClick r:id="rId5" action="ppaction://hlinksldjump"/>
              </a:rPr>
              <a:t>物联网</a:t>
            </a:r>
            <a:endParaRPr lang="en-US" altLang="zh-CN" sz="3733" dirty="0">
              <a:latin typeface="黑体" pitchFamily="49" charset="-122"/>
              <a:ea typeface="黑体" pitchFamily="49" charset="-122"/>
            </a:endParaRPr>
          </a:p>
          <a:p>
            <a:r>
              <a:rPr lang="zh-CN" altLang="en-US" sz="3733" dirty="0">
                <a:latin typeface="黑体" pitchFamily="49" charset="-122"/>
                <a:ea typeface="黑体" pitchFamily="49" charset="-122"/>
                <a:hlinkClick r:id="rId6" action="ppaction://hlinksldjump"/>
              </a:rPr>
              <a:t>主题五</a:t>
            </a:r>
            <a:r>
              <a:rPr lang="en-US" altLang="zh-CN" sz="3733" dirty="0">
                <a:latin typeface="黑体" pitchFamily="49" charset="-122"/>
                <a:ea typeface="黑体" pitchFamily="49" charset="-122"/>
                <a:hlinkClick r:id="rId6" action="ppaction://hlinksldjump"/>
              </a:rPr>
              <a:t>	</a:t>
            </a:r>
            <a:r>
              <a:rPr lang="zh-CN" altLang="en-US" sz="3733" dirty="0">
                <a:latin typeface="黑体" pitchFamily="49" charset="-122"/>
                <a:ea typeface="黑体" pitchFamily="49" charset="-122"/>
                <a:hlinkClick r:id="rId6" action="ppaction://hlinksldjump"/>
              </a:rPr>
              <a:t>风起云涌的网络计算</a:t>
            </a:r>
            <a:r>
              <a:rPr lang="en-US" altLang="zh-CN" sz="3733" dirty="0">
                <a:latin typeface="黑体" pitchFamily="49" charset="-122"/>
                <a:ea typeface="黑体" pitchFamily="49" charset="-122"/>
                <a:hlinkClick r:id="rId6" action="ppaction://hlinksldjump"/>
              </a:rPr>
              <a:t>--</a:t>
            </a:r>
            <a:r>
              <a:rPr lang="zh-CN" altLang="en-US" sz="3733" dirty="0">
                <a:latin typeface="黑体" pitchFamily="49" charset="-122"/>
                <a:ea typeface="黑体" pitchFamily="49" charset="-122"/>
                <a:hlinkClick r:id="rId6" action="ppaction://hlinksldjump"/>
              </a:rPr>
              <a:t>云计算</a:t>
            </a:r>
            <a:endParaRPr lang="zh-CN" altLang="en-US" sz="3733" dirty="0">
              <a:latin typeface="黑体" pitchFamily="49" charset="-122"/>
              <a:ea typeface="黑体" pitchFamily="49" charset="-122"/>
            </a:endParaRPr>
          </a:p>
        </p:txBody>
      </p:sp>
      <p:sp>
        <p:nvSpPr>
          <p:cNvPr id="5" name="TextBox 4"/>
          <p:cNvSpPr txBox="1"/>
          <p:nvPr/>
        </p:nvSpPr>
        <p:spPr>
          <a:xfrm>
            <a:off x="-30560" y="1"/>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 action="ppaction://hlinkshowjump?jump=firstslide"/>
              </a:rPr>
              <a:t></a:t>
            </a:r>
            <a:endParaRPr lang="zh-CN" altLang="en-US" sz="8000" dirty="0">
              <a:solidFill>
                <a:prstClr val="black"/>
              </a:solidFill>
              <a:latin typeface="Trebuchet MS"/>
              <a:ea typeface="方正姚体" panose="02010601030101010101" pitchFamily="2" charset="-122"/>
            </a:endParaRPr>
          </a:p>
        </p:txBody>
      </p:sp>
    </p:spTree>
    <p:extLst>
      <p:ext uri="{BB962C8B-B14F-4D97-AF65-F5344CB8AC3E}">
        <p14:creationId xmlns:p14="http://schemas.microsoft.com/office/powerpoint/2010/main" val="398928476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zh-CN" altLang="en-US" sz="4800" dirty="0"/>
              <a:t>主题三 网络有风险</a:t>
            </a:r>
            <a:r>
              <a:rPr lang="en-US" altLang="zh-CN" sz="4800" dirty="0"/>
              <a:t>--</a:t>
            </a:r>
            <a:r>
              <a:rPr lang="zh-CN" altLang="en-US" sz="4800" dirty="0"/>
              <a:t>网络安全</a:t>
            </a:r>
          </a:p>
        </p:txBody>
      </p:sp>
      <p:sp>
        <p:nvSpPr>
          <p:cNvPr id="2" name="内容占位符 1"/>
          <p:cNvSpPr>
            <a:spLocks noGrp="1"/>
          </p:cNvSpPr>
          <p:nvPr>
            <p:ph idx="1"/>
          </p:nvPr>
        </p:nvSpPr>
        <p:spPr/>
        <p:txBody>
          <a:bodyPr>
            <a:normAutofit/>
          </a:bodyPr>
          <a:lstStyle/>
          <a:p>
            <a:pPr>
              <a:lnSpc>
                <a:spcPct val="150000"/>
              </a:lnSpc>
              <a:spcBef>
                <a:spcPts val="0"/>
              </a:spcBef>
            </a:pPr>
            <a:r>
              <a:rPr lang="zh-CN" altLang="zh-CN" sz="3733" dirty="0">
                <a:latin typeface="黑体" pitchFamily="49" charset="-122"/>
                <a:ea typeface="黑体" pitchFamily="49" charset="-122"/>
              </a:rPr>
              <a:t>什么是网络安全</a:t>
            </a:r>
            <a:endParaRPr lang="en-US" altLang="zh-CN" sz="3733" dirty="0">
              <a:latin typeface="黑体" pitchFamily="49" charset="-122"/>
              <a:ea typeface="黑体" pitchFamily="49" charset="-122"/>
            </a:endParaRPr>
          </a:p>
          <a:p>
            <a:r>
              <a:rPr lang="zh-CN" altLang="zh-CN" sz="3733" dirty="0">
                <a:latin typeface="黑体" pitchFamily="49" charset="-122"/>
                <a:ea typeface="黑体" pitchFamily="49" charset="-122"/>
              </a:rPr>
              <a:t>网络安全技术</a:t>
            </a:r>
            <a:endParaRPr lang="en-US" altLang="zh-CN" sz="3733" dirty="0">
              <a:latin typeface="黑体" pitchFamily="49" charset="-122"/>
              <a:ea typeface="黑体" pitchFamily="49" charset="-122"/>
            </a:endParaRPr>
          </a:p>
        </p:txBody>
      </p:sp>
      <p:sp>
        <p:nvSpPr>
          <p:cNvPr id="5" name="TextBox 4"/>
          <p:cNvSpPr txBox="1"/>
          <p:nvPr/>
        </p:nvSpPr>
        <p:spPr>
          <a:xfrm>
            <a:off x="0" y="-170"/>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2" action="ppaction://hlinksldjump"/>
              </a:rPr>
              <a:t></a:t>
            </a:r>
            <a:endParaRPr lang="zh-CN" altLang="en-US" sz="8000" dirty="0">
              <a:solidFill>
                <a:prstClr val="black"/>
              </a:solidFill>
              <a:latin typeface="Trebuchet MS"/>
              <a:ea typeface="方正姚体" panose="02010601030101010101" pitchFamily="2" charset="-122"/>
            </a:endParaRPr>
          </a:p>
        </p:txBody>
      </p:sp>
    </p:spTree>
    <p:extLst>
      <p:ext uri="{BB962C8B-B14F-4D97-AF65-F5344CB8AC3E}">
        <p14:creationId xmlns:p14="http://schemas.microsoft.com/office/powerpoint/2010/main" val="394901652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04354" name="Rectangle 2"/>
          <p:cNvSpPr>
            <a:spLocks noGrp="1" noChangeArrowheads="1"/>
          </p:cNvSpPr>
          <p:nvPr>
            <p:ph type="title"/>
          </p:nvPr>
        </p:nvSpPr>
        <p:spPr>
          <a:xfrm>
            <a:off x="1295467" y="260648"/>
            <a:ext cx="8955616" cy="864096"/>
          </a:xfrm>
        </p:spPr>
        <p:txBody>
          <a:bodyPr>
            <a:noAutofit/>
          </a:bodyPr>
          <a:lstStyle/>
          <a:p>
            <a:pPr>
              <a:lnSpc>
                <a:spcPct val="150000"/>
              </a:lnSpc>
              <a:spcBef>
                <a:spcPts val="0"/>
              </a:spcBef>
            </a:pPr>
            <a:r>
              <a:rPr lang="zh-CN" altLang="zh-CN" sz="4800" dirty="0"/>
              <a:t>什么是网络安全</a:t>
            </a:r>
            <a:endParaRPr lang="en-US" altLang="zh-CN" sz="4800" dirty="0"/>
          </a:p>
        </p:txBody>
      </p:sp>
      <p:sp>
        <p:nvSpPr>
          <p:cNvPr id="2404355" name="Rectangle 3"/>
          <p:cNvSpPr>
            <a:spLocks noGrp="1" noChangeArrowheads="1"/>
          </p:cNvSpPr>
          <p:nvPr>
            <p:ph type="body" sz="half" idx="1"/>
          </p:nvPr>
        </p:nvSpPr>
        <p:spPr>
          <a:xfrm>
            <a:off x="335360" y="1700809"/>
            <a:ext cx="7104789" cy="4032447"/>
          </a:xfrm>
        </p:spPr>
        <p:txBody>
          <a:bodyPr>
            <a:normAutofit/>
          </a:bodyPr>
          <a:lstStyle/>
          <a:p>
            <a:pPr>
              <a:lnSpc>
                <a:spcPct val="150000"/>
              </a:lnSpc>
            </a:pPr>
            <a:r>
              <a:rPr lang="zh-CN" altLang="en-US" sz="3200" dirty="0">
                <a:sym typeface="Perpetua" pitchFamily="18" charset="0"/>
              </a:rPr>
              <a:t>定义：</a:t>
            </a:r>
            <a:r>
              <a:rPr lang="zh-CN" altLang="zh-CN" sz="2400" dirty="0">
                <a:latin typeface="华文楷体" pitchFamily="2" charset="-122"/>
                <a:ea typeface="华文楷体" pitchFamily="2" charset="-122"/>
              </a:rPr>
              <a:t>网络安全是指网络系统的硬件、软件及其系统中的数据受到保护，不因偶然的或者恶意的原因而遭受到破坏、更改、泄露，系统连续可靠正常地运行，网络服务不中断</a:t>
            </a:r>
            <a:endParaRPr lang="en-US" altLang="zh-CN" sz="3200" dirty="0"/>
          </a:p>
        </p:txBody>
      </p:sp>
      <p:sp>
        <p:nvSpPr>
          <p:cNvPr id="5" name="TextBox 4"/>
          <p:cNvSpPr txBox="1"/>
          <p:nvPr/>
        </p:nvSpPr>
        <p:spPr>
          <a:xfrm>
            <a:off x="-30291" y="5736"/>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3" action="ppaction://hlinksldjump"/>
              </a:rPr>
              <a:t></a:t>
            </a:r>
            <a:endParaRPr lang="zh-CN" altLang="en-US" sz="8000" dirty="0">
              <a:solidFill>
                <a:prstClr val="black"/>
              </a:solidFill>
              <a:latin typeface="Trebuchet MS"/>
              <a:ea typeface="方正姚体" panose="02010601030101010101" pitchFamily="2" charset="-122"/>
            </a:endParaRPr>
          </a:p>
        </p:txBody>
      </p:sp>
      <p:sp>
        <p:nvSpPr>
          <p:cNvPr id="186372" name="Rectangle 4"/>
          <p:cNvSpPr>
            <a:spLocks noChangeArrowheads="1"/>
          </p:cNvSpPr>
          <p:nvPr/>
        </p:nvSpPr>
        <p:spPr bwMode="auto">
          <a:xfrm>
            <a:off x="1" y="-246220"/>
            <a:ext cx="246286" cy="492443"/>
          </a:xfrm>
          <a:prstGeom prst="rect">
            <a:avLst/>
          </a:prstGeom>
          <a:noFill/>
          <a:ln w="9525">
            <a:noFill/>
            <a:miter lim="800000"/>
            <a:headEnd/>
            <a:tailEnd/>
          </a:ln>
          <a:effectLst/>
        </p:spPr>
        <p:txBody>
          <a:bodyPr vert="horz" wrap="none" lIns="121920" tIns="60960" rIns="121920" bIns="60960" numCol="1" anchor="ctr" anchorCtr="0" compatLnSpc="1">
            <a:prstTxWarp prst="textNoShape">
              <a:avLst/>
            </a:prstTxWarp>
            <a:spAutoFit/>
          </a:bodyPr>
          <a:lstStyle/>
          <a:p>
            <a:pPr defTabSz="1219170"/>
            <a:endParaRPr lang="zh-CN" altLang="en-US" sz="2400">
              <a:solidFill>
                <a:prstClr val="black"/>
              </a:solidFill>
              <a:latin typeface="Trebuchet MS"/>
              <a:ea typeface="方正姚体" panose="02010601030101010101" pitchFamily="2" charset="-122"/>
            </a:endParaRPr>
          </a:p>
        </p:txBody>
      </p:sp>
      <p:pic>
        <p:nvPicPr>
          <p:cNvPr id="17" name="图片 16" descr="http://upload.wikimedia.org/wikipedia/zh/f/f8/Internet_dog.jpg"/>
          <p:cNvPicPr/>
          <p:nvPr/>
        </p:nvPicPr>
        <p:blipFill>
          <a:blip r:embed="rId4" cstate="print"/>
          <a:stretch>
            <a:fillRect/>
          </a:stretch>
        </p:blipFill>
        <p:spPr bwMode="auto">
          <a:xfrm>
            <a:off x="7824192" y="1700809"/>
            <a:ext cx="3810000" cy="4254500"/>
          </a:xfrm>
          <a:prstGeom prst="rect">
            <a:avLst/>
          </a:prstGeom>
          <a:noFill/>
          <a:ln>
            <a:noFill/>
          </a:ln>
        </p:spPr>
      </p:pic>
    </p:spTree>
    <p:extLst>
      <p:ext uri="{BB962C8B-B14F-4D97-AF65-F5344CB8AC3E}">
        <p14:creationId xmlns:p14="http://schemas.microsoft.com/office/powerpoint/2010/main" val="224489766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04354" name="Rectangle 2"/>
          <p:cNvSpPr>
            <a:spLocks noGrp="1" noChangeArrowheads="1"/>
          </p:cNvSpPr>
          <p:nvPr>
            <p:ph type="title"/>
          </p:nvPr>
        </p:nvSpPr>
        <p:spPr>
          <a:xfrm>
            <a:off x="1295467" y="260648"/>
            <a:ext cx="8955616" cy="864096"/>
          </a:xfrm>
        </p:spPr>
        <p:txBody>
          <a:bodyPr>
            <a:noAutofit/>
          </a:bodyPr>
          <a:lstStyle/>
          <a:p>
            <a:pPr>
              <a:lnSpc>
                <a:spcPct val="150000"/>
              </a:lnSpc>
              <a:spcBef>
                <a:spcPts val="0"/>
              </a:spcBef>
            </a:pPr>
            <a:r>
              <a:rPr lang="zh-CN" altLang="zh-CN" sz="4800" dirty="0"/>
              <a:t>什么是网络安全</a:t>
            </a:r>
            <a:endParaRPr lang="en-US" altLang="zh-CN" sz="4800" dirty="0"/>
          </a:p>
        </p:txBody>
      </p:sp>
      <p:sp>
        <p:nvSpPr>
          <p:cNvPr id="2404355" name="Rectangle 3"/>
          <p:cNvSpPr>
            <a:spLocks noGrp="1" noChangeArrowheads="1"/>
          </p:cNvSpPr>
          <p:nvPr>
            <p:ph type="body" sz="half" idx="1"/>
          </p:nvPr>
        </p:nvSpPr>
        <p:spPr>
          <a:xfrm>
            <a:off x="335360" y="1700809"/>
            <a:ext cx="8832981" cy="4032447"/>
          </a:xfrm>
        </p:spPr>
        <p:txBody>
          <a:bodyPr>
            <a:normAutofit/>
          </a:bodyPr>
          <a:lstStyle/>
          <a:p>
            <a:pPr>
              <a:lnSpc>
                <a:spcPct val="150000"/>
              </a:lnSpc>
            </a:pPr>
            <a:r>
              <a:rPr lang="zh-CN" altLang="zh-CN" sz="3200" dirty="0"/>
              <a:t>网络安全面临的威胁</a:t>
            </a:r>
            <a:r>
              <a:rPr lang="zh-CN" altLang="en-US" sz="3200" dirty="0">
                <a:sym typeface="Perpetua" pitchFamily="18" charset="0"/>
              </a:rPr>
              <a:t>：</a:t>
            </a:r>
            <a:endParaRPr lang="en-US" altLang="zh-CN" sz="3200" dirty="0">
              <a:sym typeface="Perpetua" pitchFamily="18" charset="0"/>
            </a:endParaRPr>
          </a:p>
          <a:p>
            <a:pPr lvl="1"/>
            <a:r>
              <a:rPr lang="zh-CN" altLang="zh-CN" sz="2667" dirty="0">
                <a:solidFill>
                  <a:srgbClr val="C00000"/>
                </a:solidFill>
              </a:rPr>
              <a:t>无意失误</a:t>
            </a:r>
            <a:r>
              <a:rPr lang="en-US" altLang="zh-CN" sz="2667" dirty="0">
                <a:solidFill>
                  <a:srgbClr val="C00000"/>
                </a:solidFill>
              </a:rPr>
              <a:t>:</a:t>
            </a:r>
            <a:r>
              <a:rPr lang="zh-CN" altLang="zh-CN" sz="2667" dirty="0"/>
              <a:t>操作人员安全配置不当造成的安全漏洞</a:t>
            </a:r>
            <a:r>
              <a:rPr lang="zh-CN" altLang="en-US" sz="2667" dirty="0"/>
              <a:t>；</a:t>
            </a:r>
            <a:endParaRPr lang="en-US" altLang="zh-CN" sz="2667" dirty="0">
              <a:solidFill>
                <a:srgbClr val="C00000"/>
              </a:solidFill>
            </a:endParaRPr>
          </a:p>
          <a:p>
            <a:pPr lvl="1"/>
            <a:r>
              <a:rPr lang="zh-CN" altLang="zh-CN" sz="2667" dirty="0">
                <a:solidFill>
                  <a:srgbClr val="C00000"/>
                </a:solidFill>
              </a:rPr>
              <a:t>恶意攻击</a:t>
            </a:r>
            <a:r>
              <a:rPr lang="en-US" altLang="zh-CN" sz="2667" dirty="0">
                <a:solidFill>
                  <a:srgbClr val="C00000"/>
                </a:solidFill>
              </a:rPr>
              <a:t>: </a:t>
            </a:r>
            <a:r>
              <a:rPr lang="zh-CN" altLang="zh-CN" sz="2667" dirty="0"/>
              <a:t>大致存在中断攻击、窃取攻击、劫持攻击、假冒攻击等四类网络攻击</a:t>
            </a:r>
            <a:r>
              <a:rPr lang="zh-CN" altLang="en-US" sz="2667" dirty="0"/>
              <a:t>。</a:t>
            </a:r>
            <a:endParaRPr lang="zh-CN" altLang="zh-CN" sz="2667" dirty="0"/>
          </a:p>
        </p:txBody>
      </p:sp>
      <p:sp>
        <p:nvSpPr>
          <p:cNvPr id="5" name="TextBox 4"/>
          <p:cNvSpPr txBox="1"/>
          <p:nvPr/>
        </p:nvSpPr>
        <p:spPr>
          <a:xfrm>
            <a:off x="-30291" y="5736"/>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3" action="ppaction://hlinksldjump"/>
              </a:rPr>
              <a:t></a:t>
            </a:r>
            <a:endParaRPr lang="zh-CN" altLang="en-US" sz="8000" dirty="0">
              <a:solidFill>
                <a:prstClr val="black"/>
              </a:solidFill>
              <a:latin typeface="Trebuchet MS"/>
              <a:ea typeface="方正姚体" panose="02010601030101010101" pitchFamily="2" charset="-122"/>
            </a:endParaRPr>
          </a:p>
        </p:txBody>
      </p:sp>
      <p:sp>
        <p:nvSpPr>
          <p:cNvPr id="186372" name="Rectangle 4"/>
          <p:cNvSpPr>
            <a:spLocks noChangeArrowheads="1"/>
          </p:cNvSpPr>
          <p:nvPr/>
        </p:nvSpPr>
        <p:spPr bwMode="auto">
          <a:xfrm>
            <a:off x="1" y="-246220"/>
            <a:ext cx="246286" cy="492443"/>
          </a:xfrm>
          <a:prstGeom prst="rect">
            <a:avLst/>
          </a:prstGeom>
          <a:noFill/>
          <a:ln w="9525">
            <a:noFill/>
            <a:miter lim="800000"/>
            <a:headEnd/>
            <a:tailEnd/>
          </a:ln>
          <a:effectLst/>
        </p:spPr>
        <p:txBody>
          <a:bodyPr vert="horz" wrap="none" lIns="121920" tIns="60960" rIns="121920" bIns="60960" numCol="1" anchor="ctr" anchorCtr="0" compatLnSpc="1">
            <a:prstTxWarp prst="textNoShape">
              <a:avLst/>
            </a:prstTxWarp>
            <a:spAutoFit/>
          </a:bodyPr>
          <a:lstStyle/>
          <a:p>
            <a:pPr defTabSz="1219170"/>
            <a:endParaRPr lang="zh-CN" altLang="en-US" sz="2400">
              <a:solidFill>
                <a:prstClr val="black"/>
              </a:solidFill>
              <a:latin typeface="Trebuchet MS"/>
              <a:ea typeface="方正姚体" panose="02010601030101010101" pitchFamily="2" charset="-122"/>
            </a:endParaRPr>
          </a:p>
        </p:txBody>
      </p:sp>
    </p:spTree>
    <p:extLst>
      <p:ext uri="{BB962C8B-B14F-4D97-AF65-F5344CB8AC3E}">
        <p14:creationId xmlns:p14="http://schemas.microsoft.com/office/powerpoint/2010/main" val="364860250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04354" name="Rectangle 2"/>
          <p:cNvSpPr>
            <a:spLocks noGrp="1" noChangeArrowheads="1"/>
          </p:cNvSpPr>
          <p:nvPr>
            <p:ph type="title"/>
          </p:nvPr>
        </p:nvSpPr>
        <p:spPr>
          <a:xfrm>
            <a:off x="1295467" y="260648"/>
            <a:ext cx="8955616" cy="864096"/>
          </a:xfrm>
        </p:spPr>
        <p:txBody>
          <a:bodyPr>
            <a:noAutofit/>
          </a:bodyPr>
          <a:lstStyle/>
          <a:p>
            <a:pPr>
              <a:lnSpc>
                <a:spcPct val="150000"/>
              </a:lnSpc>
              <a:spcBef>
                <a:spcPts val="0"/>
              </a:spcBef>
            </a:pPr>
            <a:r>
              <a:rPr lang="zh-CN" altLang="zh-CN" sz="4800" dirty="0"/>
              <a:t>什么是网络安全</a:t>
            </a:r>
            <a:endParaRPr lang="en-US" altLang="zh-CN" sz="4800" dirty="0"/>
          </a:p>
        </p:txBody>
      </p:sp>
      <p:sp>
        <p:nvSpPr>
          <p:cNvPr id="2404355" name="Rectangle 3"/>
          <p:cNvSpPr>
            <a:spLocks noGrp="1" noChangeArrowheads="1"/>
          </p:cNvSpPr>
          <p:nvPr>
            <p:ph type="body" sz="half" idx="1"/>
          </p:nvPr>
        </p:nvSpPr>
        <p:spPr>
          <a:xfrm>
            <a:off x="335360" y="1700809"/>
            <a:ext cx="8832981" cy="4032447"/>
          </a:xfrm>
        </p:spPr>
        <p:txBody>
          <a:bodyPr>
            <a:normAutofit/>
          </a:bodyPr>
          <a:lstStyle/>
          <a:p>
            <a:pPr>
              <a:lnSpc>
                <a:spcPct val="150000"/>
              </a:lnSpc>
            </a:pPr>
            <a:r>
              <a:rPr lang="zh-CN" altLang="zh-CN" sz="3200" dirty="0"/>
              <a:t>网络安全的基本需求</a:t>
            </a:r>
            <a:r>
              <a:rPr lang="zh-CN" altLang="en-US" sz="3200" dirty="0">
                <a:sym typeface="Perpetua" pitchFamily="18" charset="0"/>
              </a:rPr>
              <a:t>：</a:t>
            </a:r>
            <a:endParaRPr lang="en-US" altLang="zh-CN" sz="3200" dirty="0">
              <a:sym typeface="Perpetua" pitchFamily="18" charset="0"/>
            </a:endParaRPr>
          </a:p>
          <a:p>
            <a:pPr lvl="1"/>
            <a:r>
              <a:rPr lang="zh-CN" altLang="zh-CN" sz="2667" dirty="0">
                <a:solidFill>
                  <a:srgbClr val="C00000"/>
                </a:solidFill>
              </a:rPr>
              <a:t>可用性</a:t>
            </a:r>
            <a:r>
              <a:rPr lang="en-US" altLang="zh-CN" sz="2667" dirty="0">
                <a:solidFill>
                  <a:srgbClr val="C00000"/>
                </a:solidFill>
              </a:rPr>
              <a:t>:</a:t>
            </a:r>
            <a:r>
              <a:rPr lang="zh-CN" altLang="zh-CN" sz="2667" dirty="0"/>
              <a:t>网络信息可被授权实体访问并按需求使用的特性</a:t>
            </a:r>
            <a:r>
              <a:rPr lang="zh-CN" altLang="en-US" sz="2667" dirty="0"/>
              <a:t>；</a:t>
            </a:r>
            <a:endParaRPr lang="en-US" altLang="zh-CN" sz="2667" dirty="0">
              <a:solidFill>
                <a:srgbClr val="C00000"/>
              </a:solidFill>
            </a:endParaRPr>
          </a:p>
          <a:p>
            <a:pPr lvl="1"/>
            <a:r>
              <a:rPr lang="zh-CN" altLang="zh-CN" sz="2667" dirty="0">
                <a:solidFill>
                  <a:srgbClr val="C00000"/>
                </a:solidFill>
              </a:rPr>
              <a:t>完整性</a:t>
            </a:r>
            <a:r>
              <a:rPr lang="en-US" altLang="zh-CN" sz="2667" dirty="0">
                <a:solidFill>
                  <a:srgbClr val="C00000"/>
                </a:solidFill>
              </a:rPr>
              <a:t>:</a:t>
            </a:r>
            <a:r>
              <a:rPr lang="zh-CN" altLang="zh-CN" sz="2667" dirty="0"/>
              <a:t>网络信息未经授权不能进行改变的特性</a:t>
            </a:r>
          </a:p>
          <a:p>
            <a:pPr lvl="1"/>
            <a:r>
              <a:rPr lang="zh-CN" altLang="zh-CN" sz="2667" dirty="0">
                <a:solidFill>
                  <a:srgbClr val="C00000"/>
                </a:solidFill>
              </a:rPr>
              <a:t>保密性</a:t>
            </a:r>
            <a:r>
              <a:rPr lang="en-US" altLang="zh-CN" sz="2667" dirty="0">
                <a:solidFill>
                  <a:srgbClr val="C00000"/>
                </a:solidFill>
              </a:rPr>
              <a:t>:</a:t>
            </a:r>
            <a:r>
              <a:rPr lang="zh-CN" altLang="zh-CN" sz="2667" dirty="0"/>
              <a:t>防止信息泄漏给非授权个人或实体</a:t>
            </a:r>
            <a:r>
              <a:rPr lang="zh-CN" altLang="en-US" sz="2667" dirty="0"/>
              <a:t>；</a:t>
            </a:r>
            <a:endParaRPr lang="zh-CN" altLang="zh-CN" sz="2667" dirty="0"/>
          </a:p>
          <a:p>
            <a:pPr lvl="1"/>
            <a:r>
              <a:rPr lang="zh-CN" altLang="zh-CN" sz="2667" dirty="0">
                <a:solidFill>
                  <a:srgbClr val="C00000"/>
                </a:solidFill>
              </a:rPr>
              <a:t>不可抵赖性</a:t>
            </a:r>
            <a:r>
              <a:rPr lang="en-US" altLang="zh-CN" sz="2667" dirty="0">
                <a:solidFill>
                  <a:srgbClr val="C00000"/>
                </a:solidFill>
              </a:rPr>
              <a:t>:</a:t>
            </a:r>
            <a:r>
              <a:rPr lang="zh-CN" altLang="zh-CN" sz="2667" dirty="0"/>
              <a:t>所有参与者都不可能否认或抵赖曾经完成的操作和承诺</a:t>
            </a:r>
            <a:r>
              <a:rPr lang="zh-CN" altLang="en-US" sz="2667" dirty="0"/>
              <a:t>。</a:t>
            </a:r>
            <a:endParaRPr lang="zh-CN" altLang="zh-CN" sz="2667" dirty="0"/>
          </a:p>
        </p:txBody>
      </p:sp>
      <p:sp>
        <p:nvSpPr>
          <p:cNvPr id="5" name="TextBox 4"/>
          <p:cNvSpPr txBox="1"/>
          <p:nvPr/>
        </p:nvSpPr>
        <p:spPr>
          <a:xfrm>
            <a:off x="-30291" y="5736"/>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3" action="ppaction://hlinksldjump"/>
              </a:rPr>
              <a:t></a:t>
            </a:r>
            <a:endParaRPr lang="zh-CN" altLang="en-US" sz="8000" dirty="0">
              <a:solidFill>
                <a:prstClr val="black"/>
              </a:solidFill>
              <a:latin typeface="Trebuchet MS"/>
              <a:ea typeface="方正姚体" panose="02010601030101010101" pitchFamily="2" charset="-122"/>
            </a:endParaRPr>
          </a:p>
        </p:txBody>
      </p:sp>
      <p:sp>
        <p:nvSpPr>
          <p:cNvPr id="186372" name="Rectangle 4"/>
          <p:cNvSpPr>
            <a:spLocks noChangeArrowheads="1"/>
          </p:cNvSpPr>
          <p:nvPr/>
        </p:nvSpPr>
        <p:spPr bwMode="auto">
          <a:xfrm>
            <a:off x="1" y="-246220"/>
            <a:ext cx="246286" cy="492443"/>
          </a:xfrm>
          <a:prstGeom prst="rect">
            <a:avLst/>
          </a:prstGeom>
          <a:noFill/>
          <a:ln w="9525">
            <a:noFill/>
            <a:miter lim="800000"/>
            <a:headEnd/>
            <a:tailEnd/>
          </a:ln>
          <a:effectLst/>
        </p:spPr>
        <p:txBody>
          <a:bodyPr vert="horz" wrap="none" lIns="121920" tIns="60960" rIns="121920" bIns="60960" numCol="1" anchor="ctr" anchorCtr="0" compatLnSpc="1">
            <a:prstTxWarp prst="textNoShape">
              <a:avLst/>
            </a:prstTxWarp>
            <a:spAutoFit/>
          </a:bodyPr>
          <a:lstStyle/>
          <a:p>
            <a:pPr defTabSz="1219170"/>
            <a:endParaRPr lang="zh-CN" altLang="en-US" sz="2400">
              <a:solidFill>
                <a:prstClr val="black"/>
              </a:solidFill>
              <a:latin typeface="Trebuchet MS"/>
              <a:ea typeface="方正姚体" panose="02010601030101010101" pitchFamily="2" charset="-122"/>
            </a:endParaRPr>
          </a:p>
        </p:txBody>
      </p:sp>
    </p:spTree>
    <p:extLst>
      <p:ext uri="{BB962C8B-B14F-4D97-AF65-F5344CB8AC3E}">
        <p14:creationId xmlns:p14="http://schemas.microsoft.com/office/powerpoint/2010/main" val="421031021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zh-CN" altLang="en-US" sz="4800" dirty="0"/>
              <a:t>主题三 网络有风险</a:t>
            </a:r>
            <a:r>
              <a:rPr lang="en-US" altLang="zh-CN" sz="4800" dirty="0"/>
              <a:t>--</a:t>
            </a:r>
            <a:r>
              <a:rPr lang="zh-CN" altLang="en-US" sz="4800" dirty="0"/>
              <a:t>网络安全</a:t>
            </a:r>
          </a:p>
        </p:txBody>
      </p:sp>
      <p:sp>
        <p:nvSpPr>
          <p:cNvPr id="2" name="内容占位符 1"/>
          <p:cNvSpPr>
            <a:spLocks noGrp="1"/>
          </p:cNvSpPr>
          <p:nvPr>
            <p:ph idx="1"/>
          </p:nvPr>
        </p:nvSpPr>
        <p:spPr/>
        <p:txBody>
          <a:bodyPr>
            <a:normAutofit/>
          </a:bodyPr>
          <a:lstStyle/>
          <a:p>
            <a:pPr>
              <a:lnSpc>
                <a:spcPct val="150000"/>
              </a:lnSpc>
              <a:spcBef>
                <a:spcPts val="0"/>
              </a:spcBef>
            </a:pPr>
            <a:r>
              <a:rPr lang="zh-CN" altLang="zh-CN" sz="3733" dirty="0">
                <a:latin typeface="黑体" pitchFamily="49" charset="-122"/>
                <a:ea typeface="黑体" pitchFamily="49" charset="-122"/>
              </a:rPr>
              <a:t>什么是网络安全</a:t>
            </a:r>
            <a:endParaRPr lang="en-US" altLang="zh-CN" sz="3733" dirty="0">
              <a:latin typeface="黑体" pitchFamily="49" charset="-122"/>
              <a:ea typeface="黑体" pitchFamily="49" charset="-122"/>
            </a:endParaRPr>
          </a:p>
          <a:p>
            <a:r>
              <a:rPr lang="zh-CN" altLang="zh-CN" sz="3733" dirty="0">
                <a:latin typeface="黑体" pitchFamily="49" charset="-122"/>
                <a:ea typeface="黑体" pitchFamily="49" charset="-122"/>
              </a:rPr>
              <a:t>网络安全技术</a:t>
            </a:r>
            <a:endParaRPr lang="en-US" altLang="zh-CN" sz="3733" dirty="0">
              <a:latin typeface="黑体" pitchFamily="49" charset="-122"/>
              <a:ea typeface="黑体" pitchFamily="49" charset="-122"/>
            </a:endParaRPr>
          </a:p>
        </p:txBody>
      </p:sp>
      <p:sp>
        <p:nvSpPr>
          <p:cNvPr id="5" name="TextBox 4"/>
          <p:cNvSpPr txBox="1"/>
          <p:nvPr/>
        </p:nvSpPr>
        <p:spPr>
          <a:xfrm>
            <a:off x="0" y="-170"/>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2" action="ppaction://hlinksldjump"/>
              </a:rPr>
              <a:t></a:t>
            </a:r>
            <a:endParaRPr lang="zh-CN" altLang="en-US" sz="8000" dirty="0">
              <a:solidFill>
                <a:prstClr val="black"/>
              </a:solidFill>
              <a:latin typeface="Trebuchet MS"/>
              <a:ea typeface="方正姚体" panose="02010601030101010101" pitchFamily="2" charset="-122"/>
            </a:endParaRPr>
          </a:p>
        </p:txBody>
      </p:sp>
    </p:spTree>
    <p:extLst>
      <p:ext uri="{BB962C8B-B14F-4D97-AF65-F5344CB8AC3E}">
        <p14:creationId xmlns:p14="http://schemas.microsoft.com/office/powerpoint/2010/main" val="1339236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04354" name="Rectangle 2"/>
          <p:cNvSpPr>
            <a:spLocks noGrp="1" noChangeArrowheads="1"/>
          </p:cNvSpPr>
          <p:nvPr>
            <p:ph type="title"/>
          </p:nvPr>
        </p:nvSpPr>
        <p:spPr>
          <a:xfrm>
            <a:off x="1295467" y="260648"/>
            <a:ext cx="8955616" cy="864096"/>
          </a:xfrm>
        </p:spPr>
        <p:txBody>
          <a:bodyPr>
            <a:noAutofit/>
          </a:bodyPr>
          <a:lstStyle/>
          <a:p>
            <a:pPr>
              <a:lnSpc>
                <a:spcPct val="150000"/>
              </a:lnSpc>
              <a:spcBef>
                <a:spcPts val="0"/>
              </a:spcBef>
            </a:pPr>
            <a:r>
              <a:rPr lang="zh-CN" altLang="zh-CN" sz="4800" dirty="0"/>
              <a:t>网络安全技术</a:t>
            </a:r>
            <a:endParaRPr lang="en-US" altLang="zh-CN" sz="4800" dirty="0"/>
          </a:p>
        </p:txBody>
      </p:sp>
      <p:sp>
        <p:nvSpPr>
          <p:cNvPr id="2404355" name="Rectangle 3"/>
          <p:cNvSpPr>
            <a:spLocks noGrp="1" noChangeArrowheads="1"/>
          </p:cNvSpPr>
          <p:nvPr>
            <p:ph type="body" sz="half" idx="1"/>
          </p:nvPr>
        </p:nvSpPr>
        <p:spPr>
          <a:xfrm>
            <a:off x="335360" y="1700809"/>
            <a:ext cx="8832981" cy="4032447"/>
          </a:xfrm>
        </p:spPr>
        <p:txBody>
          <a:bodyPr>
            <a:normAutofit/>
          </a:bodyPr>
          <a:lstStyle/>
          <a:p>
            <a:pPr>
              <a:lnSpc>
                <a:spcPct val="150000"/>
              </a:lnSpc>
            </a:pPr>
            <a:r>
              <a:rPr lang="zh-CN" altLang="zh-CN" sz="3200" dirty="0"/>
              <a:t>数据加密技术</a:t>
            </a:r>
            <a:r>
              <a:rPr lang="zh-CN" altLang="en-US" sz="3200" dirty="0">
                <a:sym typeface="Perpetua" pitchFamily="18" charset="0"/>
              </a:rPr>
              <a:t>：</a:t>
            </a:r>
            <a:endParaRPr lang="en-US" altLang="zh-CN" sz="3200" dirty="0">
              <a:sym typeface="Perpetua" pitchFamily="18" charset="0"/>
            </a:endParaRPr>
          </a:p>
        </p:txBody>
      </p:sp>
      <p:sp>
        <p:nvSpPr>
          <p:cNvPr id="5" name="TextBox 4"/>
          <p:cNvSpPr txBox="1"/>
          <p:nvPr/>
        </p:nvSpPr>
        <p:spPr>
          <a:xfrm>
            <a:off x="-30291" y="5736"/>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3" action="ppaction://hlinksldjump"/>
              </a:rPr>
              <a:t></a:t>
            </a:r>
            <a:endParaRPr lang="zh-CN" altLang="en-US" sz="8000" dirty="0">
              <a:solidFill>
                <a:prstClr val="black"/>
              </a:solidFill>
              <a:latin typeface="Trebuchet MS"/>
              <a:ea typeface="方正姚体" panose="02010601030101010101" pitchFamily="2" charset="-122"/>
            </a:endParaRPr>
          </a:p>
        </p:txBody>
      </p:sp>
      <p:sp>
        <p:nvSpPr>
          <p:cNvPr id="186372" name="Rectangle 4"/>
          <p:cNvSpPr>
            <a:spLocks noChangeArrowheads="1"/>
          </p:cNvSpPr>
          <p:nvPr/>
        </p:nvSpPr>
        <p:spPr bwMode="auto">
          <a:xfrm>
            <a:off x="1" y="-246220"/>
            <a:ext cx="246286" cy="492443"/>
          </a:xfrm>
          <a:prstGeom prst="rect">
            <a:avLst/>
          </a:prstGeom>
          <a:noFill/>
          <a:ln w="9525">
            <a:noFill/>
            <a:miter lim="800000"/>
            <a:headEnd/>
            <a:tailEnd/>
          </a:ln>
          <a:effectLst/>
        </p:spPr>
        <p:txBody>
          <a:bodyPr vert="horz" wrap="none" lIns="121920" tIns="60960" rIns="121920" bIns="60960" numCol="1" anchor="ctr" anchorCtr="0" compatLnSpc="1">
            <a:prstTxWarp prst="textNoShape">
              <a:avLst/>
            </a:prstTxWarp>
            <a:spAutoFit/>
          </a:bodyPr>
          <a:lstStyle/>
          <a:p>
            <a:pPr defTabSz="1219170"/>
            <a:endParaRPr lang="zh-CN" altLang="en-US" sz="2400">
              <a:solidFill>
                <a:prstClr val="black"/>
              </a:solidFill>
              <a:latin typeface="Trebuchet MS"/>
              <a:ea typeface="方正姚体" panose="02010601030101010101" pitchFamily="2" charset="-122"/>
            </a:endParaRPr>
          </a:p>
        </p:txBody>
      </p:sp>
      <p:pic>
        <p:nvPicPr>
          <p:cNvPr id="6" name="图片 5"/>
          <p:cNvPicPr/>
          <p:nvPr/>
        </p:nvPicPr>
        <p:blipFill>
          <a:blip r:embed="rId4" cstate="print"/>
          <a:stretch>
            <a:fillRect/>
          </a:stretch>
        </p:blipFill>
        <p:spPr bwMode="auto">
          <a:xfrm>
            <a:off x="4079776" y="1604797"/>
            <a:ext cx="7008779" cy="4416491"/>
          </a:xfrm>
          <a:prstGeom prst="rect">
            <a:avLst/>
          </a:prstGeom>
          <a:noFill/>
          <a:ln>
            <a:noFill/>
          </a:ln>
        </p:spPr>
      </p:pic>
    </p:spTree>
    <p:extLst>
      <p:ext uri="{BB962C8B-B14F-4D97-AF65-F5344CB8AC3E}">
        <p14:creationId xmlns:p14="http://schemas.microsoft.com/office/powerpoint/2010/main" val="401884827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04354" name="Rectangle 2"/>
          <p:cNvSpPr>
            <a:spLocks noGrp="1" noChangeArrowheads="1"/>
          </p:cNvSpPr>
          <p:nvPr>
            <p:ph type="title"/>
          </p:nvPr>
        </p:nvSpPr>
        <p:spPr>
          <a:xfrm>
            <a:off x="1295467" y="260648"/>
            <a:ext cx="8955616" cy="864096"/>
          </a:xfrm>
        </p:spPr>
        <p:txBody>
          <a:bodyPr>
            <a:noAutofit/>
          </a:bodyPr>
          <a:lstStyle/>
          <a:p>
            <a:pPr>
              <a:lnSpc>
                <a:spcPct val="150000"/>
              </a:lnSpc>
              <a:spcBef>
                <a:spcPts val="0"/>
              </a:spcBef>
            </a:pPr>
            <a:r>
              <a:rPr lang="zh-CN" altLang="zh-CN" sz="4800" dirty="0"/>
              <a:t>网络安全技术</a:t>
            </a:r>
            <a:endParaRPr lang="en-US" altLang="zh-CN" sz="4800" dirty="0"/>
          </a:p>
        </p:txBody>
      </p:sp>
      <p:sp>
        <p:nvSpPr>
          <p:cNvPr id="2404355" name="Rectangle 3"/>
          <p:cNvSpPr>
            <a:spLocks noGrp="1" noChangeArrowheads="1"/>
          </p:cNvSpPr>
          <p:nvPr>
            <p:ph type="body" sz="half" idx="1"/>
          </p:nvPr>
        </p:nvSpPr>
        <p:spPr>
          <a:xfrm>
            <a:off x="911424" y="1604798"/>
            <a:ext cx="9889099" cy="4032447"/>
          </a:xfrm>
        </p:spPr>
        <p:txBody>
          <a:bodyPr>
            <a:normAutofit lnSpcReduction="10000"/>
          </a:bodyPr>
          <a:lstStyle/>
          <a:p>
            <a:pPr>
              <a:lnSpc>
                <a:spcPct val="150000"/>
              </a:lnSpc>
            </a:pPr>
            <a:r>
              <a:rPr lang="zh-CN" altLang="zh-CN" sz="3200" dirty="0"/>
              <a:t>网络访问控制</a:t>
            </a:r>
            <a:r>
              <a:rPr lang="zh-CN" altLang="en-US" sz="3200" dirty="0">
                <a:sym typeface="Perpetua" pitchFamily="18" charset="0"/>
              </a:rPr>
              <a:t>：</a:t>
            </a:r>
            <a:endParaRPr lang="en-US" altLang="zh-CN" sz="3200" dirty="0">
              <a:sym typeface="Perpetua" pitchFamily="18" charset="0"/>
            </a:endParaRPr>
          </a:p>
          <a:p>
            <a:pPr lvl="1">
              <a:lnSpc>
                <a:spcPct val="150000"/>
              </a:lnSpc>
            </a:pPr>
            <a:r>
              <a:rPr lang="zh-CN" altLang="zh-CN" sz="2667" dirty="0"/>
              <a:t>自主访问控制</a:t>
            </a:r>
            <a:r>
              <a:rPr lang="zh-CN" altLang="en-US" sz="2667" dirty="0"/>
              <a:t>：</a:t>
            </a:r>
            <a:r>
              <a:rPr lang="zh-CN" altLang="zh-CN" sz="2667" dirty="0"/>
              <a:t>针对资源的用户或应用设置访问控制权限</a:t>
            </a:r>
            <a:r>
              <a:rPr lang="zh-CN" altLang="en-US" sz="2667" dirty="0"/>
              <a:t>；</a:t>
            </a:r>
            <a:endParaRPr lang="en-US" altLang="zh-CN" sz="2667" dirty="0"/>
          </a:p>
          <a:p>
            <a:pPr lvl="1">
              <a:lnSpc>
                <a:spcPct val="150000"/>
              </a:lnSpc>
            </a:pPr>
            <a:r>
              <a:rPr lang="zh-CN" altLang="zh-CN" sz="2667" dirty="0"/>
              <a:t>强制访问控制</a:t>
            </a:r>
            <a:r>
              <a:rPr lang="zh-CN" altLang="en-US" sz="2667" dirty="0"/>
              <a:t>：</a:t>
            </a:r>
            <a:r>
              <a:rPr lang="zh-CN" altLang="zh-CN" sz="2667" dirty="0"/>
              <a:t>对网络资源的属性划分，规定不同属性的访问权限</a:t>
            </a:r>
            <a:r>
              <a:rPr lang="zh-CN" altLang="en-US" sz="2667" dirty="0"/>
              <a:t>；</a:t>
            </a:r>
            <a:endParaRPr lang="zh-CN" altLang="zh-CN" sz="2667" dirty="0"/>
          </a:p>
          <a:p>
            <a:pPr lvl="1">
              <a:lnSpc>
                <a:spcPct val="150000"/>
              </a:lnSpc>
            </a:pPr>
            <a:r>
              <a:rPr lang="zh-CN" altLang="zh-CN" sz="2667" dirty="0"/>
              <a:t>角色访问控制</a:t>
            </a:r>
            <a:r>
              <a:rPr lang="zh-CN" altLang="en-US" sz="2667" dirty="0"/>
              <a:t>：</a:t>
            </a:r>
            <a:r>
              <a:rPr lang="zh-CN" altLang="zh-CN" sz="2667" dirty="0"/>
              <a:t>确定该合法访问者的身份来确定访问者在系统中对哪类信息有什么样的访问权限</a:t>
            </a:r>
            <a:r>
              <a:rPr lang="zh-CN" altLang="en-US" sz="2667" dirty="0"/>
              <a:t>。</a:t>
            </a:r>
            <a:endParaRPr lang="zh-CN" altLang="zh-CN" sz="2667" dirty="0"/>
          </a:p>
        </p:txBody>
      </p:sp>
      <p:sp>
        <p:nvSpPr>
          <p:cNvPr id="5" name="TextBox 4"/>
          <p:cNvSpPr txBox="1"/>
          <p:nvPr/>
        </p:nvSpPr>
        <p:spPr>
          <a:xfrm>
            <a:off x="-30291" y="5736"/>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3" action="ppaction://hlinksldjump"/>
              </a:rPr>
              <a:t></a:t>
            </a:r>
            <a:endParaRPr lang="zh-CN" altLang="en-US" sz="8000" dirty="0">
              <a:solidFill>
                <a:prstClr val="black"/>
              </a:solidFill>
              <a:latin typeface="Trebuchet MS"/>
              <a:ea typeface="方正姚体" panose="02010601030101010101" pitchFamily="2" charset="-122"/>
            </a:endParaRPr>
          </a:p>
        </p:txBody>
      </p:sp>
      <p:sp>
        <p:nvSpPr>
          <p:cNvPr id="186372" name="Rectangle 4"/>
          <p:cNvSpPr>
            <a:spLocks noChangeArrowheads="1"/>
          </p:cNvSpPr>
          <p:nvPr/>
        </p:nvSpPr>
        <p:spPr bwMode="auto">
          <a:xfrm>
            <a:off x="1" y="-246220"/>
            <a:ext cx="246286" cy="492443"/>
          </a:xfrm>
          <a:prstGeom prst="rect">
            <a:avLst/>
          </a:prstGeom>
          <a:noFill/>
          <a:ln w="9525">
            <a:noFill/>
            <a:miter lim="800000"/>
            <a:headEnd/>
            <a:tailEnd/>
          </a:ln>
          <a:effectLst/>
        </p:spPr>
        <p:txBody>
          <a:bodyPr vert="horz" wrap="none" lIns="121920" tIns="60960" rIns="121920" bIns="60960" numCol="1" anchor="ctr" anchorCtr="0" compatLnSpc="1">
            <a:prstTxWarp prst="textNoShape">
              <a:avLst/>
            </a:prstTxWarp>
            <a:spAutoFit/>
          </a:bodyPr>
          <a:lstStyle/>
          <a:p>
            <a:pPr defTabSz="1219170"/>
            <a:endParaRPr lang="zh-CN" altLang="en-US" sz="2400">
              <a:solidFill>
                <a:prstClr val="black"/>
              </a:solidFill>
              <a:latin typeface="Trebuchet MS"/>
              <a:ea typeface="方正姚体" panose="02010601030101010101" pitchFamily="2" charset="-122"/>
            </a:endParaRPr>
          </a:p>
        </p:txBody>
      </p:sp>
    </p:spTree>
    <p:extLst>
      <p:ext uri="{BB962C8B-B14F-4D97-AF65-F5344CB8AC3E}">
        <p14:creationId xmlns:p14="http://schemas.microsoft.com/office/powerpoint/2010/main" val="96419343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04354" name="Rectangle 2"/>
          <p:cNvSpPr>
            <a:spLocks noGrp="1" noChangeArrowheads="1"/>
          </p:cNvSpPr>
          <p:nvPr>
            <p:ph type="title"/>
          </p:nvPr>
        </p:nvSpPr>
        <p:spPr>
          <a:xfrm>
            <a:off x="1295467" y="260648"/>
            <a:ext cx="8955616" cy="864096"/>
          </a:xfrm>
        </p:spPr>
        <p:txBody>
          <a:bodyPr>
            <a:noAutofit/>
          </a:bodyPr>
          <a:lstStyle/>
          <a:p>
            <a:pPr>
              <a:lnSpc>
                <a:spcPct val="150000"/>
              </a:lnSpc>
              <a:spcBef>
                <a:spcPts val="0"/>
              </a:spcBef>
            </a:pPr>
            <a:r>
              <a:rPr lang="zh-CN" altLang="zh-CN" sz="4800" dirty="0"/>
              <a:t>网络安全技术</a:t>
            </a:r>
            <a:endParaRPr lang="en-US" altLang="zh-CN" sz="4800" dirty="0"/>
          </a:p>
        </p:txBody>
      </p:sp>
      <p:sp>
        <p:nvSpPr>
          <p:cNvPr id="2404355" name="Rectangle 3"/>
          <p:cNvSpPr>
            <a:spLocks noGrp="1" noChangeArrowheads="1"/>
          </p:cNvSpPr>
          <p:nvPr>
            <p:ph type="body" sz="half" idx="1"/>
          </p:nvPr>
        </p:nvSpPr>
        <p:spPr>
          <a:xfrm>
            <a:off x="911424" y="1604798"/>
            <a:ext cx="6048672" cy="4032447"/>
          </a:xfrm>
        </p:spPr>
        <p:txBody>
          <a:bodyPr>
            <a:normAutofit/>
          </a:bodyPr>
          <a:lstStyle/>
          <a:p>
            <a:pPr>
              <a:lnSpc>
                <a:spcPct val="150000"/>
              </a:lnSpc>
            </a:pPr>
            <a:r>
              <a:rPr lang="zh-CN" altLang="zh-CN" sz="3200" dirty="0"/>
              <a:t>防火墙</a:t>
            </a:r>
            <a:r>
              <a:rPr lang="zh-CN" altLang="en-US" sz="3200" dirty="0"/>
              <a:t>：</a:t>
            </a:r>
            <a:r>
              <a:rPr lang="zh-CN" altLang="zh-CN" sz="2400" dirty="0">
                <a:latin typeface="华文楷体" pitchFamily="2" charset="-122"/>
                <a:ea typeface="华文楷体" pitchFamily="2" charset="-122"/>
              </a:rPr>
              <a:t>它是一种由计算机硬件和软件的组合，使互联网与内部网之间建立起一个屏障，从而保护内部网免受非法用户的侵入</a:t>
            </a:r>
            <a:r>
              <a:rPr lang="zh-CN" altLang="en-US" sz="2400" dirty="0">
                <a:latin typeface="华文楷体" pitchFamily="2" charset="-122"/>
                <a:ea typeface="华文楷体" pitchFamily="2" charset="-122"/>
              </a:rPr>
              <a:t>。</a:t>
            </a:r>
            <a:endParaRPr lang="en-US" altLang="zh-CN" sz="2400" dirty="0">
              <a:latin typeface="华文楷体" pitchFamily="2" charset="-122"/>
              <a:ea typeface="华文楷体" pitchFamily="2" charset="-122"/>
              <a:sym typeface="Perpetua" pitchFamily="18" charset="0"/>
            </a:endParaRPr>
          </a:p>
        </p:txBody>
      </p:sp>
      <p:sp>
        <p:nvSpPr>
          <p:cNvPr id="5" name="TextBox 4"/>
          <p:cNvSpPr txBox="1"/>
          <p:nvPr/>
        </p:nvSpPr>
        <p:spPr>
          <a:xfrm>
            <a:off x="-30291" y="5736"/>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3" action="ppaction://hlinksldjump"/>
              </a:rPr>
              <a:t></a:t>
            </a:r>
            <a:endParaRPr lang="zh-CN" altLang="en-US" sz="8000" dirty="0">
              <a:solidFill>
                <a:prstClr val="black"/>
              </a:solidFill>
              <a:latin typeface="Trebuchet MS"/>
              <a:ea typeface="方正姚体" panose="02010601030101010101" pitchFamily="2" charset="-122"/>
            </a:endParaRPr>
          </a:p>
        </p:txBody>
      </p:sp>
      <p:sp>
        <p:nvSpPr>
          <p:cNvPr id="186372" name="Rectangle 4"/>
          <p:cNvSpPr>
            <a:spLocks noChangeArrowheads="1"/>
          </p:cNvSpPr>
          <p:nvPr/>
        </p:nvSpPr>
        <p:spPr bwMode="auto">
          <a:xfrm>
            <a:off x="1" y="-246220"/>
            <a:ext cx="246286" cy="492443"/>
          </a:xfrm>
          <a:prstGeom prst="rect">
            <a:avLst/>
          </a:prstGeom>
          <a:noFill/>
          <a:ln w="9525">
            <a:noFill/>
            <a:miter lim="800000"/>
            <a:headEnd/>
            <a:tailEnd/>
          </a:ln>
          <a:effectLst/>
        </p:spPr>
        <p:txBody>
          <a:bodyPr vert="horz" wrap="none" lIns="121920" tIns="60960" rIns="121920" bIns="60960" numCol="1" anchor="ctr" anchorCtr="0" compatLnSpc="1">
            <a:prstTxWarp prst="textNoShape">
              <a:avLst/>
            </a:prstTxWarp>
            <a:spAutoFit/>
          </a:bodyPr>
          <a:lstStyle/>
          <a:p>
            <a:pPr defTabSz="1219170"/>
            <a:endParaRPr lang="zh-CN" altLang="en-US" sz="2400">
              <a:solidFill>
                <a:prstClr val="black"/>
              </a:solidFill>
              <a:latin typeface="Trebuchet MS"/>
              <a:ea typeface="方正姚体" panose="02010601030101010101" pitchFamily="2" charset="-122"/>
            </a:endParaRPr>
          </a:p>
        </p:txBody>
      </p:sp>
      <p:sp>
        <p:nvSpPr>
          <p:cNvPr id="300036" name="Rectangle 4"/>
          <p:cNvSpPr>
            <a:spLocks noChangeArrowheads="1"/>
          </p:cNvSpPr>
          <p:nvPr/>
        </p:nvSpPr>
        <p:spPr bwMode="auto">
          <a:xfrm>
            <a:off x="1" y="-246220"/>
            <a:ext cx="246286" cy="492443"/>
          </a:xfrm>
          <a:prstGeom prst="rect">
            <a:avLst/>
          </a:prstGeom>
          <a:noFill/>
          <a:ln w="9525">
            <a:noFill/>
            <a:miter lim="800000"/>
            <a:headEnd/>
            <a:tailEnd/>
          </a:ln>
          <a:effectLst/>
        </p:spPr>
        <p:txBody>
          <a:bodyPr vert="horz" wrap="none" lIns="121920" tIns="60960" rIns="121920" bIns="60960" numCol="1" anchor="ctr" anchorCtr="0" compatLnSpc="1">
            <a:prstTxWarp prst="textNoShape">
              <a:avLst/>
            </a:prstTxWarp>
            <a:spAutoFit/>
          </a:bodyPr>
          <a:lstStyle/>
          <a:p>
            <a:pPr defTabSz="1219170"/>
            <a:endParaRPr lang="zh-CN" altLang="en-US" sz="2400">
              <a:solidFill>
                <a:prstClr val="black"/>
              </a:solidFill>
              <a:latin typeface="Trebuchet MS"/>
              <a:ea typeface="方正姚体" panose="02010601030101010101" pitchFamily="2" charset="-122"/>
            </a:endParaRPr>
          </a:p>
        </p:txBody>
      </p:sp>
      <p:pic>
        <p:nvPicPr>
          <p:cNvPr id="300037" name="Picture 5"/>
          <p:cNvPicPr>
            <a:picLocks noChangeAspect="1" noChangeArrowheads="1"/>
          </p:cNvPicPr>
          <p:nvPr/>
        </p:nvPicPr>
        <p:blipFill>
          <a:blip r:embed="rId4" cstate="print"/>
          <a:srcRect/>
          <a:stretch>
            <a:fillRect/>
          </a:stretch>
        </p:blipFill>
        <p:spPr bwMode="auto">
          <a:xfrm>
            <a:off x="7056108" y="1604797"/>
            <a:ext cx="4618465" cy="3572931"/>
          </a:xfrm>
          <a:prstGeom prst="rect">
            <a:avLst/>
          </a:prstGeom>
          <a:noFill/>
          <a:ln w="9525">
            <a:noFill/>
            <a:miter lim="800000"/>
            <a:headEnd/>
            <a:tailEnd/>
          </a:ln>
        </p:spPr>
      </p:pic>
    </p:spTree>
    <p:extLst>
      <p:ext uri="{BB962C8B-B14F-4D97-AF65-F5344CB8AC3E}">
        <p14:creationId xmlns:p14="http://schemas.microsoft.com/office/powerpoint/2010/main" val="206559762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04354" name="Rectangle 2"/>
          <p:cNvSpPr>
            <a:spLocks noGrp="1" noChangeArrowheads="1"/>
          </p:cNvSpPr>
          <p:nvPr>
            <p:ph type="title"/>
          </p:nvPr>
        </p:nvSpPr>
        <p:spPr>
          <a:xfrm>
            <a:off x="1295467" y="260648"/>
            <a:ext cx="8955616" cy="864096"/>
          </a:xfrm>
        </p:spPr>
        <p:txBody>
          <a:bodyPr>
            <a:noAutofit/>
          </a:bodyPr>
          <a:lstStyle/>
          <a:p>
            <a:pPr>
              <a:lnSpc>
                <a:spcPct val="150000"/>
              </a:lnSpc>
              <a:spcBef>
                <a:spcPts val="0"/>
              </a:spcBef>
            </a:pPr>
            <a:r>
              <a:rPr lang="zh-CN" altLang="zh-CN" sz="4800" dirty="0"/>
              <a:t>网络安全技术</a:t>
            </a:r>
            <a:endParaRPr lang="en-US" altLang="zh-CN" sz="4800" dirty="0"/>
          </a:p>
        </p:txBody>
      </p:sp>
      <p:sp>
        <p:nvSpPr>
          <p:cNvPr id="2404355" name="Rectangle 3"/>
          <p:cNvSpPr>
            <a:spLocks noGrp="1" noChangeArrowheads="1"/>
          </p:cNvSpPr>
          <p:nvPr>
            <p:ph type="body" sz="half" idx="1"/>
          </p:nvPr>
        </p:nvSpPr>
        <p:spPr>
          <a:xfrm>
            <a:off x="911424" y="1604798"/>
            <a:ext cx="7680853" cy="4032447"/>
          </a:xfrm>
        </p:spPr>
        <p:txBody>
          <a:bodyPr>
            <a:normAutofit/>
          </a:bodyPr>
          <a:lstStyle/>
          <a:p>
            <a:pPr>
              <a:lnSpc>
                <a:spcPct val="150000"/>
              </a:lnSpc>
            </a:pPr>
            <a:r>
              <a:rPr lang="zh-CN" altLang="zh-CN" sz="3200" dirty="0"/>
              <a:t>防火墙</a:t>
            </a:r>
            <a:r>
              <a:rPr lang="zh-CN" altLang="en-US" sz="3200" dirty="0"/>
              <a:t>：</a:t>
            </a:r>
            <a:endParaRPr lang="en-US" altLang="zh-CN" sz="2400" dirty="0">
              <a:latin typeface="华文楷体" pitchFamily="2" charset="-122"/>
              <a:ea typeface="华文楷体" pitchFamily="2" charset="-122"/>
            </a:endParaRPr>
          </a:p>
          <a:p>
            <a:pPr lvl="1">
              <a:lnSpc>
                <a:spcPct val="150000"/>
              </a:lnSpc>
            </a:pPr>
            <a:r>
              <a:rPr lang="zh-CN" altLang="zh-CN" sz="2400" dirty="0"/>
              <a:t>不能防范绕过防火墙的攻击</a:t>
            </a:r>
            <a:r>
              <a:rPr lang="zh-CN" altLang="en-US" sz="2400" dirty="0"/>
              <a:t>；</a:t>
            </a:r>
            <a:endParaRPr lang="en-US" altLang="zh-CN" sz="2400" dirty="0"/>
          </a:p>
          <a:p>
            <a:pPr lvl="1">
              <a:lnSpc>
                <a:spcPct val="150000"/>
              </a:lnSpc>
            </a:pPr>
            <a:r>
              <a:rPr lang="zh-CN" altLang="zh-CN" sz="2400" dirty="0"/>
              <a:t>不能防止受到病毒感染的软件和文件的传输</a:t>
            </a:r>
            <a:r>
              <a:rPr lang="zh-CN" altLang="en-US" sz="2400" dirty="0"/>
              <a:t>；</a:t>
            </a:r>
            <a:endParaRPr lang="en-US" altLang="zh-CN" sz="2400" dirty="0"/>
          </a:p>
          <a:p>
            <a:pPr lvl="1">
              <a:lnSpc>
                <a:spcPct val="150000"/>
              </a:lnSpc>
            </a:pPr>
            <a:r>
              <a:rPr lang="zh-CN" altLang="zh-CN" sz="2400" dirty="0"/>
              <a:t>不能防止数据驱动式攻击</a:t>
            </a:r>
            <a:r>
              <a:rPr lang="zh-CN" altLang="en-US" sz="2400" dirty="0"/>
              <a:t>；</a:t>
            </a:r>
            <a:endParaRPr lang="en-US" altLang="zh-CN" sz="2400" dirty="0"/>
          </a:p>
          <a:p>
            <a:pPr lvl="1">
              <a:lnSpc>
                <a:spcPct val="150000"/>
              </a:lnSpc>
            </a:pPr>
            <a:r>
              <a:rPr lang="zh-CN" altLang="zh-CN" sz="2400" dirty="0"/>
              <a:t>难以避免来自内部的攻击</a:t>
            </a:r>
            <a:r>
              <a:rPr lang="zh-CN" altLang="en-US" sz="2400" dirty="0"/>
              <a:t>。</a:t>
            </a:r>
            <a:endParaRPr lang="en-US" altLang="zh-CN" sz="2400" dirty="0">
              <a:sym typeface="Perpetua" pitchFamily="18" charset="0"/>
            </a:endParaRPr>
          </a:p>
        </p:txBody>
      </p:sp>
      <p:sp>
        <p:nvSpPr>
          <p:cNvPr id="5" name="TextBox 4"/>
          <p:cNvSpPr txBox="1"/>
          <p:nvPr/>
        </p:nvSpPr>
        <p:spPr>
          <a:xfrm>
            <a:off x="-30291" y="5736"/>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3" action="ppaction://hlinksldjump"/>
              </a:rPr>
              <a:t></a:t>
            </a:r>
            <a:endParaRPr lang="zh-CN" altLang="en-US" sz="8000" dirty="0">
              <a:solidFill>
                <a:prstClr val="black"/>
              </a:solidFill>
              <a:latin typeface="Trebuchet MS"/>
              <a:ea typeface="方正姚体" panose="02010601030101010101" pitchFamily="2" charset="-122"/>
            </a:endParaRPr>
          </a:p>
        </p:txBody>
      </p:sp>
      <p:sp>
        <p:nvSpPr>
          <p:cNvPr id="186372" name="Rectangle 4"/>
          <p:cNvSpPr>
            <a:spLocks noChangeArrowheads="1"/>
          </p:cNvSpPr>
          <p:nvPr/>
        </p:nvSpPr>
        <p:spPr bwMode="auto">
          <a:xfrm>
            <a:off x="1" y="-246220"/>
            <a:ext cx="246286" cy="492443"/>
          </a:xfrm>
          <a:prstGeom prst="rect">
            <a:avLst/>
          </a:prstGeom>
          <a:noFill/>
          <a:ln w="9525">
            <a:noFill/>
            <a:miter lim="800000"/>
            <a:headEnd/>
            <a:tailEnd/>
          </a:ln>
          <a:effectLst/>
        </p:spPr>
        <p:txBody>
          <a:bodyPr vert="horz" wrap="none" lIns="121920" tIns="60960" rIns="121920" bIns="60960" numCol="1" anchor="ctr" anchorCtr="0" compatLnSpc="1">
            <a:prstTxWarp prst="textNoShape">
              <a:avLst/>
            </a:prstTxWarp>
            <a:spAutoFit/>
          </a:bodyPr>
          <a:lstStyle/>
          <a:p>
            <a:pPr defTabSz="1219170"/>
            <a:endParaRPr lang="zh-CN" altLang="en-US" sz="2400">
              <a:solidFill>
                <a:prstClr val="black"/>
              </a:solidFill>
              <a:latin typeface="Trebuchet MS"/>
              <a:ea typeface="方正姚体" panose="02010601030101010101" pitchFamily="2" charset="-122"/>
            </a:endParaRPr>
          </a:p>
        </p:txBody>
      </p:sp>
      <p:sp>
        <p:nvSpPr>
          <p:cNvPr id="300036" name="Rectangle 4"/>
          <p:cNvSpPr>
            <a:spLocks noChangeArrowheads="1"/>
          </p:cNvSpPr>
          <p:nvPr/>
        </p:nvSpPr>
        <p:spPr bwMode="auto">
          <a:xfrm>
            <a:off x="1" y="-246220"/>
            <a:ext cx="246286" cy="492443"/>
          </a:xfrm>
          <a:prstGeom prst="rect">
            <a:avLst/>
          </a:prstGeom>
          <a:noFill/>
          <a:ln w="9525">
            <a:noFill/>
            <a:miter lim="800000"/>
            <a:headEnd/>
            <a:tailEnd/>
          </a:ln>
          <a:effectLst/>
        </p:spPr>
        <p:txBody>
          <a:bodyPr vert="horz" wrap="none" lIns="121920" tIns="60960" rIns="121920" bIns="60960" numCol="1" anchor="ctr" anchorCtr="0" compatLnSpc="1">
            <a:prstTxWarp prst="textNoShape">
              <a:avLst/>
            </a:prstTxWarp>
            <a:spAutoFit/>
          </a:bodyPr>
          <a:lstStyle/>
          <a:p>
            <a:pPr defTabSz="1219170"/>
            <a:endParaRPr lang="zh-CN" altLang="en-US" sz="2400">
              <a:solidFill>
                <a:prstClr val="black"/>
              </a:solidFill>
              <a:latin typeface="Trebuchet MS"/>
              <a:ea typeface="方正姚体" panose="02010601030101010101" pitchFamily="2" charset="-122"/>
            </a:endParaRPr>
          </a:p>
        </p:txBody>
      </p:sp>
    </p:spTree>
    <p:extLst>
      <p:ext uri="{BB962C8B-B14F-4D97-AF65-F5344CB8AC3E}">
        <p14:creationId xmlns:p14="http://schemas.microsoft.com/office/powerpoint/2010/main" val="426488636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800" dirty="0"/>
              <a:t>第五讲 网络世界之信息共享与计算</a:t>
            </a:r>
          </a:p>
        </p:txBody>
      </p:sp>
      <p:sp>
        <p:nvSpPr>
          <p:cNvPr id="3" name="副标题 2"/>
          <p:cNvSpPr>
            <a:spLocks noGrp="1"/>
          </p:cNvSpPr>
          <p:nvPr>
            <p:ph idx="1"/>
          </p:nvPr>
        </p:nvSpPr>
        <p:spPr/>
        <p:txBody>
          <a:bodyPr>
            <a:normAutofit/>
          </a:bodyPr>
          <a:lstStyle/>
          <a:p>
            <a:r>
              <a:rPr lang="zh-CN" altLang="en-US" sz="3733" dirty="0">
                <a:latin typeface="黑体" pitchFamily="49" charset="-122"/>
                <a:ea typeface="黑体" pitchFamily="49" charset="-122"/>
                <a:hlinkClick r:id="rId2" action="ppaction://hlinksldjump"/>
              </a:rPr>
              <a:t>主题一</a:t>
            </a:r>
            <a:r>
              <a:rPr lang="en-US" altLang="zh-CN" sz="3733" dirty="0">
                <a:latin typeface="黑体" pitchFamily="49" charset="-122"/>
                <a:ea typeface="黑体" pitchFamily="49" charset="-122"/>
                <a:hlinkClick r:id="rId2" action="ppaction://hlinksldjump"/>
              </a:rPr>
              <a:t>	</a:t>
            </a:r>
            <a:r>
              <a:rPr lang="zh-CN" altLang="en-US" sz="3733" dirty="0">
                <a:latin typeface="黑体" pitchFamily="49" charset="-122"/>
                <a:ea typeface="黑体" pitchFamily="49" charset="-122"/>
                <a:hlinkClick r:id="rId2" action="ppaction://hlinksldjump"/>
              </a:rPr>
              <a:t>信息传输平台</a:t>
            </a:r>
            <a:r>
              <a:rPr lang="en-US" altLang="zh-CN" sz="3733" dirty="0">
                <a:latin typeface="黑体" pitchFamily="49" charset="-122"/>
                <a:ea typeface="黑体" pitchFamily="49" charset="-122"/>
                <a:hlinkClick r:id="rId2" action="ppaction://hlinksldjump"/>
              </a:rPr>
              <a:t>--</a:t>
            </a:r>
            <a:r>
              <a:rPr lang="zh-CN" altLang="en-US" sz="3733" dirty="0">
                <a:latin typeface="黑体" pitchFamily="49" charset="-122"/>
                <a:ea typeface="黑体" pitchFamily="49" charset="-122"/>
                <a:hlinkClick r:id="rId2" action="ppaction://hlinksldjump"/>
              </a:rPr>
              <a:t>网络</a:t>
            </a:r>
            <a:endParaRPr lang="en-US" altLang="zh-CN" sz="3733" dirty="0">
              <a:latin typeface="黑体" pitchFamily="49" charset="-122"/>
              <a:ea typeface="黑体" pitchFamily="49" charset="-122"/>
            </a:endParaRPr>
          </a:p>
          <a:p>
            <a:r>
              <a:rPr lang="zh-CN" altLang="en-US" sz="3733" dirty="0">
                <a:latin typeface="黑体" pitchFamily="49" charset="-122"/>
                <a:ea typeface="黑体" pitchFamily="49" charset="-122"/>
                <a:hlinkClick r:id="rId3" action="ppaction://hlinksldjump"/>
              </a:rPr>
              <a:t>主题二</a:t>
            </a:r>
            <a:r>
              <a:rPr lang="en-US" altLang="zh-CN" sz="3733" dirty="0">
                <a:latin typeface="黑体" pitchFamily="49" charset="-122"/>
                <a:ea typeface="黑体" pitchFamily="49" charset="-122"/>
                <a:hlinkClick r:id="rId3" action="ppaction://hlinksldjump"/>
              </a:rPr>
              <a:t>	</a:t>
            </a:r>
            <a:r>
              <a:rPr lang="zh-CN" altLang="en-US" sz="3733" dirty="0">
                <a:latin typeface="黑体" pitchFamily="49" charset="-122"/>
                <a:ea typeface="黑体" pitchFamily="49" charset="-122"/>
                <a:hlinkClick r:id="rId3" action="ppaction://hlinksldjump"/>
              </a:rPr>
              <a:t>天涯若比邻</a:t>
            </a:r>
            <a:r>
              <a:rPr lang="en-US" altLang="zh-CN" sz="3733" dirty="0">
                <a:latin typeface="黑体" pitchFamily="49" charset="-122"/>
                <a:ea typeface="黑体" pitchFamily="49" charset="-122"/>
                <a:hlinkClick r:id="rId3" action="ppaction://hlinksldjump"/>
              </a:rPr>
              <a:t>--</a:t>
            </a:r>
            <a:r>
              <a:rPr lang="zh-CN" altLang="en-US" sz="3733" dirty="0">
                <a:latin typeface="黑体" pitchFamily="49" charset="-122"/>
                <a:ea typeface="黑体" pitchFamily="49" charset="-122"/>
                <a:hlinkClick r:id="rId3" action="ppaction://hlinksldjump"/>
              </a:rPr>
              <a:t>互联网</a:t>
            </a:r>
            <a:endParaRPr lang="en-US" altLang="zh-CN" sz="3733" dirty="0">
              <a:latin typeface="黑体" pitchFamily="49" charset="-122"/>
              <a:ea typeface="黑体" pitchFamily="49" charset="-122"/>
            </a:endParaRPr>
          </a:p>
          <a:p>
            <a:r>
              <a:rPr lang="zh-CN" altLang="en-US" sz="3733" dirty="0">
                <a:latin typeface="黑体" pitchFamily="49" charset="-122"/>
                <a:ea typeface="黑体" pitchFamily="49" charset="-122"/>
                <a:hlinkClick r:id="rId4" action="ppaction://hlinksldjump"/>
              </a:rPr>
              <a:t>主题三</a:t>
            </a:r>
            <a:r>
              <a:rPr lang="en-US" altLang="zh-CN" sz="3733" dirty="0">
                <a:latin typeface="黑体" pitchFamily="49" charset="-122"/>
                <a:ea typeface="黑体" pitchFamily="49" charset="-122"/>
                <a:hlinkClick r:id="rId4" action="ppaction://hlinksldjump"/>
              </a:rPr>
              <a:t>	</a:t>
            </a:r>
            <a:r>
              <a:rPr lang="zh-CN" altLang="en-US" sz="3733" dirty="0">
                <a:latin typeface="黑体" pitchFamily="49" charset="-122"/>
                <a:ea typeface="黑体" pitchFamily="49" charset="-122"/>
                <a:hlinkClick r:id="rId4" action="ppaction://hlinksldjump"/>
              </a:rPr>
              <a:t>网络有风险</a:t>
            </a:r>
            <a:r>
              <a:rPr lang="en-US" altLang="zh-CN" sz="3733" dirty="0">
                <a:latin typeface="黑体" pitchFamily="49" charset="-122"/>
                <a:ea typeface="黑体" pitchFamily="49" charset="-122"/>
                <a:hlinkClick r:id="rId4" action="ppaction://hlinksldjump"/>
              </a:rPr>
              <a:t>--</a:t>
            </a:r>
            <a:r>
              <a:rPr lang="zh-CN" altLang="en-US" sz="3733" dirty="0">
                <a:latin typeface="黑体" pitchFamily="49" charset="-122"/>
                <a:ea typeface="黑体" pitchFamily="49" charset="-122"/>
                <a:hlinkClick r:id="rId4" action="ppaction://hlinksldjump"/>
              </a:rPr>
              <a:t>网络安全</a:t>
            </a:r>
            <a:endParaRPr lang="en-US" altLang="zh-CN" sz="3733" dirty="0">
              <a:latin typeface="黑体" pitchFamily="49" charset="-122"/>
              <a:ea typeface="黑体" pitchFamily="49" charset="-122"/>
            </a:endParaRPr>
          </a:p>
          <a:p>
            <a:r>
              <a:rPr lang="zh-CN" altLang="en-US" sz="3733" dirty="0">
                <a:latin typeface="黑体" pitchFamily="49" charset="-122"/>
                <a:ea typeface="黑体" pitchFamily="49" charset="-122"/>
                <a:hlinkClick r:id="rId5" action="ppaction://hlinksldjump"/>
              </a:rPr>
              <a:t>主题四</a:t>
            </a:r>
            <a:r>
              <a:rPr lang="en-US" altLang="zh-CN" sz="3733" dirty="0">
                <a:latin typeface="黑体" pitchFamily="49" charset="-122"/>
                <a:ea typeface="黑体" pitchFamily="49" charset="-122"/>
                <a:hlinkClick r:id="rId5" action="ppaction://hlinksldjump"/>
              </a:rPr>
              <a:t>	</a:t>
            </a:r>
            <a:r>
              <a:rPr lang="zh-CN" altLang="en-US" sz="3733" dirty="0">
                <a:latin typeface="黑体" pitchFamily="49" charset="-122"/>
                <a:ea typeface="黑体" pitchFamily="49" charset="-122"/>
                <a:hlinkClick r:id="rId5" action="ppaction://hlinksldjump"/>
              </a:rPr>
              <a:t>物联世界、感知天下</a:t>
            </a:r>
            <a:r>
              <a:rPr lang="en-US" altLang="zh-CN" sz="3733" dirty="0">
                <a:latin typeface="黑体" pitchFamily="49" charset="-122"/>
                <a:ea typeface="黑体" pitchFamily="49" charset="-122"/>
                <a:hlinkClick r:id="rId5" action="ppaction://hlinksldjump"/>
              </a:rPr>
              <a:t>--</a:t>
            </a:r>
            <a:r>
              <a:rPr lang="zh-CN" altLang="en-US" sz="3733" dirty="0">
                <a:latin typeface="黑体" pitchFamily="49" charset="-122"/>
                <a:ea typeface="黑体" pitchFamily="49" charset="-122"/>
                <a:hlinkClick r:id="rId5" action="ppaction://hlinksldjump"/>
              </a:rPr>
              <a:t>物联网</a:t>
            </a:r>
            <a:endParaRPr lang="en-US" altLang="zh-CN" sz="3733" dirty="0">
              <a:latin typeface="黑体" pitchFamily="49" charset="-122"/>
              <a:ea typeface="黑体" pitchFamily="49" charset="-122"/>
            </a:endParaRPr>
          </a:p>
          <a:p>
            <a:r>
              <a:rPr lang="zh-CN" altLang="en-US" sz="3733" dirty="0">
                <a:latin typeface="黑体" pitchFamily="49" charset="-122"/>
                <a:ea typeface="黑体" pitchFamily="49" charset="-122"/>
                <a:hlinkClick r:id="rId6" action="ppaction://hlinksldjump"/>
              </a:rPr>
              <a:t>主题五</a:t>
            </a:r>
            <a:r>
              <a:rPr lang="en-US" altLang="zh-CN" sz="3733" dirty="0">
                <a:latin typeface="黑体" pitchFamily="49" charset="-122"/>
                <a:ea typeface="黑体" pitchFamily="49" charset="-122"/>
                <a:hlinkClick r:id="rId6" action="ppaction://hlinksldjump"/>
              </a:rPr>
              <a:t>	</a:t>
            </a:r>
            <a:r>
              <a:rPr lang="zh-CN" altLang="en-US" sz="3733" dirty="0">
                <a:latin typeface="黑体" pitchFamily="49" charset="-122"/>
                <a:ea typeface="黑体" pitchFamily="49" charset="-122"/>
                <a:hlinkClick r:id="rId6" action="ppaction://hlinksldjump"/>
              </a:rPr>
              <a:t>风起云涌的网络计算</a:t>
            </a:r>
            <a:r>
              <a:rPr lang="en-US" altLang="zh-CN" sz="3733" dirty="0">
                <a:latin typeface="黑体" pitchFamily="49" charset="-122"/>
                <a:ea typeface="黑体" pitchFamily="49" charset="-122"/>
                <a:hlinkClick r:id="rId6" action="ppaction://hlinksldjump"/>
              </a:rPr>
              <a:t>--</a:t>
            </a:r>
            <a:r>
              <a:rPr lang="zh-CN" altLang="en-US" sz="3733" dirty="0">
                <a:latin typeface="黑体" pitchFamily="49" charset="-122"/>
                <a:ea typeface="黑体" pitchFamily="49" charset="-122"/>
                <a:hlinkClick r:id="rId6" action="ppaction://hlinksldjump"/>
              </a:rPr>
              <a:t>云计算</a:t>
            </a:r>
            <a:endParaRPr lang="zh-CN" altLang="en-US" sz="3733" dirty="0">
              <a:latin typeface="黑体" pitchFamily="49" charset="-122"/>
              <a:ea typeface="黑体" pitchFamily="49" charset="-122"/>
            </a:endParaRPr>
          </a:p>
        </p:txBody>
      </p:sp>
      <p:sp>
        <p:nvSpPr>
          <p:cNvPr id="5" name="TextBox 4"/>
          <p:cNvSpPr txBox="1"/>
          <p:nvPr/>
        </p:nvSpPr>
        <p:spPr>
          <a:xfrm>
            <a:off x="-30560" y="1"/>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 action="ppaction://hlinkshowjump?jump=firstslide"/>
              </a:rPr>
              <a:t></a:t>
            </a:r>
            <a:endParaRPr lang="zh-CN" altLang="en-US" sz="8000" dirty="0">
              <a:solidFill>
                <a:prstClr val="black"/>
              </a:solidFill>
              <a:latin typeface="Trebuchet MS"/>
              <a:ea typeface="方正姚体" panose="02010601030101010101" pitchFamily="2" charset="-122"/>
            </a:endParaRPr>
          </a:p>
        </p:txBody>
      </p:sp>
    </p:spTree>
    <p:extLst>
      <p:ext uri="{BB962C8B-B14F-4D97-AF65-F5344CB8AC3E}">
        <p14:creationId xmlns:p14="http://schemas.microsoft.com/office/powerpoint/2010/main" val="258884943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zh-CN" altLang="en-US" sz="4800" dirty="0"/>
              <a:t>主题四 物联世界、感知天下</a:t>
            </a:r>
          </a:p>
        </p:txBody>
      </p:sp>
      <p:sp>
        <p:nvSpPr>
          <p:cNvPr id="2" name="内容占位符 1"/>
          <p:cNvSpPr>
            <a:spLocks noGrp="1"/>
          </p:cNvSpPr>
          <p:nvPr>
            <p:ph idx="1"/>
          </p:nvPr>
        </p:nvSpPr>
        <p:spPr/>
        <p:txBody>
          <a:bodyPr>
            <a:normAutofit/>
          </a:bodyPr>
          <a:lstStyle/>
          <a:p>
            <a:pPr>
              <a:lnSpc>
                <a:spcPct val="150000"/>
              </a:lnSpc>
              <a:spcBef>
                <a:spcPts val="0"/>
              </a:spcBef>
            </a:pPr>
            <a:r>
              <a:rPr lang="zh-CN" altLang="zh-CN" sz="3733" dirty="0">
                <a:latin typeface="黑体" pitchFamily="49" charset="-122"/>
                <a:ea typeface="黑体" pitchFamily="49" charset="-122"/>
              </a:rPr>
              <a:t>什么是</a:t>
            </a:r>
            <a:r>
              <a:rPr lang="zh-CN" altLang="en-US" sz="3733" dirty="0">
                <a:latin typeface="黑体" pitchFamily="49" charset="-122"/>
                <a:ea typeface="黑体" pitchFamily="49" charset="-122"/>
              </a:rPr>
              <a:t>物联网</a:t>
            </a:r>
            <a:endParaRPr lang="en-US" altLang="zh-CN" sz="3733" dirty="0">
              <a:latin typeface="黑体" pitchFamily="49" charset="-122"/>
              <a:ea typeface="黑体" pitchFamily="49" charset="-122"/>
            </a:endParaRPr>
          </a:p>
          <a:p>
            <a:pPr>
              <a:lnSpc>
                <a:spcPct val="150000"/>
              </a:lnSpc>
              <a:spcBef>
                <a:spcPts val="0"/>
              </a:spcBef>
            </a:pPr>
            <a:r>
              <a:rPr lang="zh-CN" altLang="zh-CN" sz="3733" dirty="0">
                <a:latin typeface="黑体" pitchFamily="49" charset="-122"/>
                <a:ea typeface="黑体" pitchFamily="49" charset="-122"/>
              </a:rPr>
              <a:t>传感网、物联网与互联网</a:t>
            </a:r>
          </a:p>
          <a:p>
            <a:pPr>
              <a:lnSpc>
                <a:spcPct val="150000"/>
              </a:lnSpc>
              <a:spcBef>
                <a:spcPts val="0"/>
              </a:spcBef>
            </a:pPr>
            <a:r>
              <a:rPr lang="zh-CN" altLang="zh-CN" sz="3733" dirty="0">
                <a:latin typeface="黑体" pitchFamily="49" charset="-122"/>
                <a:ea typeface="黑体" pitchFamily="49" charset="-122"/>
              </a:rPr>
              <a:t>物联网的关键技术</a:t>
            </a:r>
            <a:endParaRPr lang="en-US" altLang="zh-CN" sz="3733" dirty="0">
              <a:latin typeface="黑体" pitchFamily="49" charset="-122"/>
              <a:ea typeface="黑体" pitchFamily="49" charset="-122"/>
            </a:endParaRPr>
          </a:p>
          <a:p>
            <a:pPr>
              <a:lnSpc>
                <a:spcPct val="150000"/>
              </a:lnSpc>
              <a:spcBef>
                <a:spcPts val="0"/>
              </a:spcBef>
            </a:pPr>
            <a:r>
              <a:rPr lang="zh-CN" altLang="zh-CN" sz="3733" dirty="0">
                <a:latin typeface="黑体" pitchFamily="49" charset="-122"/>
                <a:ea typeface="黑体" pitchFamily="49" charset="-122"/>
              </a:rPr>
              <a:t>物联网的典型应用</a:t>
            </a:r>
          </a:p>
          <a:p>
            <a:endParaRPr lang="en-US" altLang="zh-CN" sz="3733" dirty="0">
              <a:latin typeface="黑体" pitchFamily="49" charset="-122"/>
              <a:ea typeface="黑体" pitchFamily="49" charset="-122"/>
            </a:endParaRPr>
          </a:p>
        </p:txBody>
      </p:sp>
      <p:sp>
        <p:nvSpPr>
          <p:cNvPr id="5" name="TextBox 4"/>
          <p:cNvSpPr txBox="1"/>
          <p:nvPr/>
        </p:nvSpPr>
        <p:spPr>
          <a:xfrm>
            <a:off x="0" y="-170"/>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2" action="ppaction://hlinksldjump"/>
              </a:rPr>
              <a:t></a:t>
            </a:r>
            <a:endParaRPr lang="zh-CN" altLang="en-US" sz="8000" dirty="0">
              <a:solidFill>
                <a:prstClr val="black"/>
              </a:solidFill>
              <a:latin typeface="Trebuchet MS"/>
              <a:ea typeface="方正姚体" panose="02010601030101010101" pitchFamily="2" charset="-122"/>
            </a:endParaRPr>
          </a:p>
        </p:txBody>
      </p:sp>
    </p:spTree>
    <p:extLst>
      <p:ext uri="{BB962C8B-B14F-4D97-AF65-F5344CB8AC3E}">
        <p14:creationId xmlns:p14="http://schemas.microsoft.com/office/powerpoint/2010/main" val="262664132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04354" name="Rectangle 2"/>
          <p:cNvSpPr>
            <a:spLocks noGrp="1" noChangeArrowheads="1"/>
          </p:cNvSpPr>
          <p:nvPr>
            <p:ph type="title"/>
          </p:nvPr>
        </p:nvSpPr>
        <p:spPr>
          <a:xfrm>
            <a:off x="1295467" y="260648"/>
            <a:ext cx="8955616" cy="864096"/>
          </a:xfrm>
        </p:spPr>
        <p:txBody>
          <a:bodyPr>
            <a:noAutofit/>
          </a:bodyPr>
          <a:lstStyle/>
          <a:p>
            <a:pPr>
              <a:lnSpc>
                <a:spcPct val="150000"/>
              </a:lnSpc>
              <a:spcBef>
                <a:spcPts val="0"/>
              </a:spcBef>
            </a:pPr>
            <a:r>
              <a:rPr lang="zh-CN" altLang="en-US" sz="4800" dirty="0"/>
              <a:t>什么是物联网</a:t>
            </a:r>
            <a:endParaRPr lang="en-US" altLang="zh-CN" sz="4800" dirty="0"/>
          </a:p>
        </p:txBody>
      </p:sp>
      <p:sp>
        <p:nvSpPr>
          <p:cNvPr id="2404355" name="Rectangle 3"/>
          <p:cNvSpPr>
            <a:spLocks noGrp="1" noChangeArrowheads="1"/>
          </p:cNvSpPr>
          <p:nvPr>
            <p:ph type="body" sz="half" idx="1"/>
          </p:nvPr>
        </p:nvSpPr>
        <p:spPr>
          <a:xfrm>
            <a:off x="431371" y="1508787"/>
            <a:ext cx="7392821" cy="4032447"/>
          </a:xfrm>
        </p:spPr>
        <p:txBody>
          <a:bodyPr>
            <a:normAutofit lnSpcReduction="10000"/>
          </a:bodyPr>
          <a:lstStyle/>
          <a:p>
            <a:r>
              <a:rPr lang="zh-CN" altLang="en-US" sz="3200" dirty="0"/>
              <a:t>定义</a:t>
            </a:r>
            <a:endParaRPr lang="en-US" altLang="zh-CN" sz="3200" dirty="0"/>
          </a:p>
          <a:p>
            <a:pPr>
              <a:lnSpc>
                <a:spcPct val="150000"/>
              </a:lnSpc>
              <a:spcBef>
                <a:spcPts val="0"/>
              </a:spcBef>
              <a:buNone/>
            </a:pPr>
            <a:r>
              <a:rPr lang="en-US" altLang="zh-CN" sz="3200" dirty="0"/>
              <a:t>	</a:t>
            </a:r>
            <a:r>
              <a:rPr lang="zh-CN" altLang="zh-CN" sz="2400" dirty="0">
                <a:latin typeface="华文楷体" pitchFamily="2" charset="-122"/>
                <a:ea typeface="华文楷体" pitchFamily="2" charset="-122"/>
              </a:rPr>
              <a:t>通过</a:t>
            </a:r>
            <a:r>
              <a:rPr lang="en-US" altLang="zh-CN" sz="2400" dirty="0" err="1">
                <a:latin typeface="华文楷体" pitchFamily="2" charset="-122"/>
                <a:ea typeface="华文楷体" pitchFamily="2" charset="-122"/>
              </a:rPr>
              <a:t>RFID</a:t>
            </a:r>
            <a:r>
              <a:rPr lang="en-US" altLang="zh-CN" sz="2400" dirty="0">
                <a:latin typeface="华文楷体" pitchFamily="2" charset="-122"/>
                <a:ea typeface="华文楷体" pitchFamily="2" charset="-122"/>
              </a:rPr>
              <a:t> (</a:t>
            </a:r>
            <a:r>
              <a:rPr lang="zh-CN" altLang="zh-CN" sz="2400" dirty="0">
                <a:latin typeface="华文楷体" pitchFamily="2" charset="-122"/>
                <a:ea typeface="华文楷体" pitchFamily="2" charset="-122"/>
              </a:rPr>
              <a:t>射频识别</a:t>
            </a:r>
            <a:r>
              <a:rPr lang="en-US" altLang="zh-CN" sz="2400" dirty="0">
                <a:latin typeface="华文楷体" pitchFamily="2" charset="-122"/>
                <a:ea typeface="华文楷体" pitchFamily="2" charset="-122"/>
              </a:rPr>
              <a:t>)</a:t>
            </a:r>
            <a:r>
              <a:rPr lang="zh-CN" altLang="zh-CN" sz="2400" dirty="0">
                <a:latin typeface="华文楷体" pitchFamily="2" charset="-122"/>
                <a:ea typeface="华文楷体" pitchFamily="2" charset="-122"/>
              </a:rPr>
              <a:t>、红外感应器、全球定位系统、激光扫描器等信息传感设备，按约定的协议，把任何物品与互联网连接起来，进行信息交换和通讯，以实现智能化识别、定位、跟踪、监控和管理的一种网络</a:t>
            </a:r>
            <a:endParaRPr lang="en-US" altLang="zh-TW" sz="2400" dirty="0">
              <a:solidFill>
                <a:schemeClr val="tx2"/>
              </a:solidFill>
              <a:latin typeface="华文楷体" pitchFamily="2" charset="-122"/>
              <a:ea typeface="华文楷体" pitchFamily="2" charset="-122"/>
              <a:sym typeface="Franklin Gothic Book" pitchFamily="34" charset="0"/>
            </a:endParaRPr>
          </a:p>
          <a:p>
            <a:pPr>
              <a:buNone/>
            </a:pPr>
            <a:r>
              <a:rPr lang="en-US" altLang="zh-CN" sz="3200" dirty="0">
                <a:latin typeface="Comic Sans MS" pitchFamily="66" charset="0"/>
                <a:sym typeface="Perpetua" pitchFamily="18" charset="0"/>
              </a:rPr>
              <a:t>	</a:t>
            </a:r>
            <a:endParaRPr lang="en-US" altLang="zh-TW" sz="2667" dirty="0">
              <a:latin typeface="华文楷体" pitchFamily="2" charset="-122"/>
              <a:ea typeface="华文楷体" pitchFamily="2" charset="-122"/>
              <a:sym typeface="Perpetua" pitchFamily="18" charset="0"/>
            </a:endParaRPr>
          </a:p>
          <a:p>
            <a:endParaRPr lang="en-US" altLang="zh-CN" sz="3200" dirty="0"/>
          </a:p>
        </p:txBody>
      </p:sp>
      <p:sp>
        <p:nvSpPr>
          <p:cNvPr id="5" name="TextBox 4"/>
          <p:cNvSpPr txBox="1"/>
          <p:nvPr/>
        </p:nvSpPr>
        <p:spPr>
          <a:xfrm>
            <a:off x="-30291" y="5736"/>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3" action="ppaction://hlinksldjump"/>
              </a:rPr>
              <a:t></a:t>
            </a:r>
            <a:endParaRPr lang="zh-CN" altLang="en-US" sz="8000" dirty="0">
              <a:solidFill>
                <a:prstClr val="black"/>
              </a:solidFill>
              <a:latin typeface="Trebuchet MS"/>
              <a:ea typeface="方正姚体" panose="02010601030101010101" pitchFamily="2" charset="-122"/>
            </a:endParaRPr>
          </a:p>
        </p:txBody>
      </p:sp>
      <p:sp>
        <p:nvSpPr>
          <p:cNvPr id="186372" name="Rectangle 4"/>
          <p:cNvSpPr>
            <a:spLocks noChangeArrowheads="1"/>
          </p:cNvSpPr>
          <p:nvPr/>
        </p:nvSpPr>
        <p:spPr bwMode="auto">
          <a:xfrm>
            <a:off x="1" y="-246220"/>
            <a:ext cx="246286" cy="492443"/>
          </a:xfrm>
          <a:prstGeom prst="rect">
            <a:avLst/>
          </a:prstGeom>
          <a:noFill/>
          <a:ln w="9525">
            <a:noFill/>
            <a:miter lim="800000"/>
            <a:headEnd/>
            <a:tailEnd/>
          </a:ln>
          <a:effectLst/>
        </p:spPr>
        <p:txBody>
          <a:bodyPr vert="horz" wrap="none" lIns="121920" tIns="60960" rIns="121920" bIns="60960" numCol="1" anchor="ctr" anchorCtr="0" compatLnSpc="1">
            <a:prstTxWarp prst="textNoShape">
              <a:avLst/>
            </a:prstTxWarp>
            <a:spAutoFit/>
          </a:bodyPr>
          <a:lstStyle/>
          <a:p>
            <a:pPr defTabSz="1219170"/>
            <a:endParaRPr lang="zh-CN" altLang="en-US" sz="2400">
              <a:solidFill>
                <a:prstClr val="black"/>
              </a:solidFill>
              <a:latin typeface="Trebuchet MS"/>
              <a:ea typeface="方正姚体" panose="02010601030101010101" pitchFamily="2" charset="-122"/>
            </a:endParaRPr>
          </a:p>
        </p:txBody>
      </p:sp>
      <p:pic>
        <p:nvPicPr>
          <p:cNvPr id="6" name="图片 5" descr="http://pic.baike.soso.com/p/20130723/20130723165726-1012478618.jpg"/>
          <p:cNvPicPr>
            <a:picLocks noChangeAspect="1"/>
          </p:cNvPicPr>
          <p:nvPr/>
        </p:nvPicPr>
        <p:blipFill rotWithShape="1">
          <a:blip r:embed="rId4" cstate="print"/>
          <a:stretch/>
        </p:blipFill>
        <p:spPr bwMode="auto">
          <a:xfrm>
            <a:off x="8016214" y="2084851"/>
            <a:ext cx="3550389" cy="3148597"/>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41991941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04354" name="Rectangle 2"/>
          <p:cNvSpPr>
            <a:spLocks noGrp="1" noChangeArrowheads="1"/>
          </p:cNvSpPr>
          <p:nvPr>
            <p:ph type="title"/>
          </p:nvPr>
        </p:nvSpPr>
        <p:spPr>
          <a:xfrm>
            <a:off x="1295467" y="260648"/>
            <a:ext cx="8955616" cy="864096"/>
          </a:xfrm>
        </p:spPr>
        <p:txBody>
          <a:bodyPr>
            <a:noAutofit/>
          </a:bodyPr>
          <a:lstStyle/>
          <a:p>
            <a:pPr>
              <a:lnSpc>
                <a:spcPct val="150000"/>
              </a:lnSpc>
              <a:spcBef>
                <a:spcPts val="0"/>
              </a:spcBef>
            </a:pPr>
            <a:r>
              <a:rPr lang="zh-CN" altLang="en-US" sz="4800" dirty="0"/>
              <a:t>什么是物联网</a:t>
            </a:r>
            <a:endParaRPr lang="en-US" altLang="zh-CN" sz="4800" dirty="0"/>
          </a:p>
        </p:txBody>
      </p:sp>
      <p:sp>
        <p:nvSpPr>
          <p:cNvPr id="2404355" name="Rectangle 3"/>
          <p:cNvSpPr>
            <a:spLocks noGrp="1" noChangeArrowheads="1"/>
          </p:cNvSpPr>
          <p:nvPr>
            <p:ph type="body" sz="half" idx="1"/>
          </p:nvPr>
        </p:nvSpPr>
        <p:spPr>
          <a:xfrm>
            <a:off x="431371" y="1508787"/>
            <a:ext cx="6720747" cy="4032447"/>
          </a:xfrm>
        </p:spPr>
        <p:txBody>
          <a:bodyPr>
            <a:normAutofit fontScale="92500" lnSpcReduction="10000"/>
          </a:bodyPr>
          <a:lstStyle/>
          <a:p>
            <a:r>
              <a:rPr lang="zh-CN" altLang="en-US" sz="3200" dirty="0"/>
              <a:t>物联网的三层结构</a:t>
            </a:r>
            <a:endParaRPr lang="en-US" altLang="zh-CN" sz="3200" dirty="0"/>
          </a:p>
          <a:p>
            <a:pPr lvl="1">
              <a:lnSpc>
                <a:spcPct val="160000"/>
              </a:lnSpc>
              <a:spcBef>
                <a:spcPts val="0"/>
              </a:spcBef>
            </a:pPr>
            <a:r>
              <a:rPr lang="zh-CN" altLang="zh-CN" sz="2667" dirty="0"/>
              <a:t>感知层利用各种传感设备感知各种物体的信息，实时搜集、获取、记录数据。</a:t>
            </a:r>
            <a:endParaRPr lang="en-US" altLang="zh-CN" sz="2667" dirty="0"/>
          </a:p>
          <a:p>
            <a:pPr lvl="1">
              <a:lnSpc>
                <a:spcPct val="160000"/>
              </a:lnSpc>
              <a:spcBef>
                <a:spcPts val="0"/>
              </a:spcBef>
            </a:pPr>
            <a:r>
              <a:rPr lang="zh-CN" altLang="zh-CN" sz="2667" dirty="0"/>
              <a:t>通过对物体的识别和通讯，将数据化的虚拟物</a:t>
            </a:r>
            <a:r>
              <a:rPr lang="zh-CN" altLang="en-US" sz="2667" dirty="0"/>
              <a:t>体接</a:t>
            </a:r>
            <a:r>
              <a:rPr lang="zh-CN" altLang="zh-CN" sz="2667" dirty="0"/>
              <a:t>入网络，</a:t>
            </a:r>
            <a:r>
              <a:rPr lang="zh-CN" altLang="en-US" sz="2667" dirty="0"/>
              <a:t>实现</a:t>
            </a:r>
            <a:r>
              <a:rPr lang="zh-CN" altLang="zh-CN" sz="2667" dirty="0"/>
              <a:t>传送与交互</a:t>
            </a:r>
            <a:r>
              <a:rPr lang="zh-CN" altLang="en-US" sz="2667" dirty="0"/>
              <a:t>。</a:t>
            </a:r>
            <a:endParaRPr lang="en-US" altLang="zh-CN" sz="2667" dirty="0"/>
          </a:p>
          <a:p>
            <a:pPr lvl="1">
              <a:lnSpc>
                <a:spcPct val="160000"/>
              </a:lnSpc>
              <a:spcBef>
                <a:spcPts val="0"/>
              </a:spcBef>
            </a:pPr>
            <a:r>
              <a:rPr lang="zh-CN" altLang="zh-CN" sz="2667" dirty="0"/>
              <a:t>应用层利用各种智能计算技术，对海量的数据和信息进行分析和处理</a:t>
            </a:r>
            <a:r>
              <a:rPr lang="zh-CN" altLang="en-US" sz="2667" dirty="0"/>
              <a:t>。</a:t>
            </a:r>
            <a:endParaRPr lang="en-US" altLang="zh-CN" sz="3200" dirty="0"/>
          </a:p>
        </p:txBody>
      </p:sp>
      <p:sp>
        <p:nvSpPr>
          <p:cNvPr id="5" name="TextBox 4"/>
          <p:cNvSpPr txBox="1"/>
          <p:nvPr/>
        </p:nvSpPr>
        <p:spPr>
          <a:xfrm>
            <a:off x="-30291" y="5736"/>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3" action="ppaction://hlinksldjump"/>
              </a:rPr>
              <a:t></a:t>
            </a:r>
            <a:endParaRPr lang="zh-CN" altLang="en-US" sz="8000" dirty="0">
              <a:solidFill>
                <a:prstClr val="black"/>
              </a:solidFill>
              <a:latin typeface="Trebuchet MS"/>
              <a:ea typeface="方正姚体" panose="02010601030101010101" pitchFamily="2" charset="-122"/>
            </a:endParaRPr>
          </a:p>
        </p:txBody>
      </p:sp>
      <p:sp>
        <p:nvSpPr>
          <p:cNvPr id="186372" name="Rectangle 4"/>
          <p:cNvSpPr>
            <a:spLocks noChangeArrowheads="1"/>
          </p:cNvSpPr>
          <p:nvPr/>
        </p:nvSpPr>
        <p:spPr bwMode="auto">
          <a:xfrm>
            <a:off x="1" y="-246220"/>
            <a:ext cx="246286" cy="492443"/>
          </a:xfrm>
          <a:prstGeom prst="rect">
            <a:avLst/>
          </a:prstGeom>
          <a:noFill/>
          <a:ln w="9525">
            <a:noFill/>
            <a:miter lim="800000"/>
            <a:headEnd/>
            <a:tailEnd/>
          </a:ln>
          <a:effectLst/>
        </p:spPr>
        <p:txBody>
          <a:bodyPr vert="horz" wrap="none" lIns="121920" tIns="60960" rIns="121920" bIns="60960" numCol="1" anchor="ctr" anchorCtr="0" compatLnSpc="1">
            <a:prstTxWarp prst="textNoShape">
              <a:avLst/>
            </a:prstTxWarp>
            <a:spAutoFit/>
          </a:bodyPr>
          <a:lstStyle/>
          <a:p>
            <a:pPr defTabSz="1219170"/>
            <a:endParaRPr lang="zh-CN" altLang="en-US" sz="2400">
              <a:solidFill>
                <a:prstClr val="black"/>
              </a:solidFill>
              <a:latin typeface="Trebuchet MS"/>
              <a:ea typeface="方正姚体" panose="02010601030101010101" pitchFamily="2" charset="-122"/>
            </a:endParaRPr>
          </a:p>
        </p:txBody>
      </p:sp>
      <p:pic>
        <p:nvPicPr>
          <p:cNvPr id="7" name="图片 6" descr="wulianwang.jpg"/>
          <p:cNvPicPr>
            <a:picLocks noChangeAspect="1"/>
          </p:cNvPicPr>
          <p:nvPr/>
        </p:nvPicPr>
        <p:blipFill>
          <a:blip r:embed="rId4" cstate="print"/>
          <a:stretch>
            <a:fillRect/>
          </a:stretch>
        </p:blipFill>
        <p:spPr>
          <a:xfrm>
            <a:off x="7152118" y="1988840"/>
            <a:ext cx="4847861" cy="3421389"/>
          </a:xfrm>
          <a:prstGeom prst="rect">
            <a:avLst/>
          </a:prstGeom>
          <a:noFill/>
          <a:ln>
            <a:noFill/>
          </a:ln>
        </p:spPr>
      </p:pic>
    </p:spTree>
    <p:extLst>
      <p:ext uri="{BB962C8B-B14F-4D97-AF65-F5344CB8AC3E}">
        <p14:creationId xmlns:p14="http://schemas.microsoft.com/office/powerpoint/2010/main" val="4366476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zh-CN" altLang="en-US" sz="4800" dirty="0"/>
              <a:t>主题四 物联世界、感知天下</a:t>
            </a:r>
          </a:p>
        </p:txBody>
      </p:sp>
      <p:sp>
        <p:nvSpPr>
          <p:cNvPr id="2" name="内容占位符 1"/>
          <p:cNvSpPr>
            <a:spLocks noGrp="1"/>
          </p:cNvSpPr>
          <p:nvPr>
            <p:ph idx="1"/>
          </p:nvPr>
        </p:nvSpPr>
        <p:spPr/>
        <p:txBody>
          <a:bodyPr>
            <a:normAutofit/>
          </a:bodyPr>
          <a:lstStyle/>
          <a:p>
            <a:pPr>
              <a:lnSpc>
                <a:spcPct val="150000"/>
              </a:lnSpc>
              <a:spcBef>
                <a:spcPts val="0"/>
              </a:spcBef>
            </a:pPr>
            <a:r>
              <a:rPr lang="zh-CN" altLang="zh-CN" sz="3733" dirty="0">
                <a:latin typeface="黑体" pitchFamily="49" charset="-122"/>
                <a:ea typeface="黑体" pitchFamily="49" charset="-122"/>
              </a:rPr>
              <a:t>什么是</a:t>
            </a:r>
            <a:r>
              <a:rPr lang="zh-CN" altLang="en-US" sz="3733" dirty="0">
                <a:latin typeface="黑体" pitchFamily="49" charset="-122"/>
                <a:ea typeface="黑体" pitchFamily="49" charset="-122"/>
              </a:rPr>
              <a:t>物联网</a:t>
            </a:r>
            <a:endParaRPr lang="en-US" altLang="zh-CN" sz="3733" dirty="0">
              <a:latin typeface="黑体" pitchFamily="49" charset="-122"/>
              <a:ea typeface="黑体" pitchFamily="49" charset="-122"/>
            </a:endParaRPr>
          </a:p>
          <a:p>
            <a:pPr>
              <a:lnSpc>
                <a:spcPct val="150000"/>
              </a:lnSpc>
              <a:spcBef>
                <a:spcPts val="0"/>
              </a:spcBef>
            </a:pPr>
            <a:r>
              <a:rPr lang="zh-CN" altLang="zh-CN" sz="3733" dirty="0">
                <a:latin typeface="黑体" pitchFamily="49" charset="-122"/>
                <a:ea typeface="黑体" pitchFamily="49" charset="-122"/>
              </a:rPr>
              <a:t>传感网、物联网与互联网</a:t>
            </a:r>
          </a:p>
          <a:p>
            <a:pPr>
              <a:lnSpc>
                <a:spcPct val="150000"/>
              </a:lnSpc>
              <a:spcBef>
                <a:spcPts val="0"/>
              </a:spcBef>
            </a:pPr>
            <a:r>
              <a:rPr lang="zh-CN" altLang="zh-CN" sz="3733" dirty="0">
                <a:latin typeface="黑体" pitchFamily="49" charset="-122"/>
                <a:ea typeface="黑体" pitchFamily="49" charset="-122"/>
              </a:rPr>
              <a:t>物联网的关键技术</a:t>
            </a:r>
            <a:endParaRPr lang="en-US" altLang="zh-CN" sz="3733" dirty="0">
              <a:latin typeface="黑体" pitchFamily="49" charset="-122"/>
              <a:ea typeface="黑体" pitchFamily="49" charset="-122"/>
            </a:endParaRPr>
          </a:p>
          <a:p>
            <a:pPr>
              <a:lnSpc>
                <a:spcPct val="150000"/>
              </a:lnSpc>
              <a:spcBef>
                <a:spcPts val="0"/>
              </a:spcBef>
            </a:pPr>
            <a:r>
              <a:rPr lang="zh-CN" altLang="zh-CN" sz="3733" dirty="0">
                <a:latin typeface="黑体" pitchFamily="49" charset="-122"/>
                <a:ea typeface="黑体" pitchFamily="49" charset="-122"/>
              </a:rPr>
              <a:t>物联网的典型应用</a:t>
            </a:r>
          </a:p>
          <a:p>
            <a:endParaRPr lang="en-US" altLang="zh-CN" sz="3733" dirty="0">
              <a:latin typeface="黑体" pitchFamily="49" charset="-122"/>
              <a:ea typeface="黑体" pitchFamily="49" charset="-122"/>
            </a:endParaRPr>
          </a:p>
        </p:txBody>
      </p:sp>
      <p:sp>
        <p:nvSpPr>
          <p:cNvPr id="5" name="TextBox 4"/>
          <p:cNvSpPr txBox="1"/>
          <p:nvPr/>
        </p:nvSpPr>
        <p:spPr>
          <a:xfrm>
            <a:off x="0" y="-170"/>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2" action="ppaction://hlinksldjump"/>
              </a:rPr>
              <a:t></a:t>
            </a:r>
            <a:endParaRPr lang="zh-CN" altLang="en-US" sz="8000" dirty="0">
              <a:solidFill>
                <a:prstClr val="black"/>
              </a:solidFill>
              <a:latin typeface="Trebuchet MS"/>
              <a:ea typeface="方正姚体" panose="02010601030101010101" pitchFamily="2" charset="-122"/>
            </a:endParaRPr>
          </a:p>
        </p:txBody>
      </p:sp>
    </p:spTree>
    <p:extLst>
      <p:ext uri="{BB962C8B-B14F-4D97-AF65-F5344CB8AC3E}">
        <p14:creationId xmlns:p14="http://schemas.microsoft.com/office/powerpoint/2010/main" val="53926081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04354" name="Rectangle 2"/>
          <p:cNvSpPr>
            <a:spLocks noGrp="1" noChangeArrowheads="1"/>
          </p:cNvSpPr>
          <p:nvPr>
            <p:ph type="title"/>
          </p:nvPr>
        </p:nvSpPr>
        <p:spPr>
          <a:xfrm>
            <a:off x="1295467" y="260648"/>
            <a:ext cx="8955616" cy="864096"/>
          </a:xfrm>
        </p:spPr>
        <p:txBody>
          <a:bodyPr>
            <a:noAutofit/>
          </a:bodyPr>
          <a:lstStyle/>
          <a:p>
            <a:pPr>
              <a:lnSpc>
                <a:spcPct val="150000"/>
              </a:lnSpc>
              <a:spcBef>
                <a:spcPts val="0"/>
              </a:spcBef>
            </a:pPr>
            <a:r>
              <a:rPr lang="zh-CN" altLang="zh-CN" sz="4800" dirty="0"/>
              <a:t>传感网、物联网与互联网</a:t>
            </a:r>
            <a:endParaRPr lang="en-US" altLang="zh-CN" sz="4800" dirty="0"/>
          </a:p>
        </p:txBody>
      </p:sp>
      <p:sp>
        <p:nvSpPr>
          <p:cNvPr id="2404355" name="Rectangle 3"/>
          <p:cNvSpPr>
            <a:spLocks noGrp="1" noChangeArrowheads="1"/>
          </p:cNvSpPr>
          <p:nvPr>
            <p:ph type="body" sz="half" idx="1"/>
          </p:nvPr>
        </p:nvSpPr>
        <p:spPr>
          <a:xfrm>
            <a:off x="431371" y="1508787"/>
            <a:ext cx="7872875" cy="4032447"/>
          </a:xfrm>
        </p:spPr>
        <p:txBody>
          <a:bodyPr>
            <a:normAutofit/>
          </a:bodyPr>
          <a:lstStyle/>
          <a:p>
            <a:pPr>
              <a:lnSpc>
                <a:spcPct val="150000"/>
              </a:lnSpc>
              <a:spcBef>
                <a:spcPts val="0"/>
              </a:spcBef>
            </a:pPr>
            <a:r>
              <a:rPr lang="zh-CN" altLang="zh-CN" sz="3200" dirty="0"/>
              <a:t>传感网</a:t>
            </a:r>
            <a:endParaRPr lang="en-US" altLang="zh-CN" sz="3200" dirty="0"/>
          </a:p>
          <a:p>
            <a:pPr lvl="1">
              <a:lnSpc>
                <a:spcPct val="150000"/>
              </a:lnSpc>
              <a:spcBef>
                <a:spcPts val="0"/>
              </a:spcBef>
            </a:pPr>
            <a:r>
              <a:rPr lang="zh-CN" altLang="zh-CN" sz="2667" dirty="0"/>
              <a:t>由若干具有无线通信能力的传感器节点自组织构成的网络</a:t>
            </a:r>
            <a:r>
              <a:rPr lang="zh-CN" altLang="en-US" sz="2667" dirty="0"/>
              <a:t>。</a:t>
            </a:r>
            <a:endParaRPr lang="en-US" altLang="zh-CN" sz="2667" dirty="0"/>
          </a:p>
          <a:p>
            <a:pPr>
              <a:lnSpc>
                <a:spcPct val="150000"/>
              </a:lnSpc>
              <a:spcBef>
                <a:spcPts val="0"/>
              </a:spcBef>
            </a:pPr>
            <a:endParaRPr lang="en-US" altLang="zh-CN" sz="3200" dirty="0"/>
          </a:p>
          <a:p>
            <a:pPr>
              <a:buNone/>
            </a:pPr>
            <a:r>
              <a:rPr lang="en-US" altLang="zh-CN" sz="3200" dirty="0">
                <a:latin typeface="Comic Sans MS" pitchFamily="66" charset="0"/>
                <a:sym typeface="Perpetua" pitchFamily="18" charset="0"/>
              </a:rPr>
              <a:t>	</a:t>
            </a:r>
            <a:endParaRPr lang="en-US" altLang="zh-TW" sz="2667" dirty="0">
              <a:latin typeface="华文楷体" pitchFamily="2" charset="-122"/>
              <a:ea typeface="华文楷体" pitchFamily="2" charset="-122"/>
              <a:sym typeface="Perpetua" pitchFamily="18" charset="0"/>
            </a:endParaRPr>
          </a:p>
          <a:p>
            <a:endParaRPr lang="en-US" altLang="zh-CN" sz="3200" dirty="0"/>
          </a:p>
        </p:txBody>
      </p:sp>
      <p:sp>
        <p:nvSpPr>
          <p:cNvPr id="5" name="TextBox 4"/>
          <p:cNvSpPr txBox="1"/>
          <p:nvPr/>
        </p:nvSpPr>
        <p:spPr>
          <a:xfrm>
            <a:off x="-30291" y="5736"/>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3" action="ppaction://hlinksldjump"/>
              </a:rPr>
              <a:t></a:t>
            </a:r>
            <a:endParaRPr lang="zh-CN" altLang="en-US" sz="8000" dirty="0">
              <a:solidFill>
                <a:prstClr val="black"/>
              </a:solidFill>
              <a:latin typeface="Trebuchet MS"/>
              <a:ea typeface="方正姚体" panose="02010601030101010101" pitchFamily="2" charset="-122"/>
            </a:endParaRPr>
          </a:p>
        </p:txBody>
      </p:sp>
      <p:sp>
        <p:nvSpPr>
          <p:cNvPr id="186372" name="Rectangle 4"/>
          <p:cNvSpPr>
            <a:spLocks noChangeArrowheads="1"/>
          </p:cNvSpPr>
          <p:nvPr/>
        </p:nvSpPr>
        <p:spPr bwMode="auto">
          <a:xfrm>
            <a:off x="1" y="-246220"/>
            <a:ext cx="246286" cy="492443"/>
          </a:xfrm>
          <a:prstGeom prst="rect">
            <a:avLst/>
          </a:prstGeom>
          <a:noFill/>
          <a:ln w="9525">
            <a:noFill/>
            <a:miter lim="800000"/>
            <a:headEnd/>
            <a:tailEnd/>
          </a:ln>
          <a:effectLst/>
        </p:spPr>
        <p:txBody>
          <a:bodyPr vert="horz" wrap="none" lIns="121920" tIns="60960" rIns="121920" bIns="60960" numCol="1" anchor="ctr" anchorCtr="0" compatLnSpc="1">
            <a:prstTxWarp prst="textNoShape">
              <a:avLst/>
            </a:prstTxWarp>
            <a:spAutoFit/>
          </a:bodyPr>
          <a:lstStyle/>
          <a:p>
            <a:pPr defTabSz="1219170"/>
            <a:endParaRPr lang="zh-CN" altLang="en-US" sz="2400">
              <a:solidFill>
                <a:prstClr val="black"/>
              </a:solidFill>
              <a:latin typeface="Trebuchet MS"/>
              <a:ea typeface="方正姚体" panose="02010601030101010101" pitchFamily="2" charset="-122"/>
            </a:endParaRPr>
          </a:p>
        </p:txBody>
      </p:sp>
    </p:spTree>
    <p:extLst>
      <p:ext uri="{BB962C8B-B14F-4D97-AF65-F5344CB8AC3E}">
        <p14:creationId xmlns:p14="http://schemas.microsoft.com/office/powerpoint/2010/main" val="187084140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04354" name="Rectangle 2"/>
          <p:cNvSpPr>
            <a:spLocks noGrp="1" noChangeArrowheads="1"/>
          </p:cNvSpPr>
          <p:nvPr>
            <p:ph type="title"/>
          </p:nvPr>
        </p:nvSpPr>
        <p:spPr>
          <a:xfrm>
            <a:off x="1295467" y="260648"/>
            <a:ext cx="8955616" cy="864096"/>
          </a:xfrm>
        </p:spPr>
        <p:txBody>
          <a:bodyPr>
            <a:noAutofit/>
          </a:bodyPr>
          <a:lstStyle/>
          <a:p>
            <a:pPr>
              <a:lnSpc>
                <a:spcPct val="150000"/>
              </a:lnSpc>
              <a:spcBef>
                <a:spcPts val="0"/>
              </a:spcBef>
            </a:pPr>
            <a:r>
              <a:rPr lang="zh-CN" altLang="zh-CN" sz="4800" dirty="0"/>
              <a:t>传感网、物联网与互联网</a:t>
            </a:r>
            <a:endParaRPr lang="en-US" altLang="zh-CN" sz="4800" dirty="0"/>
          </a:p>
        </p:txBody>
      </p:sp>
      <p:sp>
        <p:nvSpPr>
          <p:cNvPr id="2404355" name="Rectangle 3"/>
          <p:cNvSpPr>
            <a:spLocks noGrp="1" noChangeArrowheads="1"/>
          </p:cNvSpPr>
          <p:nvPr>
            <p:ph type="body" sz="half" idx="1"/>
          </p:nvPr>
        </p:nvSpPr>
        <p:spPr>
          <a:xfrm>
            <a:off x="431371" y="1508787"/>
            <a:ext cx="7872875" cy="4032447"/>
          </a:xfrm>
        </p:spPr>
        <p:txBody>
          <a:bodyPr>
            <a:normAutofit/>
          </a:bodyPr>
          <a:lstStyle/>
          <a:p>
            <a:pPr>
              <a:lnSpc>
                <a:spcPct val="150000"/>
              </a:lnSpc>
              <a:spcBef>
                <a:spcPts val="0"/>
              </a:spcBef>
            </a:pPr>
            <a:endParaRPr lang="en-US" altLang="zh-CN" sz="3200" dirty="0"/>
          </a:p>
          <a:p>
            <a:pPr>
              <a:buNone/>
            </a:pPr>
            <a:r>
              <a:rPr lang="en-US" altLang="zh-CN" sz="3200" dirty="0">
                <a:latin typeface="Comic Sans MS" pitchFamily="66" charset="0"/>
                <a:sym typeface="Perpetua" pitchFamily="18" charset="0"/>
              </a:rPr>
              <a:t>	</a:t>
            </a:r>
            <a:endParaRPr lang="en-US" altLang="zh-TW" sz="2667" dirty="0">
              <a:latin typeface="华文楷体" pitchFamily="2" charset="-122"/>
              <a:ea typeface="华文楷体" pitchFamily="2" charset="-122"/>
              <a:sym typeface="Perpetua" pitchFamily="18" charset="0"/>
            </a:endParaRPr>
          </a:p>
          <a:p>
            <a:endParaRPr lang="en-US" altLang="zh-CN" sz="3200" dirty="0"/>
          </a:p>
        </p:txBody>
      </p:sp>
      <p:sp>
        <p:nvSpPr>
          <p:cNvPr id="5" name="TextBox 4"/>
          <p:cNvSpPr txBox="1"/>
          <p:nvPr/>
        </p:nvSpPr>
        <p:spPr>
          <a:xfrm>
            <a:off x="-30291" y="5736"/>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3" action="ppaction://hlinksldjump"/>
              </a:rPr>
              <a:t></a:t>
            </a:r>
            <a:endParaRPr lang="zh-CN" altLang="en-US" sz="8000" dirty="0">
              <a:solidFill>
                <a:prstClr val="black"/>
              </a:solidFill>
              <a:latin typeface="Trebuchet MS"/>
              <a:ea typeface="方正姚体" panose="02010601030101010101" pitchFamily="2" charset="-122"/>
            </a:endParaRPr>
          </a:p>
        </p:txBody>
      </p:sp>
      <p:sp>
        <p:nvSpPr>
          <p:cNvPr id="186372" name="Rectangle 4"/>
          <p:cNvSpPr>
            <a:spLocks noChangeArrowheads="1"/>
          </p:cNvSpPr>
          <p:nvPr/>
        </p:nvSpPr>
        <p:spPr bwMode="auto">
          <a:xfrm>
            <a:off x="1" y="-246220"/>
            <a:ext cx="246286" cy="492443"/>
          </a:xfrm>
          <a:prstGeom prst="rect">
            <a:avLst/>
          </a:prstGeom>
          <a:noFill/>
          <a:ln w="9525">
            <a:noFill/>
            <a:miter lim="800000"/>
            <a:headEnd/>
            <a:tailEnd/>
          </a:ln>
          <a:effectLst/>
        </p:spPr>
        <p:txBody>
          <a:bodyPr vert="horz" wrap="none" lIns="121920" tIns="60960" rIns="121920" bIns="60960" numCol="1" anchor="ctr" anchorCtr="0" compatLnSpc="1">
            <a:prstTxWarp prst="textNoShape">
              <a:avLst/>
            </a:prstTxWarp>
            <a:spAutoFit/>
          </a:bodyPr>
          <a:lstStyle/>
          <a:p>
            <a:pPr defTabSz="1219170"/>
            <a:endParaRPr lang="zh-CN" altLang="en-US" sz="2400">
              <a:solidFill>
                <a:prstClr val="black"/>
              </a:solidFill>
              <a:latin typeface="Trebuchet MS"/>
              <a:ea typeface="方正姚体" panose="02010601030101010101" pitchFamily="2" charset="-122"/>
            </a:endParaRPr>
          </a:p>
        </p:txBody>
      </p:sp>
      <p:pic>
        <p:nvPicPr>
          <p:cNvPr id="6" name="图片 5" descr="http://photocdn.sohu.com/20120228/Img336151314.jpg"/>
          <p:cNvPicPr>
            <a:picLocks noChangeAspect="1"/>
          </p:cNvPicPr>
          <p:nvPr/>
        </p:nvPicPr>
        <p:blipFill rotWithShape="1">
          <a:blip r:embed="rId4" cstate="print"/>
          <a:stretch/>
        </p:blipFill>
        <p:spPr bwMode="auto">
          <a:xfrm>
            <a:off x="2351584" y="1796819"/>
            <a:ext cx="7592608" cy="432048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02694564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zh-CN" altLang="en-US" sz="4800" dirty="0"/>
              <a:t>主题四 物联世界、感知天下</a:t>
            </a:r>
          </a:p>
        </p:txBody>
      </p:sp>
      <p:sp>
        <p:nvSpPr>
          <p:cNvPr id="2" name="内容占位符 1"/>
          <p:cNvSpPr>
            <a:spLocks noGrp="1"/>
          </p:cNvSpPr>
          <p:nvPr>
            <p:ph idx="1"/>
          </p:nvPr>
        </p:nvSpPr>
        <p:spPr/>
        <p:txBody>
          <a:bodyPr>
            <a:normAutofit/>
          </a:bodyPr>
          <a:lstStyle/>
          <a:p>
            <a:pPr>
              <a:lnSpc>
                <a:spcPct val="150000"/>
              </a:lnSpc>
              <a:spcBef>
                <a:spcPts val="0"/>
              </a:spcBef>
            </a:pPr>
            <a:r>
              <a:rPr lang="zh-CN" altLang="zh-CN" sz="3733" dirty="0">
                <a:latin typeface="黑体" pitchFamily="49" charset="-122"/>
                <a:ea typeface="黑体" pitchFamily="49" charset="-122"/>
              </a:rPr>
              <a:t>什么是</a:t>
            </a:r>
            <a:r>
              <a:rPr lang="zh-CN" altLang="en-US" sz="3733" dirty="0">
                <a:latin typeface="黑体" pitchFamily="49" charset="-122"/>
                <a:ea typeface="黑体" pitchFamily="49" charset="-122"/>
              </a:rPr>
              <a:t>物联网</a:t>
            </a:r>
            <a:endParaRPr lang="en-US" altLang="zh-CN" sz="3733" dirty="0">
              <a:latin typeface="黑体" pitchFamily="49" charset="-122"/>
              <a:ea typeface="黑体" pitchFamily="49" charset="-122"/>
            </a:endParaRPr>
          </a:p>
          <a:p>
            <a:pPr>
              <a:lnSpc>
                <a:spcPct val="150000"/>
              </a:lnSpc>
              <a:spcBef>
                <a:spcPts val="0"/>
              </a:spcBef>
            </a:pPr>
            <a:r>
              <a:rPr lang="zh-CN" altLang="zh-CN" sz="3733" dirty="0">
                <a:latin typeface="黑体" pitchFamily="49" charset="-122"/>
                <a:ea typeface="黑体" pitchFamily="49" charset="-122"/>
              </a:rPr>
              <a:t>传感网、物联网与互联网</a:t>
            </a:r>
          </a:p>
          <a:p>
            <a:pPr>
              <a:lnSpc>
                <a:spcPct val="150000"/>
              </a:lnSpc>
              <a:spcBef>
                <a:spcPts val="0"/>
              </a:spcBef>
            </a:pPr>
            <a:r>
              <a:rPr lang="zh-CN" altLang="zh-CN" sz="3733" dirty="0">
                <a:latin typeface="黑体" pitchFamily="49" charset="-122"/>
                <a:ea typeface="黑体" pitchFamily="49" charset="-122"/>
              </a:rPr>
              <a:t>物联网的关键技术</a:t>
            </a:r>
            <a:endParaRPr lang="en-US" altLang="zh-CN" sz="3733" dirty="0">
              <a:latin typeface="黑体" pitchFamily="49" charset="-122"/>
              <a:ea typeface="黑体" pitchFamily="49" charset="-122"/>
            </a:endParaRPr>
          </a:p>
          <a:p>
            <a:pPr>
              <a:lnSpc>
                <a:spcPct val="150000"/>
              </a:lnSpc>
              <a:spcBef>
                <a:spcPts val="0"/>
              </a:spcBef>
            </a:pPr>
            <a:r>
              <a:rPr lang="zh-CN" altLang="zh-CN" sz="3733" dirty="0">
                <a:latin typeface="黑体" pitchFamily="49" charset="-122"/>
                <a:ea typeface="黑体" pitchFamily="49" charset="-122"/>
              </a:rPr>
              <a:t>物联网的典型应用</a:t>
            </a:r>
          </a:p>
          <a:p>
            <a:endParaRPr lang="en-US" altLang="zh-CN" sz="3733" dirty="0">
              <a:latin typeface="黑体" pitchFamily="49" charset="-122"/>
              <a:ea typeface="黑体" pitchFamily="49" charset="-122"/>
            </a:endParaRPr>
          </a:p>
        </p:txBody>
      </p:sp>
      <p:sp>
        <p:nvSpPr>
          <p:cNvPr id="5" name="TextBox 4"/>
          <p:cNvSpPr txBox="1"/>
          <p:nvPr/>
        </p:nvSpPr>
        <p:spPr>
          <a:xfrm>
            <a:off x="0" y="-170"/>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2" action="ppaction://hlinksldjump"/>
              </a:rPr>
              <a:t></a:t>
            </a:r>
            <a:endParaRPr lang="zh-CN" altLang="en-US" sz="8000" dirty="0">
              <a:solidFill>
                <a:prstClr val="black"/>
              </a:solidFill>
              <a:latin typeface="Trebuchet MS"/>
              <a:ea typeface="方正姚体" panose="02010601030101010101" pitchFamily="2" charset="-122"/>
            </a:endParaRPr>
          </a:p>
        </p:txBody>
      </p:sp>
    </p:spTree>
    <p:extLst>
      <p:ext uri="{BB962C8B-B14F-4D97-AF65-F5344CB8AC3E}">
        <p14:creationId xmlns:p14="http://schemas.microsoft.com/office/powerpoint/2010/main" val="223330327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04354" name="Rectangle 2"/>
          <p:cNvSpPr>
            <a:spLocks noGrp="1" noChangeArrowheads="1"/>
          </p:cNvSpPr>
          <p:nvPr>
            <p:ph type="title"/>
          </p:nvPr>
        </p:nvSpPr>
        <p:spPr>
          <a:xfrm>
            <a:off x="1295467" y="260648"/>
            <a:ext cx="8955616" cy="864096"/>
          </a:xfrm>
        </p:spPr>
        <p:txBody>
          <a:bodyPr>
            <a:noAutofit/>
          </a:bodyPr>
          <a:lstStyle/>
          <a:p>
            <a:pPr>
              <a:lnSpc>
                <a:spcPct val="150000"/>
              </a:lnSpc>
              <a:spcBef>
                <a:spcPts val="0"/>
              </a:spcBef>
            </a:pPr>
            <a:r>
              <a:rPr lang="zh-CN" altLang="zh-CN" sz="4800" dirty="0"/>
              <a:t>物联网的关键技术</a:t>
            </a:r>
            <a:endParaRPr lang="en-US" altLang="zh-CN" sz="4800" dirty="0"/>
          </a:p>
        </p:txBody>
      </p:sp>
      <p:sp>
        <p:nvSpPr>
          <p:cNvPr id="2404355" name="Rectangle 3"/>
          <p:cNvSpPr>
            <a:spLocks noGrp="1" noChangeArrowheads="1"/>
          </p:cNvSpPr>
          <p:nvPr>
            <p:ph type="body" sz="half" idx="1"/>
          </p:nvPr>
        </p:nvSpPr>
        <p:spPr>
          <a:xfrm>
            <a:off x="431371" y="1508787"/>
            <a:ext cx="7488832" cy="4032447"/>
          </a:xfrm>
        </p:spPr>
        <p:txBody>
          <a:bodyPr>
            <a:normAutofit fontScale="92500"/>
          </a:bodyPr>
          <a:lstStyle/>
          <a:p>
            <a:pPr>
              <a:lnSpc>
                <a:spcPct val="150000"/>
              </a:lnSpc>
              <a:spcBef>
                <a:spcPts val="0"/>
              </a:spcBef>
            </a:pPr>
            <a:r>
              <a:rPr lang="zh-CN" altLang="zh-CN" sz="3200" dirty="0"/>
              <a:t>射频识别技术</a:t>
            </a:r>
            <a:endParaRPr lang="en-US" altLang="zh-CN" sz="3200" dirty="0"/>
          </a:p>
          <a:p>
            <a:pPr lvl="1">
              <a:lnSpc>
                <a:spcPct val="150000"/>
              </a:lnSpc>
              <a:spcBef>
                <a:spcPts val="0"/>
              </a:spcBef>
            </a:pPr>
            <a:r>
              <a:rPr lang="en-US" altLang="zh-CN" sz="2667" dirty="0" err="1"/>
              <a:t>RFID</a:t>
            </a:r>
            <a:r>
              <a:rPr lang="en-US" altLang="zh-CN" sz="2667" dirty="0"/>
              <a:t> (Radio Frequency </a:t>
            </a:r>
            <a:r>
              <a:rPr lang="en-US" altLang="zh-CN" sz="2667" dirty="0" err="1"/>
              <a:t>IDentification</a:t>
            </a:r>
            <a:r>
              <a:rPr lang="zh-CN" altLang="zh-CN" sz="2667" dirty="0"/>
              <a:t>，射频识别</a:t>
            </a:r>
            <a:r>
              <a:rPr lang="en-US" altLang="zh-CN" sz="2667" dirty="0"/>
              <a:t>)</a:t>
            </a:r>
            <a:r>
              <a:rPr lang="zh-CN" altLang="zh-CN" sz="2667" dirty="0"/>
              <a:t>是一种非接触式的自动识别技术，可通过无线电讯号识别特定目标并读写相关数据</a:t>
            </a:r>
            <a:r>
              <a:rPr lang="zh-CN" altLang="en-US" sz="2667" dirty="0"/>
              <a:t>。</a:t>
            </a:r>
            <a:endParaRPr lang="en-US" altLang="zh-CN" sz="2667" dirty="0"/>
          </a:p>
          <a:p>
            <a:pPr>
              <a:lnSpc>
                <a:spcPct val="150000"/>
              </a:lnSpc>
              <a:spcBef>
                <a:spcPts val="0"/>
              </a:spcBef>
            </a:pPr>
            <a:endParaRPr lang="en-US" altLang="zh-CN" sz="3200" dirty="0"/>
          </a:p>
          <a:p>
            <a:pPr>
              <a:buNone/>
            </a:pPr>
            <a:r>
              <a:rPr lang="en-US" altLang="zh-CN" sz="3200" dirty="0">
                <a:latin typeface="Comic Sans MS" pitchFamily="66" charset="0"/>
                <a:sym typeface="Perpetua" pitchFamily="18" charset="0"/>
              </a:rPr>
              <a:t>	</a:t>
            </a:r>
            <a:endParaRPr lang="en-US" altLang="zh-TW" sz="2667" dirty="0">
              <a:latin typeface="华文楷体" pitchFamily="2" charset="-122"/>
              <a:ea typeface="华文楷体" pitchFamily="2" charset="-122"/>
              <a:sym typeface="Perpetua" pitchFamily="18" charset="0"/>
            </a:endParaRPr>
          </a:p>
          <a:p>
            <a:endParaRPr lang="en-US" altLang="zh-CN" sz="3200" dirty="0"/>
          </a:p>
        </p:txBody>
      </p:sp>
      <p:sp>
        <p:nvSpPr>
          <p:cNvPr id="5" name="TextBox 4"/>
          <p:cNvSpPr txBox="1"/>
          <p:nvPr/>
        </p:nvSpPr>
        <p:spPr>
          <a:xfrm>
            <a:off x="-30291" y="5736"/>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3" action="ppaction://hlinksldjump"/>
              </a:rPr>
              <a:t></a:t>
            </a:r>
            <a:endParaRPr lang="zh-CN" altLang="en-US" sz="8000" dirty="0">
              <a:solidFill>
                <a:prstClr val="black"/>
              </a:solidFill>
              <a:latin typeface="Trebuchet MS"/>
              <a:ea typeface="方正姚体" panose="02010601030101010101" pitchFamily="2" charset="-122"/>
            </a:endParaRPr>
          </a:p>
        </p:txBody>
      </p:sp>
      <p:sp>
        <p:nvSpPr>
          <p:cNvPr id="186372" name="Rectangle 4"/>
          <p:cNvSpPr>
            <a:spLocks noChangeArrowheads="1"/>
          </p:cNvSpPr>
          <p:nvPr/>
        </p:nvSpPr>
        <p:spPr bwMode="auto">
          <a:xfrm>
            <a:off x="1" y="-246220"/>
            <a:ext cx="246286" cy="492443"/>
          </a:xfrm>
          <a:prstGeom prst="rect">
            <a:avLst/>
          </a:prstGeom>
          <a:noFill/>
          <a:ln w="9525">
            <a:noFill/>
            <a:miter lim="800000"/>
            <a:headEnd/>
            <a:tailEnd/>
          </a:ln>
          <a:effectLst/>
        </p:spPr>
        <p:txBody>
          <a:bodyPr vert="horz" wrap="none" lIns="121920" tIns="60960" rIns="121920" bIns="60960" numCol="1" anchor="ctr" anchorCtr="0" compatLnSpc="1">
            <a:prstTxWarp prst="textNoShape">
              <a:avLst/>
            </a:prstTxWarp>
            <a:spAutoFit/>
          </a:bodyPr>
          <a:lstStyle/>
          <a:p>
            <a:pPr defTabSz="1219170"/>
            <a:endParaRPr lang="zh-CN" altLang="en-US" sz="2400">
              <a:solidFill>
                <a:prstClr val="black"/>
              </a:solidFill>
              <a:latin typeface="Trebuchet MS"/>
              <a:ea typeface="方正姚体" panose="02010601030101010101" pitchFamily="2" charset="-122"/>
            </a:endParaRPr>
          </a:p>
        </p:txBody>
      </p:sp>
      <p:pic>
        <p:nvPicPr>
          <p:cNvPr id="6" name="图片 5" descr="221601385wnt.jpg"/>
          <p:cNvPicPr/>
          <p:nvPr/>
        </p:nvPicPr>
        <p:blipFill>
          <a:blip r:embed="rId4" cstate="print"/>
          <a:stretch>
            <a:fillRect/>
          </a:stretch>
        </p:blipFill>
        <p:spPr>
          <a:xfrm>
            <a:off x="7920203" y="2084851"/>
            <a:ext cx="3594100" cy="3327400"/>
          </a:xfrm>
          <a:prstGeom prst="rect">
            <a:avLst/>
          </a:prstGeom>
          <a:noFill/>
          <a:ln>
            <a:noFill/>
          </a:ln>
        </p:spPr>
      </p:pic>
    </p:spTree>
    <p:extLst>
      <p:ext uri="{BB962C8B-B14F-4D97-AF65-F5344CB8AC3E}">
        <p14:creationId xmlns:p14="http://schemas.microsoft.com/office/powerpoint/2010/main" val="275029001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04354" name="Rectangle 2"/>
          <p:cNvSpPr>
            <a:spLocks noGrp="1" noChangeArrowheads="1"/>
          </p:cNvSpPr>
          <p:nvPr>
            <p:ph type="title"/>
          </p:nvPr>
        </p:nvSpPr>
        <p:spPr>
          <a:xfrm>
            <a:off x="1295467" y="260648"/>
            <a:ext cx="8955616" cy="864096"/>
          </a:xfrm>
        </p:spPr>
        <p:txBody>
          <a:bodyPr>
            <a:noAutofit/>
          </a:bodyPr>
          <a:lstStyle/>
          <a:p>
            <a:pPr>
              <a:lnSpc>
                <a:spcPct val="150000"/>
              </a:lnSpc>
              <a:spcBef>
                <a:spcPts val="0"/>
              </a:spcBef>
            </a:pPr>
            <a:r>
              <a:rPr lang="zh-CN" altLang="zh-CN" sz="4800" dirty="0"/>
              <a:t>物联网的关键技术</a:t>
            </a:r>
            <a:endParaRPr lang="en-US" altLang="zh-CN" sz="4800" dirty="0"/>
          </a:p>
        </p:txBody>
      </p:sp>
      <p:sp>
        <p:nvSpPr>
          <p:cNvPr id="2404355" name="Rectangle 3"/>
          <p:cNvSpPr>
            <a:spLocks noGrp="1" noChangeArrowheads="1"/>
          </p:cNvSpPr>
          <p:nvPr>
            <p:ph type="body" sz="half" idx="1"/>
          </p:nvPr>
        </p:nvSpPr>
        <p:spPr>
          <a:xfrm>
            <a:off x="431371" y="1508787"/>
            <a:ext cx="7488832" cy="4032447"/>
          </a:xfrm>
        </p:spPr>
        <p:txBody>
          <a:bodyPr>
            <a:normAutofit/>
          </a:bodyPr>
          <a:lstStyle/>
          <a:p>
            <a:pPr>
              <a:lnSpc>
                <a:spcPct val="150000"/>
              </a:lnSpc>
              <a:spcBef>
                <a:spcPts val="0"/>
              </a:spcBef>
            </a:pPr>
            <a:r>
              <a:rPr lang="zh-CN" altLang="zh-CN" sz="3200" dirty="0"/>
              <a:t>传感技术</a:t>
            </a:r>
            <a:endParaRPr lang="en-US" altLang="zh-CN" sz="3200" dirty="0"/>
          </a:p>
          <a:p>
            <a:pPr lvl="1">
              <a:lnSpc>
                <a:spcPct val="150000"/>
              </a:lnSpc>
              <a:spcBef>
                <a:spcPts val="0"/>
              </a:spcBef>
            </a:pPr>
            <a:r>
              <a:rPr lang="zh-CN" altLang="zh-CN" sz="2400" dirty="0"/>
              <a:t>传统的传感器正逐步实现微型化、智能化、信息化、网络化</a:t>
            </a:r>
            <a:r>
              <a:rPr lang="zh-CN" altLang="en-US" sz="2667" dirty="0"/>
              <a:t>。</a:t>
            </a:r>
            <a:endParaRPr lang="en-US" altLang="zh-CN" sz="2667" dirty="0"/>
          </a:p>
          <a:p>
            <a:pPr>
              <a:lnSpc>
                <a:spcPct val="150000"/>
              </a:lnSpc>
              <a:spcBef>
                <a:spcPts val="0"/>
              </a:spcBef>
            </a:pPr>
            <a:r>
              <a:rPr lang="zh-CN" altLang="zh-CN" sz="3200" dirty="0"/>
              <a:t>网络通信技术</a:t>
            </a:r>
            <a:endParaRPr lang="en-US" altLang="zh-CN" sz="3200" dirty="0"/>
          </a:p>
        </p:txBody>
      </p:sp>
      <p:sp>
        <p:nvSpPr>
          <p:cNvPr id="5" name="TextBox 4"/>
          <p:cNvSpPr txBox="1"/>
          <p:nvPr/>
        </p:nvSpPr>
        <p:spPr>
          <a:xfrm>
            <a:off x="-30291" y="5736"/>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3" action="ppaction://hlinksldjump"/>
              </a:rPr>
              <a:t></a:t>
            </a:r>
            <a:endParaRPr lang="zh-CN" altLang="en-US" sz="8000" dirty="0">
              <a:solidFill>
                <a:prstClr val="black"/>
              </a:solidFill>
              <a:latin typeface="Trebuchet MS"/>
              <a:ea typeface="方正姚体" panose="02010601030101010101" pitchFamily="2" charset="-122"/>
            </a:endParaRPr>
          </a:p>
        </p:txBody>
      </p:sp>
      <p:sp>
        <p:nvSpPr>
          <p:cNvPr id="186372" name="Rectangle 4"/>
          <p:cNvSpPr>
            <a:spLocks noChangeArrowheads="1"/>
          </p:cNvSpPr>
          <p:nvPr/>
        </p:nvSpPr>
        <p:spPr bwMode="auto">
          <a:xfrm>
            <a:off x="1" y="-246220"/>
            <a:ext cx="246286" cy="492443"/>
          </a:xfrm>
          <a:prstGeom prst="rect">
            <a:avLst/>
          </a:prstGeom>
          <a:noFill/>
          <a:ln w="9525">
            <a:noFill/>
            <a:miter lim="800000"/>
            <a:headEnd/>
            <a:tailEnd/>
          </a:ln>
          <a:effectLst/>
        </p:spPr>
        <p:txBody>
          <a:bodyPr vert="horz" wrap="none" lIns="121920" tIns="60960" rIns="121920" bIns="60960" numCol="1" anchor="ctr" anchorCtr="0" compatLnSpc="1">
            <a:prstTxWarp prst="textNoShape">
              <a:avLst/>
            </a:prstTxWarp>
            <a:spAutoFit/>
          </a:bodyPr>
          <a:lstStyle/>
          <a:p>
            <a:pPr defTabSz="1219170"/>
            <a:endParaRPr lang="zh-CN" altLang="en-US" sz="2400">
              <a:solidFill>
                <a:prstClr val="black"/>
              </a:solidFill>
              <a:latin typeface="Trebuchet MS"/>
              <a:ea typeface="方正姚体" panose="02010601030101010101" pitchFamily="2" charset="-122"/>
            </a:endParaRPr>
          </a:p>
        </p:txBody>
      </p:sp>
    </p:spTree>
    <p:extLst>
      <p:ext uri="{BB962C8B-B14F-4D97-AF65-F5344CB8AC3E}">
        <p14:creationId xmlns:p14="http://schemas.microsoft.com/office/powerpoint/2010/main" val="365766028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zh-CN" altLang="en-US" sz="4800" dirty="0"/>
              <a:t>主题四 物联世界、感知天下</a:t>
            </a:r>
          </a:p>
        </p:txBody>
      </p:sp>
      <p:sp>
        <p:nvSpPr>
          <p:cNvPr id="2" name="内容占位符 1"/>
          <p:cNvSpPr>
            <a:spLocks noGrp="1"/>
          </p:cNvSpPr>
          <p:nvPr>
            <p:ph idx="1"/>
          </p:nvPr>
        </p:nvSpPr>
        <p:spPr/>
        <p:txBody>
          <a:bodyPr>
            <a:normAutofit/>
          </a:bodyPr>
          <a:lstStyle/>
          <a:p>
            <a:pPr>
              <a:lnSpc>
                <a:spcPct val="150000"/>
              </a:lnSpc>
              <a:spcBef>
                <a:spcPts val="0"/>
              </a:spcBef>
            </a:pPr>
            <a:r>
              <a:rPr lang="zh-CN" altLang="zh-CN" sz="3733" dirty="0">
                <a:latin typeface="黑体" pitchFamily="49" charset="-122"/>
                <a:ea typeface="黑体" pitchFamily="49" charset="-122"/>
              </a:rPr>
              <a:t>什么是</a:t>
            </a:r>
            <a:r>
              <a:rPr lang="zh-CN" altLang="en-US" sz="3733" dirty="0">
                <a:latin typeface="黑体" pitchFamily="49" charset="-122"/>
                <a:ea typeface="黑体" pitchFamily="49" charset="-122"/>
              </a:rPr>
              <a:t>物联网</a:t>
            </a:r>
            <a:endParaRPr lang="en-US" altLang="zh-CN" sz="3733" dirty="0">
              <a:latin typeface="黑体" pitchFamily="49" charset="-122"/>
              <a:ea typeface="黑体" pitchFamily="49" charset="-122"/>
            </a:endParaRPr>
          </a:p>
          <a:p>
            <a:pPr>
              <a:lnSpc>
                <a:spcPct val="150000"/>
              </a:lnSpc>
              <a:spcBef>
                <a:spcPts val="0"/>
              </a:spcBef>
            </a:pPr>
            <a:r>
              <a:rPr lang="zh-CN" altLang="zh-CN" sz="3733" dirty="0">
                <a:latin typeface="黑体" pitchFamily="49" charset="-122"/>
                <a:ea typeface="黑体" pitchFamily="49" charset="-122"/>
              </a:rPr>
              <a:t>传感网、物联网与互联网</a:t>
            </a:r>
          </a:p>
          <a:p>
            <a:pPr>
              <a:lnSpc>
                <a:spcPct val="150000"/>
              </a:lnSpc>
              <a:spcBef>
                <a:spcPts val="0"/>
              </a:spcBef>
            </a:pPr>
            <a:r>
              <a:rPr lang="zh-CN" altLang="zh-CN" sz="3733" dirty="0">
                <a:latin typeface="黑体" pitchFamily="49" charset="-122"/>
                <a:ea typeface="黑体" pitchFamily="49" charset="-122"/>
              </a:rPr>
              <a:t>物联网的关键技术</a:t>
            </a:r>
            <a:endParaRPr lang="en-US" altLang="zh-CN" sz="3733" dirty="0">
              <a:latin typeface="黑体" pitchFamily="49" charset="-122"/>
              <a:ea typeface="黑体" pitchFamily="49" charset="-122"/>
            </a:endParaRPr>
          </a:p>
          <a:p>
            <a:pPr>
              <a:lnSpc>
                <a:spcPct val="150000"/>
              </a:lnSpc>
              <a:spcBef>
                <a:spcPts val="0"/>
              </a:spcBef>
            </a:pPr>
            <a:r>
              <a:rPr lang="zh-CN" altLang="zh-CN" sz="3733" dirty="0">
                <a:latin typeface="黑体" pitchFamily="49" charset="-122"/>
                <a:ea typeface="黑体" pitchFamily="49" charset="-122"/>
              </a:rPr>
              <a:t>物联网的典型应用</a:t>
            </a:r>
          </a:p>
          <a:p>
            <a:endParaRPr lang="en-US" altLang="zh-CN" sz="3733" dirty="0">
              <a:latin typeface="黑体" pitchFamily="49" charset="-122"/>
              <a:ea typeface="黑体" pitchFamily="49" charset="-122"/>
            </a:endParaRPr>
          </a:p>
        </p:txBody>
      </p:sp>
      <p:sp>
        <p:nvSpPr>
          <p:cNvPr id="5" name="TextBox 4"/>
          <p:cNvSpPr txBox="1"/>
          <p:nvPr/>
        </p:nvSpPr>
        <p:spPr>
          <a:xfrm>
            <a:off x="0" y="-170"/>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2" action="ppaction://hlinksldjump"/>
              </a:rPr>
              <a:t></a:t>
            </a:r>
            <a:endParaRPr lang="zh-CN" altLang="en-US" sz="8000" dirty="0">
              <a:solidFill>
                <a:prstClr val="black"/>
              </a:solidFill>
              <a:latin typeface="Trebuchet MS"/>
              <a:ea typeface="方正姚体" panose="02010601030101010101" pitchFamily="2" charset="-122"/>
            </a:endParaRPr>
          </a:p>
        </p:txBody>
      </p:sp>
    </p:spTree>
    <p:extLst>
      <p:ext uri="{BB962C8B-B14F-4D97-AF65-F5344CB8AC3E}">
        <p14:creationId xmlns:p14="http://schemas.microsoft.com/office/powerpoint/2010/main" val="71762891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04354" name="Rectangle 2"/>
          <p:cNvSpPr>
            <a:spLocks noGrp="1" noChangeArrowheads="1"/>
          </p:cNvSpPr>
          <p:nvPr>
            <p:ph type="title"/>
          </p:nvPr>
        </p:nvSpPr>
        <p:spPr>
          <a:xfrm>
            <a:off x="1295467" y="260648"/>
            <a:ext cx="8955616" cy="864096"/>
          </a:xfrm>
        </p:spPr>
        <p:txBody>
          <a:bodyPr>
            <a:noAutofit/>
          </a:bodyPr>
          <a:lstStyle/>
          <a:p>
            <a:pPr>
              <a:lnSpc>
                <a:spcPct val="150000"/>
              </a:lnSpc>
              <a:spcBef>
                <a:spcPts val="0"/>
              </a:spcBef>
            </a:pPr>
            <a:r>
              <a:rPr lang="zh-CN" altLang="zh-CN" sz="4800" dirty="0"/>
              <a:t>物联网的典型应用</a:t>
            </a:r>
            <a:endParaRPr lang="en-US" altLang="zh-CN" sz="4800" dirty="0"/>
          </a:p>
        </p:txBody>
      </p:sp>
      <p:sp>
        <p:nvSpPr>
          <p:cNvPr id="2404355" name="Rectangle 3"/>
          <p:cNvSpPr>
            <a:spLocks noGrp="1" noChangeArrowheads="1"/>
          </p:cNvSpPr>
          <p:nvPr>
            <p:ph type="body" sz="half" idx="1"/>
          </p:nvPr>
        </p:nvSpPr>
        <p:spPr>
          <a:xfrm>
            <a:off x="431371" y="1508787"/>
            <a:ext cx="7488832" cy="4032447"/>
          </a:xfrm>
        </p:spPr>
        <p:txBody>
          <a:bodyPr>
            <a:normAutofit/>
          </a:bodyPr>
          <a:lstStyle/>
          <a:p>
            <a:pPr>
              <a:lnSpc>
                <a:spcPct val="150000"/>
              </a:lnSpc>
              <a:spcBef>
                <a:spcPts val="0"/>
              </a:spcBef>
            </a:pPr>
            <a:r>
              <a:rPr lang="zh-CN" altLang="zh-CN" sz="3200" dirty="0"/>
              <a:t>物流领域的应用</a:t>
            </a:r>
            <a:endParaRPr lang="en-US" altLang="zh-CN" sz="3200" dirty="0"/>
          </a:p>
        </p:txBody>
      </p:sp>
      <p:sp>
        <p:nvSpPr>
          <p:cNvPr id="5" name="TextBox 4"/>
          <p:cNvSpPr txBox="1"/>
          <p:nvPr/>
        </p:nvSpPr>
        <p:spPr>
          <a:xfrm>
            <a:off x="-30291" y="5736"/>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3" action="ppaction://hlinksldjump"/>
              </a:rPr>
              <a:t></a:t>
            </a:r>
            <a:endParaRPr lang="zh-CN" altLang="en-US" sz="8000" dirty="0">
              <a:solidFill>
                <a:prstClr val="black"/>
              </a:solidFill>
              <a:latin typeface="Trebuchet MS"/>
              <a:ea typeface="方正姚体" panose="02010601030101010101" pitchFamily="2" charset="-122"/>
            </a:endParaRPr>
          </a:p>
        </p:txBody>
      </p:sp>
      <p:sp>
        <p:nvSpPr>
          <p:cNvPr id="186372" name="Rectangle 4"/>
          <p:cNvSpPr>
            <a:spLocks noChangeArrowheads="1"/>
          </p:cNvSpPr>
          <p:nvPr/>
        </p:nvSpPr>
        <p:spPr bwMode="auto">
          <a:xfrm>
            <a:off x="1" y="-246220"/>
            <a:ext cx="246286" cy="492443"/>
          </a:xfrm>
          <a:prstGeom prst="rect">
            <a:avLst/>
          </a:prstGeom>
          <a:noFill/>
          <a:ln w="9525">
            <a:noFill/>
            <a:miter lim="800000"/>
            <a:headEnd/>
            <a:tailEnd/>
          </a:ln>
          <a:effectLst/>
        </p:spPr>
        <p:txBody>
          <a:bodyPr vert="horz" wrap="none" lIns="121920" tIns="60960" rIns="121920" bIns="60960" numCol="1" anchor="ctr" anchorCtr="0" compatLnSpc="1">
            <a:prstTxWarp prst="textNoShape">
              <a:avLst/>
            </a:prstTxWarp>
            <a:spAutoFit/>
          </a:bodyPr>
          <a:lstStyle/>
          <a:p>
            <a:pPr defTabSz="1219170"/>
            <a:endParaRPr lang="zh-CN" altLang="en-US" sz="2400">
              <a:solidFill>
                <a:prstClr val="black"/>
              </a:solidFill>
              <a:latin typeface="Trebuchet MS"/>
              <a:ea typeface="方正姚体" panose="02010601030101010101" pitchFamily="2" charset="-122"/>
            </a:endParaRPr>
          </a:p>
        </p:txBody>
      </p:sp>
      <p:pic>
        <p:nvPicPr>
          <p:cNvPr id="6" name="图片 5" descr="2011102550150709.jpg"/>
          <p:cNvPicPr/>
          <p:nvPr/>
        </p:nvPicPr>
        <p:blipFill rotWithShape="1">
          <a:blip r:embed="rId4" cstate="print"/>
          <a:stretch/>
        </p:blipFill>
        <p:spPr bwMode="auto">
          <a:xfrm>
            <a:off x="4943872" y="1700808"/>
            <a:ext cx="6310936" cy="4392557"/>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21683594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04354" name="Rectangle 2"/>
          <p:cNvSpPr>
            <a:spLocks noGrp="1" noChangeArrowheads="1"/>
          </p:cNvSpPr>
          <p:nvPr>
            <p:ph type="title"/>
          </p:nvPr>
        </p:nvSpPr>
        <p:spPr>
          <a:xfrm>
            <a:off x="1295467" y="260648"/>
            <a:ext cx="8955616" cy="864096"/>
          </a:xfrm>
        </p:spPr>
        <p:txBody>
          <a:bodyPr>
            <a:noAutofit/>
          </a:bodyPr>
          <a:lstStyle/>
          <a:p>
            <a:pPr>
              <a:lnSpc>
                <a:spcPct val="150000"/>
              </a:lnSpc>
              <a:spcBef>
                <a:spcPts val="0"/>
              </a:spcBef>
            </a:pPr>
            <a:r>
              <a:rPr lang="zh-CN" altLang="zh-CN" sz="4800" dirty="0"/>
              <a:t>物联网的典型应用</a:t>
            </a:r>
            <a:endParaRPr lang="en-US" altLang="zh-CN" sz="4800" dirty="0"/>
          </a:p>
        </p:txBody>
      </p:sp>
      <p:sp>
        <p:nvSpPr>
          <p:cNvPr id="2404355" name="Rectangle 3"/>
          <p:cNvSpPr>
            <a:spLocks noGrp="1" noChangeArrowheads="1"/>
          </p:cNvSpPr>
          <p:nvPr>
            <p:ph type="body" sz="half" idx="1"/>
          </p:nvPr>
        </p:nvSpPr>
        <p:spPr>
          <a:xfrm>
            <a:off x="431371" y="1508787"/>
            <a:ext cx="7488832" cy="4032447"/>
          </a:xfrm>
        </p:spPr>
        <p:txBody>
          <a:bodyPr>
            <a:normAutofit/>
          </a:bodyPr>
          <a:lstStyle/>
          <a:p>
            <a:pPr>
              <a:lnSpc>
                <a:spcPct val="150000"/>
              </a:lnSpc>
              <a:spcBef>
                <a:spcPts val="0"/>
              </a:spcBef>
            </a:pPr>
            <a:r>
              <a:rPr lang="zh-CN" altLang="zh-CN" sz="3200" dirty="0"/>
              <a:t>交通领域的应用</a:t>
            </a:r>
            <a:endParaRPr lang="en-US" altLang="zh-CN" sz="3200" dirty="0"/>
          </a:p>
        </p:txBody>
      </p:sp>
      <p:sp>
        <p:nvSpPr>
          <p:cNvPr id="5" name="TextBox 4"/>
          <p:cNvSpPr txBox="1"/>
          <p:nvPr/>
        </p:nvSpPr>
        <p:spPr>
          <a:xfrm>
            <a:off x="-30291" y="5736"/>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3" action="ppaction://hlinksldjump"/>
              </a:rPr>
              <a:t></a:t>
            </a:r>
            <a:endParaRPr lang="zh-CN" altLang="en-US" sz="8000" dirty="0">
              <a:solidFill>
                <a:prstClr val="black"/>
              </a:solidFill>
              <a:latin typeface="Trebuchet MS"/>
              <a:ea typeface="方正姚体" panose="02010601030101010101" pitchFamily="2" charset="-122"/>
            </a:endParaRPr>
          </a:p>
        </p:txBody>
      </p:sp>
      <p:sp>
        <p:nvSpPr>
          <p:cNvPr id="186372" name="Rectangle 4"/>
          <p:cNvSpPr>
            <a:spLocks noChangeArrowheads="1"/>
          </p:cNvSpPr>
          <p:nvPr/>
        </p:nvSpPr>
        <p:spPr bwMode="auto">
          <a:xfrm>
            <a:off x="1" y="-246220"/>
            <a:ext cx="246286" cy="492443"/>
          </a:xfrm>
          <a:prstGeom prst="rect">
            <a:avLst/>
          </a:prstGeom>
          <a:noFill/>
          <a:ln w="9525">
            <a:noFill/>
            <a:miter lim="800000"/>
            <a:headEnd/>
            <a:tailEnd/>
          </a:ln>
          <a:effectLst/>
        </p:spPr>
        <p:txBody>
          <a:bodyPr vert="horz" wrap="none" lIns="121920" tIns="60960" rIns="121920" bIns="60960" numCol="1" anchor="ctr" anchorCtr="0" compatLnSpc="1">
            <a:prstTxWarp prst="textNoShape">
              <a:avLst/>
            </a:prstTxWarp>
            <a:spAutoFit/>
          </a:bodyPr>
          <a:lstStyle/>
          <a:p>
            <a:pPr defTabSz="1219170"/>
            <a:endParaRPr lang="zh-CN" altLang="en-US" sz="2400">
              <a:solidFill>
                <a:prstClr val="black"/>
              </a:solidFill>
              <a:latin typeface="Trebuchet MS"/>
              <a:ea typeface="方正姚体" panose="02010601030101010101" pitchFamily="2" charset="-122"/>
            </a:endParaRPr>
          </a:p>
        </p:txBody>
      </p:sp>
      <p:pic>
        <p:nvPicPr>
          <p:cNvPr id="7" name="图片 6" descr="xy.png"/>
          <p:cNvPicPr/>
          <p:nvPr/>
        </p:nvPicPr>
        <p:blipFill rotWithShape="1">
          <a:blip r:embed="rId4" cstate="print"/>
          <a:stretch/>
        </p:blipFill>
        <p:spPr bwMode="auto">
          <a:xfrm>
            <a:off x="4175787" y="1988840"/>
            <a:ext cx="4279555" cy="396852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30277469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04354" name="Rectangle 2"/>
          <p:cNvSpPr>
            <a:spLocks noGrp="1" noChangeArrowheads="1"/>
          </p:cNvSpPr>
          <p:nvPr>
            <p:ph type="title"/>
          </p:nvPr>
        </p:nvSpPr>
        <p:spPr>
          <a:xfrm>
            <a:off x="1295467" y="260648"/>
            <a:ext cx="8955616" cy="864096"/>
          </a:xfrm>
        </p:spPr>
        <p:txBody>
          <a:bodyPr>
            <a:noAutofit/>
          </a:bodyPr>
          <a:lstStyle/>
          <a:p>
            <a:pPr>
              <a:lnSpc>
                <a:spcPct val="150000"/>
              </a:lnSpc>
              <a:spcBef>
                <a:spcPts val="0"/>
              </a:spcBef>
            </a:pPr>
            <a:r>
              <a:rPr lang="zh-CN" altLang="zh-CN" sz="4800" dirty="0"/>
              <a:t>物联网的关键技术</a:t>
            </a:r>
            <a:endParaRPr lang="en-US" altLang="zh-CN" sz="4800" dirty="0"/>
          </a:p>
        </p:txBody>
      </p:sp>
      <p:sp>
        <p:nvSpPr>
          <p:cNvPr id="2404355" name="Rectangle 3"/>
          <p:cNvSpPr>
            <a:spLocks noGrp="1" noChangeArrowheads="1"/>
          </p:cNvSpPr>
          <p:nvPr>
            <p:ph type="body" sz="half" idx="1"/>
          </p:nvPr>
        </p:nvSpPr>
        <p:spPr>
          <a:xfrm>
            <a:off x="431371" y="1508787"/>
            <a:ext cx="7488832" cy="4032447"/>
          </a:xfrm>
        </p:spPr>
        <p:txBody>
          <a:bodyPr>
            <a:normAutofit/>
          </a:bodyPr>
          <a:lstStyle/>
          <a:p>
            <a:pPr>
              <a:lnSpc>
                <a:spcPct val="150000"/>
              </a:lnSpc>
              <a:spcBef>
                <a:spcPts val="0"/>
              </a:spcBef>
            </a:pPr>
            <a:r>
              <a:rPr lang="zh-CN" altLang="zh-CN" sz="3200" dirty="0"/>
              <a:t>传感技术</a:t>
            </a:r>
            <a:endParaRPr lang="en-US" altLang="zh-CN" sz="3200" dirty="0"/>
          </a:p>
          <a:p>
            <a:pPr lvl="1">
              <a:lnSpc>
                <a:spcPct val="150000"/>
              </a:lnSpc>
              <a:spcBef>
                <a:spcPts val="0"/>
              </a:spcBef>
            </a:pPr>
            <a:r>
              <a:rPr lang="zh-CN" altLang="zh-CN" sz="2400" dirty="0"/>
              <a:t>传统的传感器正逐步实现微型化、智能化、信息化、网络化</a:t>
            </a:r>
            <a:r>
              <a:rPr lang="zh-CN" altLang="en-US" sz="2667" dirty="0"/>
              <a:t>。</a:t>
            </a:r>
            <a:endParaRPr lang="en-US" altLang="zh-CN" sz="2667" dirty="0"/>
          </a:p>
          <a:p>
            <a:pPr>
              <a:lnSpc>
                <a:spcPct val="150000"/>
              </a:lnSpc>
              <a:spcBef>
                <a:spcPts val="0"/>
              </a:spcBef>
            </a:pPr>
            <a:r>
              <a:rPr lang="zh-CN" altLang="zh-CN" sz="3200" dirty="0"/>
              <a:t>网络通信技术</a:t>
            </a:r>
            <a:endParaRPr lang="en-US" altLang="zh-CN" sz="3200" dirty="0"/>
          </a:p>
        </p:txBody>
      </p:sp>
      <p:sp>
        <p:nvSpPr>
          <p:cNvPr id="5" name="TextBox 4"/>
          <p:cNvSpPr txBox="1"/>
          <p:nvPr/>
        </p:nvSpPr>
        <p:spPr>
          <a:xfrm>
            <a:off x="-30291" y="5736"/>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3" action="ppaction://hlinksldjump"/>
              </a:rPr>
              <a:t></a:t>
            </a:r>
            <a:endParaRPr lang="zh-CN" altLang="en-US" sz="8000" dirty="0">
              <a:solidFill>
                <a:prstClr val="black"/>
              </a:solidFill>
              <a:latin typeface="Trebuchet MS"/>
              <a:ea typeface="方正姚体" panose="02010601030101010101" pitchFamily="2" charset="-122"/>
            </a:endParaRPr>
          </a:p>
        </p:txBody>
      </p:sp>
      <p:sp>
        <p:nvSpPr>
          <p:cNvPr id="186372" name="Rectangle 4"/>
          <p:cNvSpPr>
            <a:spLocks noChangeArrowheads="1"/>
          </p:cNvSpPr>
          <p:nvPr/>
        </p:nvSpPr>
        <p:spPr bwMode="auto">
          <a:xfrm>
            <a:off x="1" y="-246220"/>
            <a:ext cx="246286" cy="492443"/>
          </a:xfrm>
          <a:prstGeom prst="rect">
            <a:avLst/>
          </a:prstGeom>
          <a:noFill/>
          <a:ln w="9525">
            <a:noFill/>
            <a:miter lim="800000"/>
            <a:headEnd/>
            <a:tailEnd/>
          </a:ln>
          <a:effectLst/>
        </p:spPr>
        <p:txBody>
          <a:bodyPr vert="horz" wrap="none" lIns="121920" tIns="60960" rIns="121920" bIns="60960" numCol="1" anchor="ctr" anchorCtr="0" compatLnSpc="1">
            <a:prstTxWarp prst="textNoShape">
              <a:avLst/>
            </a:prstTxWarp>
            <a:spAutoFit/>
          </a:bodyPr>
          <a:lstStyle/>
          <a:p>
            <a:pPr defTabSz="1219170"/>
            <a:endParaRPr lang="zh-CN" altLang="en-US" sz="2400">
              <a:solidFill>
                <a:prstClr val="black"/>
              </a:solidFill>
              <a:latin typeface="Trebuchet MS"/>
              <a:ea typeface="方正姚体" panose="02010601030101010101" pitchFamily="2" charset="-122"/>
            </a:endParaRPr>
          </a:p>
        </p:txBody>
      </p:sp>
    </p:spTree>
    <p:extLst>
      <p:ext uri="{BB962C8B-B14F-4D97-AF65-F5344CB8AC3E}">
        <p14:creationId xmlns:p14="http://schemas.microsoft.com/office/powerpoint/2010/main" val="16575520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800" dirty="0"/>
              <a:t>第五讲 网络世界之信息共享与计算</a:t>
            </a:r>
          </a:p>
        </p:txBody>
      </p:sp>
      <p:sp>
        <p:nvSpPr>
          <p:cNvPr id="3" name="副标题 2"/>
          <p:cNvSpPr>
            <a:spLocks noGrp="1"/>
          </p:cNvSpPr>
          <p:nvPr>
            <p:ph idx="1"/>
          </p:nvPr>
        </p:nvSpPr>
        <p:spPr/>
        <p:txBody>
          <a:bodyPr>
            <a:normAutofit/>
          </a:bodyPr>
          <a:lstStyle/>
          <a:p>
            <a:r>
              <a:rPr lang="zh-CN" altLang="en-US" sz="3733" dirty="0">
                <a:latin typeface="黑体" pitchFamily="49" charset="-122"/>
                <a:ea typeface="黑体" pitchFamily="49" charset="-122"/>
                <a:hlinkClick r:id="rId2" action="ppaction://hlinksldjump"/>
              </a:rPr>
              <a:t>主题一</a:t>
            </a:r>
            <a:r>
              <a:rPr lang="en-US" altLang="zh-CN" sz="3733" dirty="0">
                <a:latin typeface="黑体" pitchFamily="49" charset="-122"/>
                <a:ea typeface="黑体" pitchFamily="49" charset="-122"/>
                <a:hlinkClick r:id="rId2" action="ppaction://hlinksldjump"/>
              </a:rPr>
              <a:t>	</a:t>
            </a:r>
            <a:r>
              <a:rPr lang="zh-CN" altLang="en-US" sz="3733" dirty="0">
                <a:latin typeface="黑体" pitchFamily="49" charset="-122"/>
                <a:ea typeface="黑体" pitchFamily="49" charset="-122"/>
                <a:hlinkClick r:id="rId2" action="ppaction://hlinksldjump"/>
              </a:rPr>
              <a:t>信息传输平台</a:t>
            </a:r>
            <a:r>
              <a:rPr lang="en-US" altLang="zh-CN" sz="3733" dirty="0">
                <a:latin typeface="黑体" pitchFamily="49" charset="-122"/>
                <a:ea typeface="黑体" pitchFamily="49" charset="-122"/>
                <a:hlinkClick r:id="rId2" action="ppaction://hlinksldjump"/>
              </a:rPr>
              <a:t>--</a:t>
            </a:r>
            <a:r>
              <a:rPr lang="zh-CN" altLang="en-US" sz="3733" dirty="0">
                <a:latin typeface="黑体" pitchFamily="49" charset="-122"/>
                <a:ea typeface="黑体" pitchFamily="49" charset="-122"/>
                <a:hlinkClick r:id="rId2" action="ppaction://hlinksldjump"/>
              </a:rPr>
              <a:t>网络</a:t>
            </a:r>
            <a:endParaRPr lang="en-US" altLang="zh-CN" sz="3733" dirty="0">
              <a:latin typeface="黑体" pitchFamily="49" charset="-122"/>
              <a:ea typeface="黑体" pitchFamily="49" charset="-122"/>
            </a:endParaRPr>
          </a:p>
          <a:p>
            <a:r>
              <a:rPr lang="zh-CN" altLang="en-US" sz="3733" dirty="0">
                <a:latin typeface="黑体" pitchFamily="49" charset="-122"/>
                <a:ea typeface="黑体" pitchFamily="49" charset="-122"/>
                <a:hlinkClick r:id="rId3" action="ppaction://hlinksldjump"/>
              </a:rPr>
              <a:t>主题二</a:t>
            </a:r>
            <a:r>
              <a:rPr lang="en-US" altLang="zh-CN" sz="3733" dirty="0">
                <a:latin typeface="黑体" pitchFamily="49" charset="-122"/>
                <a:ea typeface="黑体" pitchFamily="49" charset="-122"/>
                <a:hlinkClick r:id="rId3" action="ppaction://hlinksldjump"/>
              </a:rPr>
              <a:t>	</a:t>
            </a:r>
            <a:r>
              <a:rPr lang="zh-CN" altLang="en-US" sz="3733" dirty="0">
                <a:latin typeface="黑体" pitchFamily="49" charset="-122"/>
                <a:ea typeface="黑体" pitchFamily="49" charset="-122"/>
                <a:hlinkClick r:id="rId3" action="ppaction://hlinksldjump"/>
              </a:rPr>
              <a:t>天涯若比邻</a:t>
            </a:r>
            <a:r>
              <a:rPr lang="en-US" altLang="zh-CN" sz="3733" dirty="0">
                <a:latin typeface="黑体" pitchFamily="49" charset="-122"/>
                <a:ea typeface="黑体" pitchFamily="49" charset="-122"/>
                <a:hlinkClick r:id="rId3" action="ppaction://hlinksldjump"/>
              </a:rPr>
              <a:t>--</a:t>
            </a:r>
            <a:r>
              <a:rPr lang="zh-CN" altLang="en-US" sz="3733" dirty="0">
                <a:latin typeface="黑体" pitchFamily="49" charset="-122"/>
                <a:ea typeface="黑体" pitchFamily="49" charset="-122"/>
                <a:hlinkClick r:id="rId3" action="ppaction://hlinksldjump"/>
              </a:rPr>
              <a:t>互联网</a:t>
            </a:r>
            <a:endParaRPr lang="en-US" altLang="zh-CN" sz="3733" dirty="0">
              <a:latin typeface="黑体" pitchFamily="49" charset="-122"/>
              <a:ea typeface="黑体" pitchFamily="49" charset="-122"/>
            </a:endParaRPr>
          </a:p>
          <a:p>
            <a:r>
              <a:rPr lang="zh-CN" altLang="en-US" sz="3733" dirty="0">
                <a:latin typeface="黑体" pitchFamily="49" charset="-122"/>
                <a:ea typeface="黑体" pitchFamily="49" charset="-122"/>
                <a:hlinkClick r:id="rId4" action="ppaction://hlinksldjump"/>
              </a:rPr>
              <a:t>主题三</a:t>
            </a:r>
            <a:r>
              <a:rPr lang="en-US" altLang="zh-CN" sz="3733" dirty="0">
                <a:latin typeface="黑体" pitchFamily="49" charset="-122"/>
                <a:ea typeface="黑体" pitchFamily="49" charset="-122"/>
                <a:hlinkClick r:id="rId4" action="ppaction://hlinksldjump"/>
              </a:rPr>
              <a:t>	</a:t>
            </a:r>
            <a:r>
              <a:rPr lang="zh-CN" altLang="en-US" sz="3733" dirty="0">
                <a:latin typeface="黑体" pitchFamily="49" charset="-122"/>
                <a:ea typeface="黑体" pitchFamily="49" charset="-122"/>
                <a:hlinkClick r:id="rId4" action="ppaction://hlinksldjump"/>
              </a:rPr>
              <a:t>网络有风险</a:t>
            </a:r>
            <a:r>
              <a:rPr lang="en-US" altLang="zh-CN" sz="3733" dirty="0">
                <a:latin typeface="黑体" pitchFamily="49" charset="-122"/>
                <a:ea typeface="黑体" pitchFamily="49" charset="-122"/>
                <a:hlinkClick r:id="rId4" action="ppaction://hlinksldjump"/>
              </a:rPr>
              <a:t>--</a:t>
            </a:r>
            <a:r>
              <a:rPr lang="zh-CN" altLang="en-US" sz="3733" dirty="0">
                <a:latin typeface="黑体" pitchFamily="49" charset="-122"/>
                <a:ea typeface="黑体" pitchFamily="49" charset="-122"/>
                <a:hlinkClick r:id="rId4" action="ppaction://hlinksldjump"/>
              </a:rPr>
              <a:t>网络安全</a:t>
            </a:r>
            <a:endParaRPr lang="en-US" altLang="zh-CN" sz="3733" dirty="0">
              <a:latin typeface="黑体" pitchFamily="49" charset="-122"/>
              <a:ea typeface="黑体" pitchFamily="49" charset="-122"/>
            </a:endParaRPr>
          </a:p>
          <a:p>
            <a:r>
              <a:rPr lang="zh-CN" altLang="en-US" sz="3733" dirty="0">
                <a:latin typeface="黑体" pitchFamily="49" charset="-122"/>
                <a:ea typeface="黑体" pitchFamily="49" charset="-122"/>
                <a:hlinkClick r:id="rId5" action="ppaction://hlinksldjump"/>
              </a:rPr>
              <a:t>主题四</a:t>
            </a:r>
            <a:r>
              <a:rPr lang="en-US" altLang="zh-CN" sz="3733" dirty="0">
                <a:latin typeface="黑体" pitchFamily="49" charset="-122"/>
                <a:ea typeface="黑体" pitchFamily="49" charset="-122"/>
                <a:hlinkClick r:id="rId5" action="ppaction://hlinksldjump"/>
              </a:rPr>
              <a:t>	</a:t>
            </a:r>
            <a:r>
              <a:rPr lang="zh-CN" altLang="en-US" sz="3733" dirty="0">
                <a:latin typeface="黑体" pitchFamily="49" charset="-122"/>
                <a:ea typeface="黑体" pitchFamily="49" charset="-122"/>
                <a:hlinkClick r:id="rId5" action="ppaction://hlinksldjump"/>
              </a:rPr>
              <a:t>物联世界、感知天下</a:t>
            </a:r>
            <a:r>
              <a:rPr lang="en-US" altLang="zh-CN" sz="3733" dirty="0">
                <a:latin typeface="黑体" pitchFamily="49" charset="-122"/>
                <a:ea typeface="黑体" pitchFamily="49" charset="-122"/>
                <a:hlinkClick r:id="rId5" action="ppaction://hlinksldjump"/>
              </a:rPr>
              <a:t>--</a:t>
            </a:r>
            <a:r>
              <a:rPr lang="zh-CN" altLang="en-US" sz="3733" dirty="0">
                <a:latin typeface="黑体" pitchFamily="49" charset="-122"/>
                <a:ea typeface="黑体" pitchFamily="49" charset="-122"/>
                <a:hlinkClick r:id="rId5" action="ppaction://hlinksldjump"/>
              </a:rPr>
              <a:t>物联网</a:t>
            </a:r>
            <a:endParaRPr lang="en-US" altLang="zh-CN" sz="3733" dirty="0">
              <a:latin typeface="黑体" pitchFamily="49" charset="-122"/>
              <a:ea typeface="黑体" pitchFamily="49" charset="-122"/>
            </a:endParaRPr>
          </a:p>
          <a:p>
            <a:r>
              <a:rPr lang="zh-CN" altLang="en-US" sz="3733" dirty="0">
                <a:latin typeface="黑体" pitchFamily="49" charset="-122"/>
                <a:ea typeface="黑体" pitchFamily="49" charset="-122"/>
                <a:hlinkClick r:id="rId6" action="ppaction://hlinksldjump"/>
              </a:rPr>
              <a:t>主题五</a:t>
            </a:r>
            <a:r>
              <a:rPr lang="en-US" altLang="zh-CN" sz="3733" dirty="0">
                <a:latin typeface="黑体" pitchFamily="49" charset="-122"/>
                <a:ea typeface="黑体" pitchFamily="49" charset="-122"/>
                <a:hlinkClick r:id="rId6" action="ppaction://hlinksldjump"/>
              </a:rPr>
              <a:t>	</a:t>
            </a:r>
            <a:r>
              <a:rPr lang="zh-CN" altLang="en-US" sz="3733" dirty="0">
                <a:latin typeface="黑体" pitchFamily="49" charset="-122"/>
                <a:ea typeface="黑体" pitchFamily="49" charset="-122"/>
                <a:hlinkClick r:id="rId6" action="ppaction://hlinksldjump"/>
              </a:rPr>
              <a:t>风起云涌的网络计算</a:t>
            </a:r>
            <a:r>
              <a:rPr lang="en-US" altLang="zh-CN" sz="3733" dirty="0">
                <a:latin typeface="黑体" pitchFamily="49" charset="-122"/>
                <a:ea typeface="黑体" pitchFamily="49" charset="-122"/>
                <a:hlinkClick r:id="rId6" action="ppaction://hlinksldjump"/>
              </a:rPr>
              <a:t>--</a:t>
            </a:r>
            <a:r>
              <a:rPr lang="zh-CN" altLang="en-US" sz="3733" dirty="0">
                <a:latin typeface="黑体" pitchFamily="49" charset="-122"/>
                <a:ea typeface="黑体" pitchFamily="49" charset="-122"/>
                <a:hlinkClick r:id="rId6" action="ppaction://hlinksldjump"/>
              </a:rPr>
              <a:t>云计算</a:t>
            </a:r>
            <a:endParaRPr lang="zh-CN" altLang="en-US" sz="3733" dirty="0">
              <a:latin typeface="黑体" pitchFamily="49" charset="-122"/>
              <a:ea typeface="黑体" pitchFamily="49" charset="-122"/>
            </a:endParaRPr>
          </a:p>
        </p:txBody>
      </p:sp>
      <p:sp>
        <p:nvSpPr>
          <p:cNvPr id="5" name="TextBox 4"/>
          <p:cNvSpPr txBox="1"/>
          <p:nvPr/>
        </p:nvSpPr>
        <p:spPr>
          <a:xfrm>
            <a:off x="-30560" y="1"/>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 action="ppaction://hlinkshowjump?jump=firstslide"/>
              </a:rPr>
              <a:t></a:t>
            </a:r>
            <a:endParaRPr lang="zh-CN" altLang="en-US" sz="8000" dirty="0">
              <a:solidFill>
                <a:prstClr val="black"/>
              </a:solidFill>
              <a:latin typeface="Trebuchet MS"/>
              <a:ea typeface="方正姚体" panose="02010601030101010101" pitchFamily="2" charset="-122"/>
            </a:endParaRPr>
          </a:p>
        </p:txBody>
      </p:sp>
    </p:spTree>
    <p:extLst>
      <p:ext uri="{BB962C8B-B14F-4D97-AF65-F5344CB8AC3E}">
        <p14:creationId xmlns:p14="http://schemas.microsoft.com/office/powerpoint/2010/main" val="166039522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zh-CN" altLang="en-US" sz="4800" dirty="0"/>
              <a:t>主题五 </a:t>
            </a:r>
            <a:r>
              <a:rPr lang="zh-CN" altLang="zh-CN" sz="4800" b="1" dirty="0"/>
              <a:t>风起云涌的网络计算</a:t>
            </a:r>
            <a:r>
              <a:rPr lang="en-US" altLang="zh-CN" sz="4800" b="1" dirty="0"/>
              <a:t>—</a:t>
            </a:r>
            <a:r>
              <a:rPr lang="zh-CN" altLang="zh-CN" sz="4800" b="1" dirty="0"/>
              <a:t>云计算</a:t>
            </a:r>
            <a:endParaRPr lang="zh-CN" altLang="en-US" sz="4800" dirty="0"/>
          </a:p>
        </p:txBody>
      </p:sp>
      <p:sp>
        <p:nvSpPr>
          <p:cNvPr id="2" name="内容占位符 1"/>
          <p:cNvSpPr>
            <a:spLocks noGrp="1"/>
          </p:cNvSpPr>
          <p:nvPr>
            <p:ph idx="1"/>
          </p:nvPr>
        </p:nvSpPr>
        <p:spPr/>
        <p:txBody>
          <a:bodyPr>
            <a:normAutofit/>
          </a:bodyPr>
          <a:lstStyle/>
          <a:p>
            <a:pPr>
              <a:lnSpc>
                <a:spcPct val="150000"/>
              </a:lnSpc>
              <a:spcBef>
                <a:spcPts val="0"/>
              </a:spcBef>
            </a:pPr>
            <a:r>
              <a:rPr lang="zh-CN" altLang="zh-CN" sz="3733" dirty="0">
                <a:latin typeface="黑体" pitchFamily="49" charset="-122"/>
                <a:ea typeface="黑体" pitchFamily="49" charset="-122"/>
              </a:rPr>
              <a:t>什么是</a:t>
            </a:r>
            <a:r>
              <a:rPr lang="zh-CN" altLang="en-US" sz="3733" dirty="0">
                <a:latin typeface="黑体" pitchFamily="49" charset="-122"/>
                <a:ea typeface="黑体" pitchFamily="49" charset="-122"/>
              </a:rPr>
              <a:t>云计算</a:t>
            </a:r>
            <a:endParaRPr lang="en-US" altLang="zh-CN" sz="3733" dirty="0">
              <a:latin typeface="黑体" pitchFamily="49" charset="-122"/>
              <a:ea typeface="黑体" pitchFamily="49" charset="-122"/>
            </a:endParaRPr>
          </a:p>
          <a:p>
            <a:pPr>
              <a:lnSpc>
                <a:spcPct val="150000"/>
              </a:lnSpc>
              <a:spcBef>
                <a:spcPts val="0"/>
              </a:spcBef>
            </a:pPr>
            <a:r>
              <a:rPr lang="zh-CN" altLang="en-US" sz="3733" dirty="0">
                <a:latin typeface="黑体" pitchFamily="49" charset="-122"/>
                <a:ea typeface="黑体" pitchFamily="49" charset="-122"/>
              </a:rPr>
              <a:t>云计算</a:t>
            </a:r>
            <a:r>
              <a:rPr lang="zh-CN" altLang="zh-CN" sz="3733" dirty="0">
                <a:latin typeface="黑体" pitchFamily="49" charset="-122"/>
                <a:ea typeface="黑体" pitchFamily="49" charset="-122"/>
              </a:rPr>
              <a:t>的关键技术</a:t>
            </a:r>
            <a:endParaRPr lang="en-US" altLang="zh-CN" sz="3733" dirty="0">
              <a:latin typeface="黑体" pitchFamily="49" charset="-122"/>
              <a:ea typeface="黑体" pitchFamily="49" charset="-122"/>
            </a:endParaRPr>
          </a:p>
          <a:p>
            <a:r>
              <a:rPr lang="zh-CN" altLang="en-US" sz="3733" dirty="0">
                <a:latin typeface="黑体" pitchFamily="49" charset="-122"/>
                <a:ea typeface="黑体" pitchFamily="49" charset="-122"/>
              </a:rPr>
              <a:t>云计算的应用</a:t>
            </a:r>
            <a:endParaRPr lang="en-US" altLang="zh-CN" sz="3733" dirty="0">
              <a:latin typeface="黑体" pitchFamily="49" charset="-122"/>
              <a:ea typeface="黑体" pitchFamily="49" charset="-122"/>
            </a:endParaRPr>
          </a:p>
        </p:txBody>
      </p:sp>
      <p:sp>
        <p:nvSpPr>
          <p:cNvPr id="5" name="TextBox 4"/>
          <p:cNvSpPr txBox="1"/>
          <p:nvPr/>
        </p:nvSpPr>
        <p:spPr>
          <a:xfrm>
            <a:off x="0" y="-170"/>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2" action="ppaction://hlinksldjump"/>
              </a:rPr>
              <a:t></a:t>
            </a:r>
            <a:endParaRPr lang="zh-CN" altLang="en-US" sz="8000" dirty="0">
              <a:solidFill>
                <a:prstClr val="black"/>
              </a:solidFill>
              <a:latin typeface="Trebuchet MS"/>
              <a:ea typeface="方正姚体" panose="02010601030101010101" pitchFamily="2" charset="-122"/>
            </a:endParaRPr>
          </a:p>
        </p:txBody>
      </p:sp>
    </p:spTree>
    <p:extLst>
      <p:ext uri="{BB962C8B-B14F-4D97-AF65-F5344CB8AC3E}">
        <p14:creationId xmlns:p14="http://schemas.microsoft.com/office/powerpoint/2010/main" val="163606570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04354" name="Rectangle 2"/>
          <p:cNvSpPr>
            <a:spLocks noGrp="1" noChangeArrowheads="1"/>
          </p:cNvSpPr>
          <p:nvPr>
            <p:ph type="title"/>
          </p:nvPr>
        </p:nvSpPr>
        <p:spPr>
          <a:xfrm>
            <a:off x="1295467" y="260648"/>
            <a:ext cx="8955616" cy="864096"/>
          </a:xfrm>
        </p:spPr>
        <p:txBody>
          <a:bodyPr>
            <a:noAutofit/>
          </a:bodyPr>
          <a:lstStyle/>
          <a:p>
            <a:pPr>
              <a:lnSpc>
                <a:spcPct val="150000"/>
              </a:lnSpc>
              <a:spcBef>
                <a:spcPts val="0"/>
              </a:spcBef>
            </a:pPr>
            <a:r>
              <a:rPr lang="zh-CN" altLang="en-US" sz="4800" dirty="0"/>
              <a:t>什么是云计算</a:t>
            </a:r>
            <a:endParaRPr lang="en-US" altLang="zh-CN" sz="4800" dirty="0"/>
          </a:p>
        </p:txBody>
      </p:sp>
      <p:sp>
        <p:nvSpPr>
          <p:cNvPr id="2404355" name="Rectangle 3"/>
          <p:cNvSpPr>
            <a:spLocks noGrp="1" noChangeArrowheads="1"/>
          </p:cNvSpPr>
          <p:nvPr>
            <p:ph type="body" sz="half" idx="1"/>
          </p:nvPr>
        </p:nvSpPr>
        <p:spPr>
          <a:xfrm>
            <a:off x="815414" y="1700809"/>
            <a:ext cx="9985109" cy="3456384"/>
          </a:xfrm>
        </p:spPr>
        <p:txBody>
          <a:bodyPr>
            <a:normAutofit/>
          </a:bodyPr>
          <a:lstStyle/>
          <a:p>
            <a:r>
              <a:rPr lang="zh-CN" altLang="en-US" sz="3200" dirty="0"/>
              <a:t>云计算的由来</a:t>
            </a:r>
            <a:endParaRPr lang="en-US" altLang="zh-CN" sz="2667" dirty="0">
              <a:latin typeface="华文楷体" pitchFamily="2" charset="-122"/>
              <a:ea typeface="华文楷体" pitchFamily="2" charset="-122"/>
            </a:endParaRPr>
          </a:p>
          <a:p>
            <a:pPr lvl="1">
              <a:buNone/>
            </a:pPr>
            <a:endParaRPr lang="en-US" altLang="zh-TW" sz="2667" dirty="0">
              <a:solidFill>
                <a:schemeClr val="tx2"/>
              </a:solidFill>
              <a:latin typeface="Comic Sans MS" pitchFamily="66" charset="0"/>
              <a:ea typeface="PMingLiU" pitchFamily="18" charset="-120"/>
              <a:sym typeface="Franklin Gothic Book" pitchFamily="34" charset="0"/>
            </a:endParaRPr>
          </a:p>
          <a:p>
            <a:pPr>
              <a:buNone/>
            </a:pPr>
            <a:r>
              <a:rPr lang="en-US" altLang="zh-CN" sz="3200" dirty="0">
                <a:latin typeface="Comic Sans MS" pitchFamily="66" charset="0"/>
                <a:sym typeface="Perpetua" pitchFamily="18" charset="0"/>
              </a:rPr>
              <a:t>	</a:t>
            </a:r>
            <a:endParaRPr lang="en-US" altLang="zh-TW" sz="2667" dirty="0">
              <a:latin typeface="华文楷体" pitchFamily="2" charset="-122"/>
              <a:ea typeface="华文楷体" pitchFamily="2" charset="-122"/>
              <a:sym typeface="Perpetua" pitchFamily="18" charset="0"/>
            </a:endParaRPr>
          </a:p>
          <a:p>
            <a:endParaRPr lang="en-US" altLang="zh-CN" sz="3200" dirty="0"/>
          </a:p>
        </p:txBody>
      </p:sp>
      <p:sp>
        <p:nvSpPr>
          <p:cNvPr id="5" name="TextBox 4"/>
          <p:cNvSpPr txBox="1"/>
          <p:nvPr/>
        </p:nvSpPr>
        <p:spPr>
          <a:xfrm>
            <a:off x="-30291" y="5736"/>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3" action="ppaction://hlinksldjump"/>
              </a:rPr>
              <a:t></a:t>
            </a:r>
            <a:endParaRPr lang="zh-CN" altLang="en-US" sz="8000" dirty="0">
              <a:solidFill>
                <a:prstClr val="black"/>
              </a:solidFill>
              <a:latin typeface="Trebuchet MS"/>
              <a:ea typeface="方正姚体" panose="02010601030101010101" pitchFamily="2" charset="-122"/>
            </a:endParaRPr>
          </a:p>
        </p:txBody>
      </p:sp>
      <p:sp>
        <p:nvSpPr>
          <p:cNvPr id="186372" name="Rectangle 4"/>
          <p:cNvSpPr>
            <a:spLocks noChangeArrowheads="1"/>
          </p:cNvSpPr>
          <p:nvPr/>
        </p:nvSpPr>
        <p:spPr bwMode="auto">
          <a:xfrm>
            <a:off x="1" y="-246220"/>
            <a:ext cx="246286" cy="492443"/>
          </a:xfrm>
          <a:prstGeom prst="rect">
            <a:avLst/>
          </a:prstGeom>
          <a:noFill/>
          <a:ln w="9525">
            <a:noFill/>
            <a:miter lim="800000"/>
            <a:headEnd/>
            <a:tailEnd/>
          </a:ln>
          <a:effectLst/>
        </p:spPr>
        <p:txBody>
          <a:bodyPr vert="horz" wrap="none" lIns="121920" tIns="60960" rIns="121920" bIns="60960" numCol="1" anchor="ctr" anchorCtr="0" compatLnSpc="1">
            <a:prstTxWarp prst="textNoShape">
              <a:avLst/>
            </a:prstTxWarp>
            <a:spAutoFit/>
          </a:bodyPr>
          <a:lstStyle/>
          <a:p>
            <a:pPr defTabSz="1219170"/>
            <a:endParaRPr lang="zh-CN" altLang="en-US" sz="2400">
              <a:solidFill>
                <a:prstClr val="black"/>
              </a:solidFill>
              <a:latin typeface="Trebuchet MS"/>
              <a:ea typeface="方正姚体" panose="02010601030101010101" pitchFamily="2" charset="-122"/>
            </a:endParaRPr>
          </a:p>
        </p:txBody>
      </p:sp>
      <p:pic>
        <p:nvPicPr>
          <p:cNvPr id="9" name="图片 3" descr="ParallelComputing.jpg"/>
          <p:cNvPicPr>
            <a:picLocks noChangeAspect="1"/>
          </p:cNvPicPr>
          <p:nvPr/>
        </p:nvPicPr>
        <p:blipFill>
          <a:blip r:embed="rId4" cstate="print"/>
          <a:srcRect/>
          <a:stretch>
            <a:fillRect/>
          </a:stretch>
        </p:blipFill>
        <p:spPr bwMode="auto">
          <a:xfrm>
            <a:off x="1202865" y="2955771"/>
            <a:ext cx="1873256" cy="1650164"/>
          </a:xfrm>
          <a:prstGeom prst="rect">
            <a:avLst/>
          </a:prstGeom>
          <a:noFill/>
          <a:ln w="9525">
            <a:noFill/>
            <a:miter lim="800000"/>
            <a:headEnd/>
            <a:tailEnd/>
          </a:ln>
        </p:spPr>
      </p:pic>
      <p:pic>
        <p:nvPicPr>
          <p:cNvPr id="10" name="图片 4" descr="m_cluster-s.gif"/>
          <p:cNvPicPr>
            <a:picLocks noChangeAspect="1"/>
          </p:cNvPicPr>
          <p:nvPr/>
        </p:nvPicPr>
        <p:blipFill>
          <a:blip r:embed="rId5" cstate="print"/>
          <a:srcRect/>
          <a:stretch>
            <a:fillRect/>
          </a:stretch>
        </p:blipFill>
        <p:spPr bwMode="auto">
          <a:xfrm>
            <a:off x="4275207" y="2763750"/>
            <a:ext cx="1810815" cy="1514765"/>
          </a:xfrm>
          <a:prstGeom prst="rect">
            <a:avLst/>
          </a:prstGeom>
          <a:noFill/>
          <a:ln w="9525">
            <a:noFill/>
            <a:miter lim="800000"/>
            <a:headEnd/>
            <a:tailEnd/>
          </a:ln>
        </p:spPr>
      </p:pic>
      <p:pic>
        <p:nvPicPr>
          <p:cNvPr id="11" name="图片 5" descr="concept_Grid_adarsh.jpg"/>
          <p:cNvPicPr>
            <a:picLocks noChangeAspect="1"/>
          </p:cNvPicPr>
          <p:nvPr/>
        </p:nvPicPr>
        <p:blipFill>
          <a:blip r:embed="rId6" cstate="print"/>
          <a:srcRect/>
          <a:stretch>
            <a:fillRect/>
          </a:stretch>
        </p:blipFill>
        <p:spPr bwMode="auto">
          <a:xfrm>
            <a:off x="7155527" y="2955771"/>
            <a:ext cx="2207667" cy="1840567"/>
          </a:xfrm>
          <a:prstGeom prst="rect">
            <a:avLst/>
          </a:prstGeom>
          <a:noFill/>
          <a:ln w="9525">
            <a:noFill/>
            <a:miter lim="800000"/>
            <a:headEnd/>
            <a:tailEnd/>
          </a:ln>
        </p:spPr>
      </p:pic>
      <p:pic>
        <p:nvPicPr>
          <p:cNvPr id="12" name="图片 9" descr="未命名2.bmp"/>
          <p:cNvPicPr>
            <a:picLocks noChangeAspect="1"/>
          </p:cNvPicPr>
          <p:nvPr/>
        </p:nvPicPr>
        <p:blipFill>
          <a:blip r:embed="rId7" cstate="print"/>
          <a:srcRect/>
          <a:stretch>
            <a:fillRect/>
          </a:stretch>
        </p:blipFill>
        <p:spPr bwMode="auto">
          <a:xfrm>
            <a:off x="10227869" y="3243803"/>
            <a:ext cx="1724783" cy="1571181"/>
          </a:xfrm>
          <a:prstGeom prst="rect">
            <a:avLst/>
          </a:prstGeom>
          <a:noFill/>
          <a:ln w="9525">
            <a:noFill/>
            <a:miter lim="800000"/>
            <a:headEnd/>
            <a:tailEnd/>
          </a:ln>
        </p:spPr>
      </p:pic>
      <p:sp>
        <p:nvSpPr>
          <p:cNvPr id="13" name="燕尾形箭头 12"/>
          <p:cNvSpPr/>
          <p:nvPr/>
        </p:nvSpPr>
        <p:spPr bwMode="auto">
          <a:xfrm>
            <a:off x="3219089" y="3531835"/>
            <a:ext cx="854760" cy="430171"/>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9170">
              <a:defRPr/>
            </a:pPr>
            <a:endParaRPr lang="zh-CN" altLang="en-US" sz="2400">
              <a:solidFill>
                <a:prstClr val="white"/>
              </a:solidFill>
              <a:latin typeface="Trebuchet MS"/>
              <a:ea typeface="方正姚体" panose="02010601030101010101" pitchFamily="2" charset="-122"/>
            </a:endParaRPr>
          </a:p>
        </p:txBody>
      </p:sp>
      <p:sp>
        <p:nvSpPr>
          <p:cNvPr id="16" name="TextBox 14"/>
          <p:cNvSpPr txBox="1">
            <a:spLocks noChangeArrowheads="1"/>
          </p:cNvSpPr>
          <p:nvPr/>
        </p:nvSpPr>
        <p:spPr bwMode="auto">
          <a:xfrm>
            <a:off x="1202865" y="4734281"/>
            <a:ext cx="1415772" cy="461665"/>
          </a:xfrm>
          <a:prstGeom prst="rect">
            <a:avLst/>
          </a:prstGeom>
          <a:noFill/>
          <a:ln w="9525">
            <a:noFill/>
            <a:miter lim="800000"/>
            <a:headEnd/>
            <a:tailEnd/>
          </a:ln>
        </p:spPr>
        <p:txBody>
          <a:bodyPr wrap="none">
            <a:spAutoFit/>
          </a:bodyPr>
          <a:lstStyle/>
          <a:p>
            <a:pPr defTabSz="1219170"/>
            <a:r>
              <a:rPr lang="zh-CN" altLang="en-US" sz="2400">
                <a:solidFill>
                  <a:prstClr val="black"/>
                </a:solidFill>
                <a:latin typeface="Lucida Sans Unicode" pitchFamily="34" charset="0"/>
                <a:ea typeface="黑体" pitchFamily="49" charset="-122"/>
              </a:rPr>
              <a:t>并行计算</a:t>
            </a:r>
          </a:p>
        </p:txBody>
      </p:sp>
      <p:sp>
        <p:nvSpPr>
          <p:cNvPr id="17" name="TextBox 15"/>
          <p:cNvSpPr txBox="1">
            <a:spLocks noChangeArrowheads="1"/>
          </p:cNvSpPr>
          <p:nvPr/>
        </p:nvSpPr>
        <p:spPr bwMode="auto">
          <a:xfrm>
            <a:off x="4715075" y="4351856"/>
            <a:ext cx="1415772" cy="461665"/>
          </a:xfrm>
          <a:prstGeom prst="rect">
            <a:avLst/>
          </a:prstGeom>
          <a:noFill/>
          <a:ln w="9525">
            <a:noFill/>
            <a:miter lim="800000"/>
            <a:headEnd/>
            <a:tailEnd/>
          </a:ln>
        </p:spPr>
        <p:txBody>
          <a:bodyPr wrap="none">
            <a:spAutoFit/>
          </a:bodyPr>
          <a:lstStyle/>
          <a:p>
            <a:pPr defTabSz="1219170"/>
            <a:r>
              <a:rPr lang="zh-CN" altLang="en-US" sz="2400">
                <a:solidFill>
                  <a:prstClr val="black"/>
                </a:solidFill>
                <a:latin typeface="Lucida Sans Unicode" pitchFamily="34" charset="0"/>
                <a:ea typeface="黑体" pitchFamily="49" charset="-122"/>
              </a:rPr>
              <a:t>集群计算</a:t>
            </a:r>
          </a:p>
        </p:txBody>
      </p:sp>
      <p:sp>
        <p:nvSpPr>
          <p:cNvPr id="18" name="TextBox 16"/>
          <p:cNvSpPr txBox="1">
            <a:spLocks noChangeArrowheads="1"/>
          </p:cNvSpPr>
          <p:nvPr/>
        </p:nvSpPr>
        <p:spPr bwMode="auto">
          <a:xfrm>
            <a:off x="7408069" y="4859806"/>
            <a:ext cx="1415772" cy="461665"/>
          </a:xfrm>
          <a:prstGeom prst="rect">
            <a:avLst/>
          </a:prstGeom>
          <a:noFill/>
          <a:ln w="9525">
            <a:noFill/>
            <a:miter lim="800000"/>
            <a:headEnd/>
            <a:tailEnd/>
          </a:ln>
        </p:spPr>
        <p:txBody>
          <a:bodyPr wrap="none">
            <a:spAutoFit/>
          </a:bodyPr>
          <a:lstStyle/>
          <a:p>
            <a:pPr defTabSz="1219170"/>
            <a:r>
              <a:rPr lang="zh-CN" altLang="en-US" sz="2400">
                <a:solidFill>
                  <a:prstClr val="black"/>
                </a:solidFill>
                <a:latin typeface="Lucida Sans Unicode" pitchFamily="34" charset="0"/>
                <a:ea typeface="黑体" pitchFamily="49" charset="-122"/>
              </a:rPr>
              <a:t>网格计算</a:t>
            </a:r>
          </a:p>
        </p:txBody>
      </p:sp>
      <p:sp>
        <p:nvSpPr>
          <p:cNvPr id="19" name="TextBox 17"/>
          <p:cNvSpPr txBox="1">
            <a:spLocks noChangeArrowheads="1"/>
          </p:cNvSpPr>
          <p:nvPr/>
        </p:nvSpPr>
        <p:spPr bwMode="auto">
          <a:xfrm>
            <a:off x="10227869" y="2756926"/>
            <a:ext cx="1160031" cy="461665"/>
          </a:xfrm>
          <a:prstGeom prst="rect">
            <a:avLst/>
          </a:prstGeom>
          <a:noFill/>
          <a:ln w="9525">
            <a:noFill/>
            <a:miter lim="800000"/>
            <a:headEnd/>
            <a:tailEnd/>
          </a:ln>
        </p:spPr>
        <p:txBody>
          <a:bodyPr wrap="square">
            <a:spAutoFit/>
          </a:bodyPr>
          <a:lstStyle/>
          <a:p>
            <a:pPr defTabSz="1219170"/>
            <a:r>
              <a:rPr lang="zh-CN" altLang="en-US" sz="2400" dirty="0">
                <a:solidFill>
                  <a:prstClr val="black"/>
                </a:solidFill>
                <a:latin typeface="Lucida Sans Unicode" pitchFamily="34" charset="0"/>
                <a:ea typeface="黑体" pitchFamily="49" charset="-122"/>
              </a:rPr>
              <a:t>云计算</a:t>
            </a:r>
          </a:p>
        </p:txBody>
      </p:sp>
      <p:sp>
        <p:nvSpPr>
          <p:cNvPr id="20" name="燕尾形箭头 19"/>
          <p:cNvSpPr/>
          <p:nvPr/>
        </p:nvSpPr>
        <p:spPr bwMode="auto">
          <a:xfrm>
            <a:off x="6195420" y="3531835"/>
            <a:ext cx="854760" cy="430171"/>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9170">
              <a:defRPr/>
            </a:pPr>
            <a:endParaRPr lang="zh-CN" altLang="en-US" sz="2400">
              <a:solidFill>
                <a:prstClr val="white"/>
              </a:solidFill>
              <a:latin typeface="Trebuchet MS"/>
              <a:ea typeface="方正姚体" panose="02010601030101010101" pitchFamily="2" charset="-122"/>
            </a:endParaRPr>
          </a:p>
        </p:txBody>
      </p:sp>
      <p:sp>
        <p:nvSpPr>
          <p:cNvPr id="21" name="燕尾形箭头 20"/>
          <p:cNvSpPr/>
          <p:nvPr/>
        </p:nvSpPr>
        <p:spPr bwMode="auto">
          <a:xfrm>
            <a:off x="9363772" y="3915877"/>
            <a:ext cx="854760" cy="430171"/>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9170">
              <a:defRPr/>
            </a:pPr>
            <a:endParaRPr lang="zh-CN" altLang="en-US" sz="2400">
              <a:solidFill>
                <a:prstClr val="white"/>
              </a:solidFill>
              <a:latin typeface="Trebuchet MS"/>
              <a:ea typeface="方正姚体" panose="02010601030101010101" pitchFamily="2" charset="-122"/>
            </a:endParaRPr>
          </a:p>
        </p:txBody>
      </p:sp>
    </p:spTree>
    <p:extLst>
      <p:ext uri="{BB962C8B-B14F-4D97-AF65-F5344CB8AC3E}">
        <p14:creationId xmlns:p14="http://schemas.microsoft.com/office/powerpoint/2010/main" val="342511243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04354" name="Rectangle 2"/>
          <p:cNvSpPr>
            <a:spLocks noGrp="1" noChangeArrowheads="1"/>
          </p:cNvSpPr>
          <p:nvPr>
            <p:ph type="title"/>
          </p:nvPr>
        </p:nvSpPr>
        <p:spPr>
          <a:xfrm>
            <a:off x="1295467" y="260648"/>
            <a:ext cx="8955616" cy="864096"/>
          </a:xfrm>
        </p:spPr>
        <p:txBody>
          <a:bodyPr>
            <a:noAutofit/>
          </a:bodyPr>
          <a:lstStyle/>
          <a:p>
            <a:pPr>
              <a:lnSpc>
                <a:spcPct val="150000"/>
              </a:lnSpc>
              <a:spcBef>
                <a:spcPts val="0"/>
              </a:spcBef>
            </a:pPr>
            <a:r>
              <a:rPr lang="zh-CN" altLang="en-US" sz="4800" dirty="0"/>
              <a:t>什么是云计算</a:t>
            </a:r>
            <a:endParaRPr lang="en-US" altLang="zh-CN" sz="4800" dirty="0"/>
          </a:p>
        </p:txBody>
      </p:sp>
      <p:sp>
        <p:nvSpPr>
          <p:cNvPr id="2404355" name="Rectangle 3"/>
          <p:cNvSpPr>
            <a:spLocks noGrp="1" noChangeArrowheads="1"/>
          </p:cNvSpPr>
          <p:nvPr>
            <p:ph type="body" sz="half" idx="1"/>
          </p:nvPr>
        </p:nvSpPr>
        <p:spPr>
          <a:xfrm>
            <a:off x="815414" y="1700809"/>
            <a:ext cx="9985109" cy="3456384"/>
          </a:xfrm>
        </p:spPr>
        <p:txBody>
          <a:bodyPr>
            <a:normAutofit/>
          </a:bodyPr>
          <a:lstStyle/>
          <a:p>
            <a:r>
              <a:rPr lang="zh-CN" altLang="en-US" sz="3200" dirty="0"/>
              <a:t>定义：</a:t>
            </a:r>
            <a:r>
              <a:rPr lang="zh-CN" altLang="zh-CN" sz="2667" dirty="0">
                <a:latin typeface="华文楷体" pitchFamily="2" charset="-122"/>
                <a:ea typeface="华文楷体" pitchFamily="2" charset="-122"/>
              </a:rPr>
              <a:t>云计算是一种基于</a:t>
            </a:r>
            <a:r>
              <a:rPr lang="en-US" altLang="zh-CN" sz="2667" dirty="0" err="1">
                <a:latin typeface="华文楷体" pitchFamily="2" charset="-122"/>
                <a:ea typeface="华文楷体" pitchFamily="2" charset="-122"/>
                <a:hlinkClick r:id="rId3" tooltip="互联网"/>
              </a:rPr>
              <a:t>互联网</a:t>
            </a:r>
            <a:r>
              <a:rPr lang="zh-CN" altLang="zh-CN" sz="2667" dirty="0">
                <a:latin typeface="华文楷体" pitchFamily="2" charset="-122"/>
                <a:ea typeface="华文楷体" pitchFamily="2" charset="-122"/>
              </a:rPr>
              <a:t>的计算方式，共享的软硬件资源和信息可以按需求提供给计算机和其他设备。</a:t>
            </a:r>
            <a:endParaRPr lang="en-US" altLang="zh-CN" sz="2667" dirty="0">
              <a:latin typeface="华文楷体" pitchFamily="2" charset="-122"/>
              <a:ea typeface="华文楷体" pitchFamily="2" charset="-122"/>
            </a:endParaRPr>
          </a:p>
          <a:p>
            <a:pPr lvl="1">
              <a:buNone/>
            </a:pPr>
            <a:endParaRPr lang="en-US" altLang="zh-TW" sz="2667" dirty="0">
              <a:solidFill>
                <a:schemeClr val="tx2"/>
              </a:solidFill>
              <a:latin typeface="Comic Sans MS" pitchFamily="66" charset="0"/>
              <a:ea typeface="PMingLiU" pitchFamily="18" charset="-120"/>
              <a:sym typeface="Franklin Gothic Book" pitchFamily="34" charset="0"/>
            </a:endParaRPr>
          </a:p>
          <a:p>
            <a:pPr>
              <a:buNone/>
            </a:pPr>
            <a:r>
              <a:rPr lang="en-US" altLang="zh-CN" sz="3200" dirty="0">
                <a:latin typeface="Comic Sans MS" pitchFamily="66" charset="0"/>
                <a:sym typeface="Perpetua" pitchFamily="18" charset="0"/>
              </a:rPr>
              <a:t>	</a:t>
            </a:r>
            <a:endParaRPr lang="en-US" altLang="zh-TW" sz="2667" dirty="0">
              <a:latin typeface="华文楷体" pitchFamily="2" charset="-122"/>
              <a:ea typeface="华文楷体" pitchFamily="2" charset="-122"/>
              <a:sym typeface="Perpetua" pitchFamily="18" charset="0"/>
            </a:endParaRPr>
          </a:p>
          <a:p>
            <a:endParaRPr lang="en-US" altLang="zh-CN" sz="3200" dirty="0"/>
          </a:p>
        </p:txBody>
      </p:sp>
      <p:sp>
        <p:nvSpPr>
          <p:cNvPr id="5" name="TextBox 4"/>
          <p:cNvSpPr txBox="1"/>
          <p:nvPr/>
        </p:nvSpPr>
        <p:spPr>
          <a:xfrm>
            <a:off x="-30291" y="5736"/>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4" action="ppaction://hlinksldjump"/>
              </a:rPr>
              <a:t></a:t>
            </a:r>
            <a:endParaRPr lang="zh-CN" altLang="en-US" sz="8000" dirty="0">
              <a:solidFill>
                <a:prstClr val="black"/>
              </a:solidFill>
              <a:latin typeface="Trebuchet MS"/>
              <a:ea typeface="方正姚体" panose="02010601030101010101" pitchFamily="2" charset="-122"/>
            </a:endParaRPr>
          </a:p>
        </p:txBody>
      </p:sp>
      <p:sp>
        <p:nvSpPr>
          <p:cNvPr id="186372" name="Rectangle 4"/>
          <p:cNvSpPr>
            <a:spLocks noChangeArrowheads="1"/>
          </p:cNvSpPr>
          <p:nvPr/>
        </p:nvSpPr>
        <p:spPr bwMode="auto">
          <a:xfrm>
            <a:off x="1" y="-246220"/>
            <a:ext cx="246286" cy="492443"/>
          </a:xfrm>
          <a:prstGeom prst="rect">
            <a:avLst/>
          </a:prstGeom>
          <a:noFill/>
          <a:ln w="9525">
            <a:noFill/>
            <a:miter lim="800000"/>
            <a:headEnd/>
            <a:tailEnd/>
          </a:ln>
          <a:effectLst/>
        </p:spPr>
        <p:txBody>
          <a:bodyPr vert="horz" wrap="none" lIns="121920" tIns="60960" rIns="121920" bIns="60960" numCol="1" anchor="ctr" anchorCtr="0" compatLnSpc="1">
            <a:prstTxWarp prst="textNoShape">
              <a:avLst/>
            </a:prstTxWarp>
            <a:spAutoFit/>
          </a:bodyPr>
          <a:lstStyle/>
          <a:p>
            <a:pPr defTabSz="1219170"/>
            <a:endParaRPr lang="zh-CN" altLang="en-US" sz="2400">
              <a:solidFill>
                <a:prstClr val="black"/>
              </a:solidFill>
              <a:latin typeface="Trebuchet MS"/>
              <a:ea typeface="方正姚体" panose="02010601030101010101" pitchFamily="2" charset="-122"/>
            </a:endParaRPr>
          </a:p>
        </p:txBody>
      </p:sp>
      <p:pic>
        <p:nvPicPr>
          <p:cNvPr id="7" name="图片 6"/>
          <p:cNvPicPr/>
          <p:nvPr/>
        </p:nvPicPr>
        <p:blipFill>
          <a:blip r:embed="rId5" cstate="print"/>
          <a:srcRect/>
          <a:stretch>
            <a:fillRect/>
          </a:stretch>
        </p:blipFill>
        <p:spPr bwMode="auto">
          <a:xfrm>
            <a:off x="2063552" y="2852936"/>
            <a:ext cx="7776864" cy="2976331"/>
          </a:xfrm>
          <a:prstGeom prst="rect">
            <a:avLst/>
          </a:prstGeom>
          <a:noFill/>
          <a:ln w="9525">
            <a:noFill/>
            <a:miter lim="800000"/>
            <a:headEnd/>
            <a:tailEnd/>
          </a:ln>
        </p:spPr>
      </p:pic>
    </p:spTree>
    <p:extLst>
      <p:ext uri="{BB962C8B-B14F-4D97-AF65-F5344CB8AC3E}">
        <p14:creationId xmlns:p14="http://schemas.microsoft.com/office/powerpoint/2010/main" val="8445214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04354" name="Rectangle 2"/>
          <p:cNvSpPr>
            <a:spLocks noGrp="1" noChangeArrowheads="1"/>
          </p:cNvSpPr>
          <p:nvPr>
            <p:ph type="title"/>
          </p:nvPr>
        </p:nvSpPr>
        <p:spPr>
          <a:xfrm>
            <a:off x="1295467" y="260648"/>
            <a:ext cx="8955616" cy="864096"/>
          </a:xfrm>
        </p:spPr>
        <p:txBody>
          <a:bodyPr>
            <a:noAutofit/>
          </a:bodyPr>
          <a:lstStyle/>
          <a:p>
            <a:pPr>
              <a:lnSpc>
                <a:spcPct val="150000"/>
              </a:lnSpc>
              <a:spcBef>
                <a:spcPts val="0"/>
              </a:spcBef>
            </a:pPr>
            <a:r>
              <a:rPr lang="zh-CN" altLang="en-US" sz="4800" dirty="0"/>
              <a:t>什么是云计算</a:t>
            </a:r>
            <a:endParaRPr lang="en-US" altLang="zh-CN" sz="4800" dirty="0"/>
          </a:p>
        </p:txBody>
      </p:sp>
      <p:sp>
        <p:nvSpPr>
          <p:cNvPr id="2404355" name="Rectangle 3"/>
          <p:cNvSpPr>
            <a:spLocks noGrp="1" noChangeArrowheads="1"/>
          </p:cNvSpPr>
          <p:nvPr>
            <p:ph type="body" sz="half" idx="1"/>
          </p:nvPr>
        </p:nvSpPr>
        <p:spPr>
          <a:xfrm>
            <a:off x="815413" y="1700809"/>
            <a:ext cx="8640960" cy="4224468"/>
          </a:xfrm>
        </p:spPr>
        <p:txBody>
          <a:bodyPr>
            <a:normAutofit/>
          </a:bodyPr>
          <a:lstStyle/>
          <a:p>
            <a:pPr>
              <a:lnSpc>
                <a:spcPct val="150000"/>
              </a:lnSpc>
              <a:spcBef>
                <a:spcPts val="0"/>
              </a:spcBef>
            </a:pPr>
            <a:r>
              <a:rPr lang="zh-CN" altLang="en-US" sz="3200" dirty="0">
                <a:sym typeface="Perpetua" pitchFamily="18" charset="0"/>
              </a:rPr>
              <a:t>数据在云端：</a:t>
            </a:r>
            <a:r>
              <a:rPr lang="zh-CN" altLang="en-US" sz="2400" dirty="0">
                <a:latin typeface="华文楷体" pitchFamily="2" charset="-122"/>
                <a:ea typeface="华文楷体" pitchFamily="2" charset="-122"/>
                <a:sym typeface="Perpetua" pitchFamily="18" charset="0"/>
              </a:rPr>
              <a:t>不怕丢失，不必备份</a:t>
            </a:r>
            <a:r>
              <a:rPr lang="en-US" altLang="zh-CN" sz="2400" dirty="0">
                <a:latin typeface="华文楷体" pitchFamily="2" charset="-122"/>
                <a:ea typeface="华文楷体" pitchFamily="2" charset="-122"/>
                <a:sym typeface="Perpetua" pitchFamily="18" charset="0"/>
              </a:rPr>
              <a:t>,</a:t>
            </a:r>
            <a:r>
              <a:rPr lang="zh-CN" altLang="en-US" sz="2400" dirty="0">
                <a:latin typeface="华文楷体" pitchFamily="2" charset="-122"/>
                <a:ea typeface="华文楷体" pitchFamily="2" charset="-122"/>
                <a:sym typeface="Perpetua" pitchFamily="18" charset="0"/>
              </a:rPr>
              <a:t>可以任意点的恢复； </a:t>
            </a:r>
            <a:endParaRPr lang="en-US" altLang="zh-CN" sz="2400" dirty="0">
              <a:sym typeface="Perpetua" pitchFamily="18" charset="0"/>
            </a:endParaRPr>
          </a:p>
          <a:p>
            <a:pPr>
              <a:lnSpc>
                <a:spcPct val="150000"/>
              </a:lnSpc>
              <a:spcBef>
                <a:spcPts val="0"/>
              </a:spcBef>
            </a:pPr>
            <a:r>
              <a:rPr lang="zh-CN" altLang="en-US" sz="3200" dirty="0">
                <a:sym typeface="Perpetua" pitchFamily="18" charset="0"/>
              </a:rPr>
              <a:t>软件在云端</a:t>
            </a:r>
            <a:r>
              <a:rPr lang="zh-CN" altLang="en-US" sz="2933" dirty="0">
                <a:sym typeface="Perpetua" pitchFamily="18" charset="0"/>
              </a:rPr>
              <a:t>：</a:t>
            </a:r>
            <a:r>
              <a:rPr lang="zh-CN" altLang="en-US" sz="2400" dirty="0">
                <a:latin typeface="华文楷体" pitchFamily="2" charset="-122"/>
                <a:ea typeface="华文楷体" pitchFamily="2" charset="-122"/>
                <a:sym typeface="Perpetua" pitchFamily="18" charset="0"/>
              </a:rPr>
              <a:t>不必下载自动升级；</a:t>
            </a:r>
            <a:endParaRPr lang="en-US" altLang="zh-CN" sz="2400" dirty="0">
              <a:latin typeface="华文楷体" pitchFamily="2" charset="-122"/>
              <a:ea typeface="华文楷体" pitchFamily="2" charset="-122"/>
              <a:sym typeface="Perpetua" pitchFamily="18" charset="0"/>
            </a:endParaRPr>
          </a:p>
          <a:p>
            <a:pPr>
              <a:lnSpc>
                <a:spcPct val="150000"/>
              </a:lnSpc>
              <a:spcBef>
                <a:spcPts val="0"/>
              </a:spcBef>
            </a:pPr>
            <a:r>
              <a:rPr lang="zh-CN" altLang="en-US" sz="3200" dirty="0">
                <a:sym typeface="Perpetua" pitchFamily="18" charset="0"/>
              </a:rPr>
              <a:t>无所不在的计算：</a:t>
            </a:r>
            <a:r>
              <a:rPr lang="zh-CN" altLang="en-US" sz="2400" dirty="0">
                <a:latin typeface="华文楷体" pitchFamily="2" charset="-122"/>
                <a:ea typeface="华文楷体" pitchFamily="2" charset="-122"/>
                <a:sym typeface="Perpetua" pitchFamily="18" charset="0"/>
              </a:rPr>
              <a:t>在任何时间，任意地点，任何设备登录后就可以进行计算服务；</a:t>
            </a:r>
            <a:endParaRPr lang="en-US" altLang="zh-CN" sz="2400" dirty="0">
              <a:latin typeface="华文楷体" pitchFamily="2" charset="-122"/>
              <a:ea typeface="华文楷体" pitchFamily="2" charset="-122"/>
              <a:sym typeface="Perpetua" pitchFamily="18" charset="0"/>
            </a:endParaRPr>
          </a:p>
          <a:p>
            <a:pPr>
              <a:lnSpc>
                <a:spcPct val="150000"/>
              </a:lnSpc>
              <a:spcBef>
                <a:spcPts val="0"/>
              </a:spcBef>
            </a:pPr>
            <a:r>
              <a:rPr lang="zh-CN" altLang="en-US" sz="3200" dirty="0">
                <a:sym typeface="Perpetua" pitchFamily="18" charset="0"/>
              </a:rPr>
              <a:t>无限强大的计算：</a:t>
            </a:r>
            <a:r>
              <a:rPr lang="zh-CN" altLang="en-US" sz="2400" dirty="0">
                <a:latin typeface="华文楷体" pitchFamily="2" charset="-122"/>
                <a:ea typeface="华文楷体" pitchFamily="2" charset="-122"/>
                <a:sym typeface="Perpetua" pitchFamily="18" charset="0"/>
              </a:rPr>
              <a:t>具有无限空间的，无限速度</a:t>
            </a:r>
            <a:endParaRPr lang="en-US" altLang="zh-CN" sz="2400" dirty="0">
              <a:latin typeface="华文楷体" pitchFamily="2" charset="-122"/>
              <a:ea typeface="华文楷体" pitchFamily="2" charset="-122"/>
              <a:sym typeface="Perpetua" pitchFamily="18" charset="0"/>
            </a:endParaRPr>
          </a:p>
          <a:p>
            <a:pPr>
              <a:lnSpc>
                <a:spcPct val="150000"/>
              </a:lnSpc>
              <a:spcBef>
                <a:spcPts val="0"/>
              </a:spcBef>
            </a:pPr>
            <a:endParaRPr lang="en-US" altLang="zh-CN" sz="2400" dirty="0">
              <a:latin typeface="华文楷体" pitchFamily="2" charset="-122"/>
              <a:ea typeface="华文楷体" pitchFamily="2" charset="-122"/>
              <a:sym typeface="Perpetua" pitchFamily="18" charset="0"/>
            </a:endParaRPr>
          </a:p>
          <a:p>
            <a:pPr>
              <a:buNone/>
            </a:pPr>
            <a:endParaRPr lang="en-US" altLang="zh-TW" sz="2667" dirty="0">
              <a:latin typeface="华文楷体" pitchFamily="2" charset="-122"/>
              <a:ea typeface="华文楷体" pitchFamily="2" charset="-122"/>
              <a:sym typeface="Perpetua" pitchFamily="18" charset="0"/>
            </a:endParaRPr>
          </a:p>
          <a:p>
            <a:endParaRPr lang="en-US" altLang="zh-CN" sz="3200" dirty="0"/>
          </a:p>
        </p:txBody>
      </p:sp>
      <p:sp>
        <p:nvSpPr>
          <p:cNvPr id="5" name="TextBox 4"/>
          <p:cNvSpPr txBox="1"/>
          <p:nvPr/>
        </p:nvSpPr>
        <p:spPr>
          <a:xfrm>
            <a:off x="-30291" y="5736"/>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3" action="ppaction://hlinksldjump"/>
              </a:rPr>
              <a:t></a:t>
            </a:r>
            <a:endParaRPr lang="zh-CN" altLang="en-US" sz="8000" dirty="0">
              <a:solidFill>
                <a:prstClr val="black"/>
              </a:solidFill>
              <a:latin typeface="Trebuchet MS"/>
              <a:ea typeface="方正姚体" panose="02010601030101010101" pitchFamily="2" charset="-122"/>
            </a:endParaRPr>
          </a:p>
        </p:txBody>
      </p:sp>
      <p:sp>
        <p:nvSpPr>
          <p:cNvPr id="186372" name="Rectangle 4"/>
          <p:cNvSpPr>
            <a:spLocks noChangeArrowheads="1"/>
          </p:cNvSpPr>
          <p:nvPr/>
        </p:nvSpPr>
        <p:spPr bwMode="auto">
          <a:xfrm>
            <a:off x="1" y="-246220"/>
            <a:ext cx="246286" cy="492443"/>
          </a:xfrm>
          <a:prstGeom prst="rect">
            <a:avLst/>
          </a:prstGeom>
          <a:noFill/>
          <a:ln w="9525">
            <a:noFill/>
            <a:miter lim="800000"/>
            <a:headEnd/>
            <a:tailEnd/>
          </a:ln>
          <a:effectLst/>
        </p:spPr>
        <p:txBody>
          <a:bodyPr vert="horz" wrap="none" lIns="121920" tIns="60960" rIns="121920" bIns="60960" numCol="1" anchor="ctr" anchorCtr="0" compatLnSpc="1">
            <a:prstTxWarp prst="textNoShape">
              <a:avLst/>
            </a:prstTxWarp>
            <a:spAutoFit/>
          </a:bodyPr>
          <a:lstStyle/>
          <a:p>
            <a:pPr defTabSz="1219170"/>
            <a:endParaRPr lang="zh-CN" altLang="en-US" sz="2400">
              <a:solidFill>
                <a:prstClr val="black"/>
              </a:solidFill>
              <a:latin typeface="Trebuchet MS"/>
              <a:ea typeface="方正姚体" panose="02010601030101010101" pitchFamily="2" charset="-122"/>
            </a:endParaRPr>
          </a:p>
        </p:txBody>
      </p:sp>
    </p:spTree>
    <p:extLst>
      <p:ext uri="{BB962C8B-B14F-4D97-AF65-F5344CB8AC3E}">
        <p14:creationId xmlns:p14="http://schemas.microsoft.com/office/powerpoint/2010/main" val="223833837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04354" name="Rectangle 2"/>
          <p:cNvSpPr>
            <a:spLocks noGrp="1" noChangeArrowheads="1"/>
          </p:cNvSpPr>
          <p:nvPr>
            <p:ph type="title"/>
          </p:nvPr>
        </p:nvSpPr>
        <p:spPr>
          <a:xfrm>
            <a:off x="1295467" y="260648"/>
            <a:ext cx="8955616" cy="864096"/>
          </a:xfrm>
        </p:spPr>
        <p:txBody>
          <a:bodyPr>
            <a:noAutofit/>
          </a:bodyPr>
          <a:lstStyle/>
          <a:p>
            <a:pPr>
              <a:lnSpc>
                <a:spcPct val="150000"/>
              </a:lnSpc>
              <a:spcBef>
                <a:spcPts val="0"/>
              </a:spcBef>
            </a:pPr>
            <a:r>
              <a:rPr lang="zh-CN" altLang="en-US" sz="4800" dirty="0"/>
              <a:t>什么是云计算</a:t>
            </a:r>
            <a:endParaRPr lang="en-US" altLang="zh-CN" sz="4800" dirty="0"/>
          </a:p>
        </p:txBody>
      </p:sp>
      <p:sp>
        <p:nvSpPr>
          <p:cNvPr id="5" name="TextBox 4"/>
          <p:cNvSpPr txBox="1"/>
          <p:nvPr/>
        </p:nvSpPr>
        <p:spPr>
          <a:xfrm>
            <a:off x="-30291" y="5736"/>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3" action="ppaction://hlinksldjump"/>
              </a:rPr>
              <a:t></a:t>
            </a:r>
            <a:endParaRPr lang="zh-CN" altLang="en-US" sz="8000" dirty="0">
              <a:solidFill>
                <a:prstClr val="black"/>
              </a:solidFill>
              <a:latin typeface="Trebuchet MS"/>
              <a:ea typeface="方正姚体" panose="02010601030101010101" pitchFamily="2" charset="-122"/>
            </a:endParaRPr>
          </a:p>
        </p:txBody>
      </p:sp>
      <p:sp>
        <p:nvSpPr>
          <p:cNvPr id="186372" name="Rectangle 4"/>
          <p:cNvSpPr>
            <a:spLocks noChangeArrowheads="1"/>
          </p:cNvSpPr>
          <p:nvPr/>
        </p:nvSpPr>
        <p:spPr bwMode="auto">
          <a:xfrm>
            <a:off x="1" y="-246220"/>
            <a:ext cx="246286" cy="492443"/>
          </a:xfrm>
          <a:prstGeom prst="rect">
            <a:avLst/>
          </a:prstGeom>
          <a:noFill/>
          <a:ln w="9525">
            <a:noFill/>
            <a:miter lim="800000"/>
            <a:headEnd/>
            <a:tailEnd/>
          </a:ln>
          <a:effectLst/>
        </p:spPr>
        <p:txBody>
          <a:bodyPr vert="horz" wrap="none" lIns="121920" tIns="60960" rIns="121920" bIns="60960" numCol="1" anchor="ctr" anchorCtr="0" compatLnSpc="1">
            <a:prstTxWarp prst="textNoShape">
              <a:avLst/>
            </a:prstTxWarp>
            <a:spAutoFit/>
          </a:bodyPr>
          <a:lstStyle/>
          <a:p>
            <a:pPr defTabSz="1219170"/>
            <a:endParaRPr lang="zh-CN" altLang="en-US" sz="2400">
              <a:solidFill>
                <a:prstClr val="black"/>
              </a:solidFill>
              <a:latin typeface="Trebuchet MS"/>
              <a:ea typeface="方正姚体" panose="02010601030101010101" pitchFamily="2" charset="-122"/>
            </a:endParaRPr>
          </a:p>
        </p:txBody>
      </p:sp>
      <p:pic>
        <p:nvPicPr>
          <p:cNvPr id="7" name="图片 6" descr="Saa.jpg"/>
          <p:cNvPicPr/>
          <p:nvPr/>
        </p:nvPicPr>
        <p:blipFill rotWithShape="1">
          <a:blip r:embed="rId4" cstate="print"/>
          <a:stretch/>
        </p:blipFill>
        <p:spPr bwMode="auto">
          <a:xfrm>
            <a:off x="3311691" y="2084851"/>
            <a:ext cx="5156200" cy="327660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87137682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zh-CN" altLang="en-US" sz="4800" dirty="0"/>
              <a:t>主题五 </a:t>
            </a:r>
            <a:r>
              <a:rPr lang="zh-CN" altLang="zh-CN" sz="4800" b="1" dirty="0"/>
              <a:t>风起云涌的网络计算</a:t>
            </a:r>
            <a:r>
              <a:rPr lang="en-US" altLang="zh-CN" sz="4800" b="1" dirty="0"/>
              <a:t>—</a:t>
            </a:r>
            <a:r>
              <a:rPr lang="zh-CN" altLang="zh-CN" sz="4800" b="1" dirty="0"/>
              <a:t>云计算</a:t>
            </a:r>
            <a:endParaRPr lang="zh-CN" altLang="en-US" sz="4800" dirty="0"/>
          </a:p>
        </p:txBody>
      </p:sp>
      <p:sp>
        <p:nvSpPr>
          <p:cNvPr id="2" name="内容占位符 1"/>
          <p:cNvSpPr>
            <a:spLocks noGrp="1"/>
          </p:cNvSpPr>
          <p:nvPr>
            <p:ph idx="1"/>
          </p:nvPr>
        </p:nvSpPr>
        <p:spPr/>
        <p:txBody>
          <a:bodyPr>
            <a:normAutofit/>
          </a:bodyPr>
          <a:lstStyle/>
          <a:p>
            <a:pPr>
              <a:lnSpc>
                <a:spcPct val="150000"/>
              </a:lnSpc>
              <a:spcBef>
                <a:spcPts val="0"/>
              </a:spcBef>
            </a:pPr>
            <a:r>
              <a:rPr lang="zh-CN" altLang="zh-CN" sz="3733" dirty="0">
                <a:latin typeface="黑体" pitchFamily="49" charset="-122"/>
                <a:ea typeface="黑体" pitchFamily="49" charset="-122"/>
              </a:rPr>
              <a:t>什么是</a:t>
            </a:r>
            <a:r>
              <a:rPr lang="zh-CN" altLang="en-US" sz="3733" dirty="0">
                <a:latin typeface="黑体" pitchFamily="49" charset="-122"/>
                <a:ea typeface="黑体" pitchFamily="49" charset="-122"/>
              </a:rPr>
              <a:t>云计算</a:t>
            </a:r>
            <a:endParaRPr lang="en-US" altLang="zh-CN" sz="3733" dirty="0">
              <a:latin typeface="黑体" pitchFamily="49" charset="-122"/>
              <a:ea typeface="黑体" pitchFamily="49" charset="-122"/>
            </a:endParaRPr>
          </a:p>
          <a:p>
            <a:pPr>
              <a:lnSpc>
                <a:spcPct val="150000"/>
              </a:lnSpc>
              <a:spcBef>
                <a:spcPts val="0"/>
              </a:spcBef>
            </a:pPr>
            <a:r>
              <a:rPr lang="zh-CN" altLang="en-US" sz="3733" dirty="0">
                <a:latin typeface="黑体" pitchFamily="49" charset="-122"/>
                <a:ea typeface="黑体" pitchFamily="49" charset="-122"/>
              </a:rPr>
              <a:t>云计算</a:t>
            </a:r>
            <a:r>
              <a:rPr lang="zh-CN" altLang="zh-CN" sz="3733" dirty="0">
                <a:latin typeface="黑体" pitchFamily="49" charset="-122"/>
                <a:ea typeface="黑体" pitchFamily="49" charset="-122"/>
              </a:rPr>
              <a:t>的关键技术</a:t>
            </a:r>
            <a:endParaRPr lang="en-US" altLang="zh-CN" sz="3733" dirty="0">
              <a:latin typeface="黑体" pitchFamily="49" charset="-122"/>
              <a:ea typeface="黑体" pitchFamily="49" charset="-122"/>
            </a:endParaRPr>
          </a:p>
          <a:p>
            <a:r>
              <a:rPr lang="zh-CN" altLang="en-US" sz="3733" dirty="0">
                <a:latin typeface="黑体" pitchFamily="49" charset="-122"/>
                <a:ea typeface="黑体" pitchFamily="49" charset="-122"/>
              </a:rPr>
              <a:t>云计算的应用</a:t>
            </a:r>
            <a:endParaRPr lang="en-US" altLang="zh-CN" sz="3733" dirty="0">
              <a:latin typeface="黑体" pitchFamily="49" charset="-122"/>
              <a:ea typeface="黑体" pitchFamily="49" charset="-122"/>
            </a:endParaRPr>
          </a:p>
        </p:txBody>
      </p:sp>
      <p:sp>
        <p:nvSpPr>
          <p:cNvPr id="5" name="TextBox 4"/>
          <p:cNvSpPr txBox="1"/>
          <p:nvPr/>
        </p:nvSpPr>
        <p:spPr>
          <a:xfrm>
            <a:off x="0" y="-170"/>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2" action="ppaction://hlinksldjump"/>
              </a:rPr>
              <a:t></a:t>
            </a:r>
            <a:endParaRPr lang="zh-CN" altLang="en-US" sz="8000" dirty="0">
              <a:solidFill>
                <a:prstClr val="black"/>
              </a:solidFill>
              <a:latin typeface="Trebuchet MS"/>
              <a:ea typeface="方正姚体" panose="02010601030101010101" pitchFamily="2" charset="-122"/>
            </a:endParaRPr>
          </a:p>
        </p:txBody>
      </p:sp>
    </p:spTree>
    <p:extLst>
      <p:ext uri="{BB962C8B-B14F-4D97-AF65-F5344CB8AC3E}">
        <p14:creationId xmlns:p14="http://schemas.microsoft.com/office/powerpoint/2010/main" val="207752443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04354" name="Rectangle 2"/>
          <p:cNvSpPr>
            <a:spLocks noGrp="1" noChangeArrowheads="1"/>
          </p:cNvSpPr>
          <p:nvPr>
            <p:ph type="title"/>
          </p:nvPr>
        </p:nvSpPr>
        <p:spPr>
          <a:xfrm>
            <a:off x="1295467" y="260648"/>
            <a:ext cx="8955616" cy="864096"/>
          </a:xfrm>
        </p:spPr>
        <p:txBody>
          <a:bodyPr>
            <a:noAutofit/>
          </a:bodyPr>
          <a:lstStyle/>
          <a:p>
            <a:pPr>
              <a:lnSpc>
                <a:spcPct val="150000"/>
              </a:lnSpc>
              <a:spcBef>
                <a:spcPts val="0"/>
              </a:spcBef>
            </a:pPr>
            <a:r>
              <a:rPr lang="zh-CN" altLang="en-US" sz="4800" dirty="0"/>
              <a:t>云计算的关键技术</a:t>
            </a:r>
            <a:endParaRPr lang="en-US" altLang="zh-CN" sz="4800" dirty="0"/>
          </a:p>
        </p:txBody>
      </p:sp>
      <p:sp>
        <p:nvSpPr>
          <p:cNvPr id="2404355" name="Rectangle 3"/>
          <p:cNvSpPr>
            <a:spLocks noGrp="1" noChangeArrowheads="1"/>
          </p:cNvSpPr>
          <p:nvPr>
            <p:ph type="body" sz="half" idx="1"/>
          </p:nvPr>
        </p:nvSpPr>
        <p:spPr>
          <a:xfrm>
            <a:off x="815413" y="1700809"/>
            <a:ext cx="10081120" cy="4032447"/>
          </a:xfrm>
        </p:spPr>
        <p:txBody>
          <a:bodyPr>
            <a:normAutofit/>
          </a:bodyPr>
          <a:lstStyle/>
          <a:p>
            <a:r>
              <a:rPr lang="zh-CN" altLang="zh-CN" sz="3200" dirty="0"/>
              <a:t>虚拟化技术</a:t>
            </a:r>
            <a:endParaRPr lang="en-US" altLang="zh-CN" sz="3200" dirty="0"/>
          </a:p>
          <a:p>
            <a:pPr lvl="1"/>
            <a:r>
              <a:rPr lang="zh-CN" altLang="zh-CN" sz="2667" dirty="0"/>
              <a:t>虚拟化技术呈现给用户的是一个与物理资源有相同功能和接口的虚拟资源。</a:t>
            </a:r>
            <a:endParaRPr lang="en-US" altLang="zh-CN" sz="2667" dirty="0"/>
          </a:p>
          <a:p>
            <a:pPr lvl="1"/>
            <a:r>
              <a:rPr lang="zh-CN" altLang="zh-CN" sz="2667" dirty="0"/>
              <a:t>能是建立在一个实际的物理资源上．也可能是跨多个物理资源，用户不需要了解底层的物理细节</a:t>
            </a:r>
            <a:r>
              <a:rPr lang="zh-CN" altLang="en-US" sz="2667" dirty="0"/>
              <a:t>。</a:t>
            </a:r>
            <a:endParaRPr lang="en-US" altLang="zh-CN" sz="2667" dirty="0"/>
          </a:p>
          <a:p>
            <a:pPr lvl="1">
              <a:buNone/>
            </a:pPr>
            <a:endParaRPr lang="en-US" altLang="zh-TW" sz="2667" dirty="0">
              <a:solidFill>
                <a:schemeClr val="tx2"/>
              </a:solidFill>
              <a:latin typeface="Comic Sans MS" pitchFamily="66" charset="0"/>
              <a:ea typeface="PMingLiU" pitchFamily="18" charset="-120"/>
              <a:sym typeface="Franklin Gothic Book" pitchFamily="34" charset="0"/>
            </a:endParaRPr>
          </a:p>
          <a:p>
            <a:pPr>
              <a:buNone/>
            </a:pPr>
            <a:r>
              <a:rPr lang="en-US" altLang="zh-CN" sz="3200" dirty="0">
                <a:latin typeface="Comic Sans MS" pitchFamily="66" charset="0"/>
                <a:sym typeface="Perpetua" pitchFamily="18" charset="0"/>
              </a:rPr>
              <a:t>	</a:t>
            </a:r>
            <a:endParaRPr lang="en-US" altLang="zh-TW" sz="2667" dirty="0">
              <a:latin typeface="华文楷体" pitchFamily="2" charset="-122"/>
              <a:ea typeface="华文楷体" pitchFamily="2" charset="-122"/>
              <a:sym typeface="Perpetua" pitchFamily="18" charset="0"/>
            </a:endParaRPr>
          </a:p>
          <a:p>
            <a:endParaRPr lang="en-US" altLang="zh-CN" sz="3200" dirty="0"/>
          </a:p>
        </p:txBody>
      </p:sp>
      <p:sp>
        <p:nvSpPr>
          <p:cNvPr id="5" name="TextBox 4"/>
          <p:cNvSpPr txBox="1"/>
          <p:nvPr/>
        </p:nvSpPr>
        <p:spPr>
          <a:xfrm>
            <a:off x="-30291" y="5736"/>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3" action="ppaction://hlinksldjump"/>
              </a:rPr>
              <a:t></a:t>
            </a:r>
            <a:endParaRPr lang="zh-CN" altLang="en-US" sz="8000" dirty="0">
              <a:solidFill>
                <a:prstClr val="black"/>
              </a:solidFill>
              <a:latin typeface="Trebuchet MS"/>
              <a:ea typeface="方正姚体" panose="02010601030101010101" pitchFamily="2" charset="-122"/>
            </a:endParaRPr>
          </a:p>
        </p:txBody>
      </p:sp>
      <p:sp>
        <p:nvSpPr>
          <p:cNvPr id="186372" name="Rectangle 4"/>
          <p:cNvSpPr>
            <a:spLocks noChangeArrowheads="1"/>
          </p:cNvSpPr>
          <p:nvPr/>
        </p:nvSpPr>
        <p:spPr bwMode="auto">
          <a:xfrm>
            <a:off x="1" y="-246220"/>
            <a:ext cx="246286" cy="492443"/>
          </a:xfrm>
          <a:prstGeom prst="rect">
            <a:avLst/>
          </a:prstGeom>
          <a:noFill/>
          <a:ln w="9525">
            <a:noFill/>
            <a:miter lim="800000"/>
            <a:headEnd/>
            <a:tailEnd/>
          </a:ln>
          <a:effectLst/>
        </p:spPr>
        <p:txBody>
          <a:bodyPr vert="horz" wrap="none" lIns="121920" tIns="60960" rIns="121920" bIns="60960" numCol="1" anchor="ctr" anchorCtr="0" compatLnSpc="1">
            <a:prstTxWarp prst="textNoShape">
              <a:avLst/>
            </a:prstTxWarp>
            <a:spAutoFit/>
          </a:bodyPr>
          <a:lstStyle/>
          <a:p>
            <a:pPr defTabSz="1219170"/>
            <a:endParaRPr lang="zh-CN" altLang="en-US" sz="2400">
              <a:solidFill>
                <a:prstClr val="black"/>
              </a:solidFill>
              <a:latin typeface="Trebuchet MS"/>
              <a:ea typeface="方正姚体" panose="02010601030101010101" pitchFamily="2" charset="-122"/>
            </a:endParaRPr>
          </a:p>
        </p:txBody>
      </p:sp>
    </p:spTree>
    <p:extLst>
      <p:ext uri="{BB962C8B-B14F-4D97-AF65-F5344CB8AC3E}">
        <p14:creationId xmlns:p14="http://schemas.microsoft.com/office/powerpoint/2010/main" val="89948779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04354" name="Rectangle 2"/>
          <p:cNvSpPr>
            <a:spLocks noGrp="1" noChangeArrowheads="1"/>
          </p:cNvSpPr>
          <p:nvPr>
            <p:ph type="title"/>
          </p:nvPr>
        </p:nvSpPr>
        <p:spPr>
          <a:xfrm>
            <a:off x="1295467" y="260648"/>
            <a:ext cx="8955616" cy="864096"/>
          </a:xfrm>
        </p:spPr>
        <p:txBody>
          <a:bodyPr>
            <a:noAutofit/>
          </a:bodyPr>
          <a:lstStyle/>
          <a:p>
            <a:pPr>
              <a:lnSpc>
                <a:spcPct val="150000"/>
              </a:lnSpc>
              <a:spcBef>
                <a:spcPts val="0"/>
              </a:spcBef>
            </a:pPr>
            <a:r>
              <a:rPr lang="zh-CN" altLang="en-US" sz="4800" dirty="0"/>
              <a:t>云计算的关键技术</a:t>
            </a:r>
            <a:endParaRPr lang="en-US" altLang="zh-CN" sz="4800" dirty="0"/>
          </a:p>
        </p:txBody>
      </p:sp>
      <p:sp>
        <p:nvSpPr>
          <p:cNvPr id="2404355" name="Rectangle 3"/>
          <p:cNvSpPr>
            <a:spLocks noGrp="1" noChangeArrowheads="1"/>
          </p:cNvSpPr>
          <p:nvPr>
            <p:ph type="body" sz="half" idx="1"/>
          </p:nvPr>
        </p:nvSpPr>
        <p:spPr>
          <a:xfrm>
            <a:off x="815413" y="1700809"/>
            <a:ext cx="10081120" cy="4032447"/>
          </a:xfrm>
        </p:spPr>
        <p:txBody>
          <a:bodyPr>
            <a:normAutofit/>
          </a:bodyPr>
          <a:lstStyle/>
          <a:p>
            <a:r>
              <a:rPr lang="zh-CN" altLang="zh-CN" sz="3200" dirty="0"/>
              <a:t>海量数据分布存储技术</a:t>
            </a:r>
            <a:endParaRPr lang="en-US" altLang="zh-CN" sz="3200" dirty="0"/>
          </a:p>
          <a:p>
            <a:pPr lvl="1">
              <a:spcBef>
                <a:spcPts val="800"/>
              </a:spcBef>
            </a:pPr>
            <a:r>
              <a:rPr lang="zh-CN" altLang="zh-CN" sz="2667" dirty="0"/>
              <a:t>数据以分布式存储的方式在线存储。</a:t>
            </a:r>
            <a:endParaRPr lang="en-US" altLang="zh-CN" sz="2667" dirty="0"/>
          </a:p>
          <a:p>
            <a:pPr lvl="1"/>
            <a:r>
              <a:rPr lang="zh-CN" altLang="zh-CN" sz="2667" dirty="0"/>
              <a:t>用户无需考虑存储容量、数据存储位置以及数据的安全性和可靠性等问题</a:t>
            </a:r>
            <a:r>
              <a:rPr lang="zh-CN" altLang="en-US" sz="2667" dirty="0"/>
              <a:t>。</a:t>
            </a:r>
            <a:endParaRPr lang="en-US" altLang="zh-CN" sz="2667" dirty="0"/>
          </a:p>
          <a:p>
            <a:pPr lvl="1"/>
            <a:r>
              <a:rPr lang="zh-CN" altLang="zh-CN" sz="2667" dirty="0"/>
              <a:t>主要代表</a:t>
            </a:r>
            <a:r>
              <a:rPr lang="zh-CN" altLang="en-US" sz="2667" dirty="0"/>
              <a:t>：</a:t>
            </a:r>
            <a:r>
              <a:rPr lang="en-US" altLang="zh-CN" sz="2667" dirty="0"/>
              <a:t>Google</a:t>
            </a:r>
            <a:r>
              <a:rPr lang="zh-CN" altLang="zh-CN" sz="2667" dirty="0"/>
              <a:t>的</a:t>
            </a:r>
            <a:r>
              <a:rPr lang="en-US" altLang="zh-CN" sz="2667" dirty="0" err="1"/>
              <a:t>GFS</a:t>
            </a:r>
            <a:endParaRPr lang="en-US" altLang="zh-CN" sz="2667" dirty="0"/>
          </a:p>
          <a:p>
            <a:pPr lvl="1">
              <a:buNone/>
            </a:pPr>
            <a:endParaRPr lang="en-US" altLang="zh-TW" sz="2667" dirty="0">
              <a:solidFill>
                <a:schemeClr val="tx2"/>
              </a:solidFill>
              <a:latin typeface="Comic Sans MS" pitchFamily="66" charset="0"/>
              <a:ea typeface="PMingLiU" pitchFamily="18" charset="-120"/>
              <a:sym typeface="Franklin Gothic Book" pitchFamily="34" charset="0"/>
            </a:endParaRPr>
          </a:p>
          <a:p>
            <a:pPr>
              <a:buNone/>
            </a:pPr>
            <a:r>
              <a:rPr lang="en-US" altLang="zh-CN" sz="3200" dirty="0">
                <a:latin typeface="Comic Sans MS" pitchFamily="66" charset="0"/>
                <a:sym typeface="Perpetua" pitchFamily="18" charset="0"/>
              </a:rPr>
              <a:t>	</a:t>
            </a:r>
            <a:endParaRPr lang="en-US" altLang="zh-TW" sz="2667" dirty="0">
              <a:latin typeface="华文楷体" pitchFamily="2" charset="-122"/>
              <a:ea typeface="华文楷体" pitchFamily="2" charset="-122"/>
              <a:sym typeface="Perpetua" pitchFamily="18" charset="0"/>
            </a:endParaRPr>
          </a:p>
          <a:p>
            <a:endParaRPr lang="en-US" altLang="zh-CN" sz="3200" dirty="0"/>
          </a:p>
        </p:txBody>
      </p:sp>
      <p:sp>
        <p:nvSpPr>
          <p:cNvPr id="5" name="TextBox 4"/>
          <p:cNvSpPr txBox="1"/>
          <p:nvPr/>
        </p:nvSpPr>
        <p:spPr>
          <a:xfrm>
            <a:off x="-30291" y="5736"/>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3" action="ppaction://hlinksldjump"/>
              </a:rPr>
              <a:t></a:t>
            </a:r>
            <a:endParaRPr lang="zh-CN" altLang="en-US" sz="8000" dirty="0">
              <a:solidFill>
                <a:prstClr val="black"/>
              </a:solidFill>
              <a:latin typeface="Trebuchet MS"/>
              <a:ea typeface="方正姚体" panose="02010601030101010101" pitchFamily="2" charset="-122"/>
            </a:endParaRPr>
          </a:p>
        </p:txBody>
      </p:sp>
      <p:sp>
        <p:nvSpPr>
          <p:cNvPr id="186372" name="Rectangle 4"/>
          <p:cNvSpPr>
            <a:spLocks noChangeArrowheads="1"/>
          </p:cNvSpPr>
          <p:nvPr/>
        </p:nvSpPr>
        <p:spPr bwMode="auto">
          <a:xfrm>
            <a:off x="1" y="-246220"/>
            <a:ext cx="246286" cy="492443"/>
          </a:xfrm>
          <a:prstGeom prst="rect">
            <a:avLst/>
          </a:prstGeom>
          <a:noFill/>
          <a:ln w="9525">
            <a:noFill/>
            <a:miter lim="800000"/>
            <a:headEnd/>
            <a:tailEnd/>
          </a:ln>
          <a:effectLst/>
        </p:spPr>
        <p:txBody>
          <a:bodyPr vert="horz" wrap="none" lIns="121920" tIns="60960" rIns="121920" bIns="60960" numCol="1" anchor="ctr" anchorCtr="0" compatLnSpc="1">
            <a:prstTxWarp prst="textNoShape">
              <a:avLst/>
            </a:prstTxWarp>
            <a:spAutoFit/>
          </a:bodyPr>
          <a:lstStyle/>
          <a:p>
            <a:pPr defTabSz="1219170"/>
            <a:endParaRPr lang="zh-CN" altLang="en-US" sz="2400">
              <a:solidFill>
                <a:prstClr val="black"/>
              </a:solidFill>
              <a:latin typeface="Trebuchet MS"/>
              <a:ea typeface="方正姚体" panose="02010601030101010101" pitchFamily="2" charset="-122"/>
            </a:endParaRPr>
          </a:p>
        </p:txBody>
      </p:sp>
    </p:spTree>
    <p:extLst>
      <p:ext uri="{BB962C8B-B14F-4D97-AF65-F5344CB8AC3E}">
        <p14:creationId xmlns:p14="http://schemas.microsoft.com/office/powerpoint/2010/main" val="278188507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04354" name="Rectangle 2"/>
          <p:cNvSpPr>
            <a:spLocks noGrp="1" noChangeArrowheads="1"/>
          </p:cNvSpPr>
          <p:nvPr>
            <p:ph type="title"/>
          </p:nvPr>
        </p:nvSpPr>
        <p:spPr>
          <a:xfrm>
            <a:off x="1295467" y="260648"/>
            <a:ext cx="8955616" cy="864096"/>
          </a:xfrm>
        </p:spPr>
        <p:txBody>
          <a:bodyPr>
            <a:noAutofit/>
          </a:bodyPr>
          <a:lstStyle/>
          <a:p>
            <a:pPr>
              <a:lnSpc>
                <a:spcPct val="150000"/>
              </a:lnSpc>
              <a:spcBef>
                <a:spcPts val="0"/>
              </a:spcBef>
            </a:pPr>
            <a:r>
              <a:rPr lang="zh-CN" altLang="en-US" sz="4800" dirty="0"/>
              <a:t>云计算的关键技术</a:t>
            </a:r>
            <a:endParaRPr lang="en-US" altLang="zh-CN" sz="4800" dirty="0"/>
          </a:p>
        </p:txBody>
      </p:sp>
      <p:sp>
        <p:nvSpPr>
          <p:cNvPr id="2404355" name="Rectangle 3"/>
          <p:cNvSpPr>
            <a:spLocks noGrp="1" noChangeArrowheads="1"/>
          </p:cNvSpPr>
          <p:nvPr>
            <p:ph type="body" sz="half" idx="1"/>
          </p:nvPr>
        </p:nvSpPr>
        <p:spPr>
          <a:xfrm>
            <a:off x="815413" y="1700809"/>
            <a:ext cx="10081120" cy="4032447"/>
          </a:xfrm>
        </p:spPr>
        <p:txBody>
          <a:bodyPr>
            <a:normAutofit/>
          </a:bodyPr>
          <a:lstStyle/>
          <a:p>
            <a:r>
              <a:rPr lang="zh-CN" altLang="zh-CN" sz="3200" dirty="0"/>
              <a:t>并行编程模式</a:t>
            </a:r>
            <a:endParaRPr lang="en-US" altLang="zh-CN" sz="3200" dirty="0"/>
          </a:p>
          <a:p>
            <a:pPr lvl="1">
              <a:spcBef>
                <a:spcPts val="800"/>
              </a:spcBef>
            </a:pPr>
            <a:r>
              <a:rPr lang="zh-CN" altLang="zh-CN" sz="2667" dirty="0"/>
              <a:t>云计算提供了分布式的计算模式，客观上要求分布式的编程模式。</a:t>
            </a:r>
            <a:endParaRPr lang="en-US" altLang="zh-CN" sz="2667" dirty="0"/>
          </a:p>
          <a:p>
            <a:pPr lvl="1">
              <a:spcBef>
                <a:spcPts val="800"/>
              </a:spcBef>
            </a:pPr>
            <a:r>
              <a:rPr lang="zh-CN" altLang="zh-CN" sz="2667" dirty="0"/>
              <a:t>云计算中广泛使用的编程方式为</a:t>
            </a:r>
            <a:r>
              <a:rPr lang="en-US" altLang="zh-CN" sz="2667" dirty="0"/>
              <a:t>Map-Reduce</a:t>
            </a:r>
          </a:p>
          <a:p>
            <a:pPr lvl="1">
              <a:buNone/>
            </a:pPr>
            <a:endParaRPr lang="en-US" altLang="zh-TW" sz="2667" dirty="0">
              <a:solidFill>
                <a:schemeClr val="tx2"/>
              </a:solidFill>
              <a:latin typeface="Comic Sans MS" pitchFamily="66" charset="0"/>
              <a:ea typeface="PMingLiU" pitchFamily="18" charset="-120"/>
              <a:sym typeface="Franklin Gothic Book" pitchFamily="34" charset="0"/>
            </a:endParaRPr>
          </a:p>
          <a:p>
            <a:pPr>
              <a:buNone/>
            </a:pPr>
            <a:r>
              <a:rPr lang="en-US" altLang="zh-CN" sz="3200" dirty="0">
                <a:latin typeface="Comic Sans MS" pitchFamily="66" charset="0"/>
                <a:sym typeface="Perpetua" pitchFamily="18" charset="0"/>
              </a:rPr>
              <a:t>	</a:t>
            </a:r>
            <a:endParaRPr lang="en-US" altLang="zh-TW" sz="2667" dirty="0">
              <a:latin typeface="华文楷体" pitchFamily="2" charset="-122"/>
              <a:ea typeface="华文楷体" pitchFamily="2" charset="-122"/>
              <a:sym typeface="Perpetua" pitchFamily="18" charset="0"/>
            </a:endParaRPr>
          </a:p>
          <a:p>
            <a:endParaRPr lang="en-US" altLang="zh-CN" sz="3200" dirty="0"/>
          </a:p>
        </p:txBody>
      </p:sp>
      <p:sp>
        <p:nvSpPr>
          <p:cNvPr id="5" name="TextBox 4"/>
          <p:cNvSpPr txBox="1"/>
          <p:nvPr/>
        </p:nvSpPr>
        <p:spPr>
          <a:xfrm>
            <a:off x="-30291" y="5736"/>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3" action="ppaction://hlinksldjump"/>
              </a:rPr>
              <a:t></a:t>
            </a:r>
            <a:endParaRPr lang="zh-CN" altLang="en-US" sz="8000" dirty="0">
              <a:solidFill>
                <a:prstClr val="black"/>
              </a:solidFill>
              <a:latin typeface="Trebuchet MS"/>
              <a:ea typeface="方正姚体" panose="02010601030101010101" pitchFamily="2" charset="-122"/>
            </a:endParaRPr>
          </a:p>
        </p:txBody>
      </p:sp>
      <p:sp>
        <p:nvSpPr>
          <p:cNvPr id="186372" name="Rectangle 4"/>
          <p:cNvSpPr>
            <a:spLocks noChangeArrowheads="1"/>
          </p:cNvSpPr>
          <p:nvPr/>
        </p:nvSpPr>
        <p:spPr bwMode="auto">
          <a:xfrm>
            <a:off x="1" y="-246220"/>
            <a:ext cx="246286" cy="492443"/>
          </a:xfrm>
          <a:prstGeom prst="rect">
            <a:avLst/>
          </a:prstGeom>
          <a:noFill/>
          <a:ln w="9525">
            <a:noFill/>
            <a:miter lim="800000"/>
            <a:headEnd/>
            <a:tailEnd/>
          </a:ln>
          <a:effectLst/>
        </p:spPr>
        <p:txBody>
          <a:bodyPr vert="horz" wrap="none" lIns="121920" tIns="60960" rIns="121920" bIns="60960" numCol="1" anchor="ctr" anchorCtr="0" compatLnSpc="1">
            <a:prstTxWarp prst="textNoShape">
              <a:avLst/>
            </a:prstTxWarp>
            <a:spAutoFit/>
          </a:bodyPr>
          <a:lstStyle/>
          <a:p>
            <a:pPr defTabSz="1219170"/>
            <a:endParaRPr lang="zh-CN" altLang="en-US" sz="2400">
              <a:solidFill>
                <a:prstClr val="black"/>
              </a:solidFill>
              <a:latin typeface="Trebuchet MS"/>
              <a:ea typeface="方正姚体" panose="02010601030101010101" pitchFamily="2" charset="-122"/>
            </a:endParaRPr>
          </a:p>
        </p:txBody>
      </p:sp>
    </p:spTree>
    <p:extLst>
      <p:ext uri="{BB962C8B-B14F-4D97-AF65-F5344CB8AC3E}">
        <p14:creationId xmlns:p14="http://schemas.microsoft.com/office/powerpoint/2010/main" val="159891343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zh-CN" altLang="en-US" sz="4800" dirty="0"/>
              <a:t>主题五 </a:t>
            </a:r>
            <a:r>
              <a:rPr lang="zh-CN" altLang="zh-CN" sz="4800" b="1" dirty="0"/>
              <a:t>风起云涌的网络计算</a:t>
            </a:r>
            <a:r>
              <a:rPr lang="en-US" altLang="zh-CN" sz="4800" b="1" dirty="0"/>
              <a:t>—</a:t>
            </a:r>
            <a:r>
              <a:rPr lang="zh-CN" altLang="zh-CN" sz="4800" b="1" dirty="0"/>
              <a:t>云计算</a:t>
            </a:r>
            <a:endParaRPr lang="zh-CN" altLang="en-US" sz="4800" dirty="0"/>
          </a:p>
        </p:txBody>
      </p:sp>
      <p:sp>
        <p:nvSpPr>
          <p:cNvPr id="2" name="内容占位符 1"/>
          <p:cNvSpPr>
            <a:spLocks noGrp="1"/>
          </p:cNvSpPr>
          <p:nvPr>
            <p:ph idx="1"/>
          </p:nvPr>
        </p:nvSpPr>
        <p:spPr/>
        <p:txBody>
          <a:bodyPr>
            <a:normAutofit/>
          </a:bodyPr>
          <a:lstStyle/>
          <a:p>
            <a:pPr>
              <a:lnSpc>
                <a:spcPct val="150000"/>
              </a:lnSpc>
              <a:spcBef>
                <a:spcPts val="0"/>
              </a:spcBef>
            </a:pPr>
            <a:r>
              <a:rPr lang="zh-CN" altLang="zh-CN" sz="3733" dirty="0">
                <a:latin typeface="黑体" pitchFamily="49" charset="-122"/>
                <a:ea typeface="黑体" pitchFamily="49" charset="-122"/>
              </a:rPr>
              <a:t>什么是</a:t>
            </a:r>
            <a:r>
              <a:rPr lang="zh-CN" altLang="en-US" sz="3733" dirty="0">
                <a:latin typeface="黑体" pitchFamily="49" charset="-122"/>
                <a:ea typeface="黑体" pitchFamily="49" charset="-122"/>
              </a:rPr>
              <a:t>云计算</a:t>
            </a:r>
            <a:endParaRPr lang="en-US" altLang="zh-CN" sz="3733" dirty="0">
              <a:latin typeface="黑体" pitchFamily="49" charset="-122"/>
              <a:ea typeface="黑体" pitchFamily="49" charset="-122"/>
            </a:endParaRPr>
          </a:p>
          <a:p>
            <a:pPr>
              <a:lnSpc>
                <a:spcPct val="150000"/>
              </a:lnSpc>
              <a:spcBef>
                <a:spcPts val="0"/>
              </a:spcBef>
            </a:pPr>
            <a:r>
              <a:rPr lang="zh-CN" altLang="en-US" sz="3733" dirty="0">
                <a:latin typeface="黑体" pitchFamily="49" charset="-122"/>
                <a:ea typeface="黑体" pitchFamily="49" charset="-122"/>
              </a:rPr>
              <a:t>云计算</a:t>
            </a:r>
            <a:r>
              <a:rPr lang="zh-CN" altLang="zh-CN" sz="3733" dirty="0">
                <a:latin typeface="黑体" pitchFamily="49" charset="-122"/>
                <a:ea typeface="黑体" pitchFamily="49" charset="-122"/>
              </a:rPr>
              <a:t>的关键技术</a:t>
            </a:r>
            <a:endParaRPr lang="en-US" altLang="zh-CN" sz="3733" dirty="0">
              <a:latin typeface="黑体" pitchFamily="49" charset="-122"/>
              <a:ea typeface="黑体" pitchFamily="49" charset="-122"/>
            </a:endParaRPr>
          </a:p>
          <a:p>
            <a:r>
              <a:rPr lang="zh-CN" altLang="en-US" sz="3733" dirty="0">
                <a:latin typeface="黑体" pitchFamily="49" charset="-122"/>
                <a:ea typeface="黑体" pitchFamily="49" charset="-122"/>
              </a:rPr>
              <a:t>云计算的应用</a:t>
            </a:r>
            <a:endParaRPr lang="en-US" altLang="zh-CN" sz="3733" dirty="0">
              <a:latin typeface="黑体" pitchFamily="49" charset="-122"/>
              <a:ea typeface="黑体" pitchFamily="49" charset="-122"/>
            </a:endParaRPr>
          </a:p>
        </p:txBody>
      </p:sp>
      <p:sp>
        <p:nvSpPr>
          <p:cNvPr id="5" name="TextBox 4"/>
          <p:cNvSpPr txBox="1"/>
          <p:nvPr/>
        </p:nvSpPr>
        <p:spPr>
          <a:xfrm>
            <a:off x="0" y="-170"/>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2" action="ppaction://hlinksldjump"/>
              </a:rPr>
              <a:t></a:t>
            </a:r>
            <a:endParaRPr lang="zh-CN" altLang="en-US" sz="8000" dirty="0">
              <a:solidFill>
                <a:prstClr val="black"/>
              </a:solidFill>
              <a:latin typeface="Trebuchet MS"/>
              <a:ea typeface="方正姚体" panose="02010601030101010101" pitchFamily="2" charset="-122"/>
            </a:endParaRPr>
          </a:p>
        </p:txBody>
      </p:sp>
    </p:spTree>
    <p:extLst>
      <p:ext uri="{BB962C8B-B14F-4D97-AF65-F5344CB8AC3E}">
        <p14:creationId xmlns:p14="http://schemas.microsoft.com/office/powerpoint/2010/main" val="145634001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04354" name="Rectangle 2"/>
          <p:cNvSpPr>
            <a:spLocks noGrp="1" noChangeArrowheads="1"/>
          </p:cNvSpPr>
          <p:nvPr>
            <p:ph type="title"/>
          </p:nvPr>
        </p:nvSpPr>
        <p:spPr>
          <a:xfrm>
            <a:off x="1295467" y="260648"/>
            <a:ext cx="8955616" cy="864096"/>
          </a:xfrm>
        </p:spPr>
        <p:txBody>
          <a:bodyPr>
            <a:noAutofit/>
          </a:bodyPr>
          <a:lstStyle/>
          <a:p>
            <a:pPr>
              <a:lnSpc>
                <a:spcPct val="150000"/>
              </a:lnSpc>
              <a:spcBef>
                <a:spcPts val="0"/>
              </a:spcBef>
            </a:pPr>
            <a:r>
              <a:rPr lang="zh-CN" altLang="en-US" sz="4800" dirty="0"/>
              <a:t>云计算的应用</a:t>
            </a:r>
            <a:endParaRPr lang="en-US" altLang="zh-CN" sz="4800" dirty="0"/>
          </a:p>
        </p:txBody>
      </p:sp>
      <p:sp>
        <p:nvSpPr>
          <p:cNvPr id="2404355" name="Rectangle 3"/>
          <p:cNvSpPr>
            <a:spLocks noGrp="1" noChangeArrowheads="1"/>
          </p:cNvSpPr>
          <p:nvPr>
            <p:ph type="body" sz="half" idx="1"/>
          </p:nvPr>
        </p:nvSpPr>
        <p:spPr>
          <a:xfrm>
            <a:off x="815413" y="1700809"/>
            <a:ext cx="10081120" cy="4032447"/>
          </a:xfrm>
        </p:spPr>
        <p:txBody>
          <a:bodyPr>
            <a:normAutofit/>
          </a:bodyPr>
          <a:lstStyle/>
          <a:p>
            <a:r>
              <a:rPr lang="zh-CN" altLang="zh-CN" sz="3200" dirty="0"/>
              <a:t>云存储</a:t>
            </a:r>
            <a:endParaRPr lang="en-US" altLang="zh-CN" sz="3200" dirty="0"/>
          </a:p>
          <a:p>
            <a:pPr lvl="1"/>
            <a:r>
              <a:rPr lang="zh-CN" altLang="zh-CN" sz="2667" dirty="0"/>
              <a:t>使用者使用云存储，并不是使用某一个存储设备，而是使用整个云存储系统带来的一种数据访问服务。</a:t>
            </a:r>
            <a:endParaRPr lang="en-US" altLang="zh-CN" sz="2667" dirty="0"/>
          </a:p>
          <a:p>
            <a:pPr lvl="1">
              <a:buNone/>
            </a:pPr>
            <a:endParaRPr lang="en-US" altLang="zh-TW" sz="2667" dirty="0">
              <a:solidFill>
                <a:schemeClr val="tx2"/>
              </a:solidFill>
              <a:latin typeface="Comic Sans MS" pitchFamily="66" charset="0"/>
              <a:ea typeface="PMingLiU" pitchFamily="18" charset="-120"/>
              <a:sym typeface="Franklin Gothic Book" pitchFamily="34" charset="0"/>
            </a:endParaRPr>
          </a:p>
          <a:p>
            <a:pPr>
              <a:buNone/>
            </a:pPr>
            <a:r>
              <a:rPr lang="en-US" altLang="zh-CN" sz="3200" dirty="0">
                <a:latin typeface="Comic Sans MS" pitchFamily="66" charset="0"/>
                <a:sym typeface="Perpetua" pitchFamily="18" charset="0"/>
              </a:rPr>
              <a:t>	</a:t>
            </a:r>
            <a:endParaRPr lang="en-US" altLang="zh-TW" sz="2667" dirty="0">
              <a:latin typeface="华文楷体" pitchFamily="2" charset="-122"/>
              <a:ea typeface="华文楷体" pitchFamily="2" charset="-122"/>
              <a:sym typeface="Perpetua" pitchFamily="18" charset="0"/>
            </a:endParaRPr>
          </a:p>
          <a:p>
            <a:endParaRPr lang="en-US" altLang="zh-CN" sz="3200" dirty="0"/>
          </a:p>
        </p:txBody>
      </p:sp>
      <p:sp>
        <p:nvSpPr>
          <p:cNvPr id="5" name="TextBox 4"/>
          <p:cNvSpPr txBox="1"/>
          <p:nvPr/>
        </p:nvSpPr>
        <p:spPr>
          <a:xfrm>
            <a:off x="-30291" y="5736"/>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3" action="ppaction://hlinksldjump"/>
              </a:rPr>
              <a:t></a:t>
            </a:r>
            <a:endParaRPr lang="zh-CN" altLang="en-US" sz="8000" dirty="0">
              <a:solidFill>
                <a:prstClr val="black"/>
              </a:solidFill>
              <a:latin typeface="Trebuchet MS"/>
              <a:ea typeface="方正姚体" panose="02010601030101010101" pitchFamily="2" charset="-122"/>
            </a:endParaRPr>
          </a:p>
        </p:txBody>
      </p:sp>
      <p:sp>
        <p:nvSpPr>
          <p:cNvPr id="186372" name="Rectangle 4"/>
          <p:cNvSpPr>
            <a:spLocks noChangeArrowheads="1"/>
          </p:cNvSpPr>
          <p:nvPr/>
        </p:nvSpPr>
        <p:spPr bwMode="auto">
          <a:xfrm>
            <a:off x="1" y="-246220"/>
            <a:ext cx="246286" cy="492443"/>
          </a:xfrm>
          <a:prstGeom prst="rect">
            <a:avLst/>
          </a:prstGeom>
          <a:noFill/>
          <a:ln w="9525">
            <a:noFill/>
            <a:miter lim="800000"/>
            <a:headEnd/>
            <a:tailEnd/>
          </a:ln>
          <a:effectLst/>
        </p:spPr>
        <p:txBody>
          <a:bodyPr vert="horz" wrap="none" lIns="121920" tIns="60960" rIns="121920" bIns="60960" numCol="1" anchor="ctr" anchorCtr="0" compatLnSpc="1">
            <a:prstTxWarp prst="textNoShape">
              <a:avLst/>
            </a:prstTxWarp>
            <a:spAutoFit/>
          </a:bodyPr>
          <a:lstStyle/>
          <a:p>
            <a:pPr defTabSz="1219170"/>
            <a:endParaRPr lang="zh-CN" altLang="en-US" sz="2400">
              <a:solidFill>
                <a:prstClr val="black"/>
              </a:solidFill>
              <a:latin typeface="Trebuchet MS"/>
              <a:ea typeface="方正姚体" panose="02010601030101010101" pitchFamily="2" charset="-122"/>
            </a:endParaRPr>
          </a:p>
        </p:txBody>
      </p:sp>
      <p:pic>
        <p:nvPicPr>
          <p:cNvPr id="17" name="图片 16" descr="Q盘.jpg"/>
          <p:cNvPicPr/>
          <p:nvPr/>
        </p:nvPicPr>
        <p:blipFill>
          <a:blip r:embed="rId4" cstate="print"/>
          <a:stretch>
            <a:fillRect/>
          </a:stretch>
        </p:blipFill>
        <p:spPr bwMode="auto">
          <a:xfrm>
            <a:off x="1871531" y="3621022"/>
            <a:ext cx="3458080" cy="2332001"/>
          </a:xfrm>
          <a:prstGeom prst="rect">
            <a:avLst/>
          </a:prstGeom>
          <a:noFill/>
          <a:ln>
            <a:noFill/>
          </a:ln>
        </p:spPr>
      </p:pic>
      <p:pic>
        <p:nvPicPr>
          <p:cNvPr id="287746" name="Picture 2"/>
          <p:cNvPicPr>
            <a:picLocks noChangeAspect="1" noChangeArrowheads="1"/>
          </p:cNvPicPr>
          <p:nvPr/>
        </p:nvPicPr>
        <p:blipFill>
          <a:blip r:embed="rId5" cstate="print"/>
          <a:srcRect/>
          <a:stretch>
            <a:fillRect/>
          </a:stretch>
        </p:blipFill>
        <p:spPr bwMode="auto">
          <a:xfrm>
            <a:off x="8688288" y="3525011"/>
            <a:ext cx="1346200" cy="1066800"/>
          </a:xfrm>
          <a:prstGeom prst="rect">
            <a:avLst/>
          </a:prstGeom>
          <a:noFill/>
          <a:ln w="9525">
            <a:noFill/>
            <a:miter lim="800000"/>
            <a:headEnd/>
            <a:tailEnd/>
          </a:ln>
        </p:spPr>
      </p:pic>
      <p:pic>
        <p:nvPicPr>
          <p:cNvPr id="287747" name="Picture 3"/>
          <p:cNvPicPr>
            <a:picLocks noChangeAspect="1" noChangeArrowheads="1"/>
          </p:cNvPicPr>
          <p:nvPr/>
        </p:nvPicPr>
        <p:blipFill>
          <a:blip r:embed="rId6" cstate="print"/>
          <a:srcRect/>
          <a:stretch>
            <a:fillRect/>
          </a:stretch>
        </p:blipFill>
        <p:spPr bwMode="auto">
          <a:xfrm>
            <a:off x="6672065" y="5061182"/>
            <a:ext cx="1358900" cy="850900"/>
          </a:xfrm>
          <a:prstGeom prst="rect">
            <a:avLst/>
          </a:prstGeom>
          <a:noFill/>
          <a:ln w="9525">
            <a:noFill/>
            <a:miter lim="800000"/>
            <a:headEnd/>
            <a:tailEnd/>
          </a:ln>
        </p:spPr>
      </p:pic>
    </p:spTree>
    <p:extLst>
      <p:ext uri="{BB962C8B-B14F-4D97-AF65-F5344CB8AC3E}">
        <p14:creationId xmlns:p14="http://schemas.microsoft.com/office/powerpoint/2010/main" val="201486866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04354" name="Rectangle 2"/>
          <p:cNvSpPr>
            <a:spLocks noGrp="1" noChangeArrowheads="1"/>
          </p:cNvSpPr>
          <p:nvPr>
            <p:ph type="title"/>
          </p:nvPr>
        </p:nvSpPr>
        <p:spPr>
          <a:xfrm>
            <a:off x="1295467" y="260648"/>
            <a:ext cx="8955616" cy="864096"/>
          </a:xfrm>
        </p:spPr>
        <p:txBody>
          <a:bodyPr>
            <a:noAutofit/>
          </a:bodyPr>
          <a:lstStyle/>
          <a:p>
            <a:pPr>
              <a:lnSpc>
                <a:spcPct val="150000"/>
              </a:lnSpc>
              <a:spcBef>
                <a:spcPts val="0"/>
              </a:spcBef>
            </a:pPr>
            <a:r>
              <a:rPr lang="zh-CN" altLang="en-US" sz="4800" dirty="0"/>
              <a:t>云计算的应用</a:t>
            </a:r>
            <a:endParaRPr lang="en-US" altLang="zh-CN" sz="4800" dirty="0"/>
          </a:p>
        </p:txBody>
      </p:sp>
      <p:sp>
        <p:nvSpPr>
          <p:cNvPr id="2404355" name="Rectangle 3"/>
          <p:cNvSpPr>
            <a:spLocks noGrp="1" noChangeArrowheads="1"/>
          </p:cNvSpPr>
          <p:nvPr>
            <p:ph type="body" sz="half" idx="1"/>
          </p:nvPr>
        </p:nvSpPr>
        <p:spPr>
          <a:xfrm>
            <a:off x="815414" y="1700809"/>
            <a:ext cx="8832981" cy="4032447"/>
          </a:xfrm>
        </p:spPr>
        <p:txBody>
          <a:bodyPr>
            <a:normAutofit/>
          </a:bodyPr>
          <a:lstStyle/>
          <a:p>
            <a:r>
              <a:rPr lang="zh-CN" altLang="zh-CN" sz="3200" dirty="0"/>
              <a:t>云</a:t>
            </a:r>
            <a:r>
              <a:rPr lang="zh-CN" altLang="en-US" sz="3200" dirty="0"/>
              <a:t>主机</a:t>
            </a:r>
            <a:endParaRPr lang="en-US" altLang="zh-CN" sz="3200" dirty="0"/>
          </a:p>
          <a:p>
            <a:pPr lvl="1">
              <a:lnSpc>
                <a:spcPct val="150000"/>
              </a:lnSpc>
              <a:spcBef>
                <a:spcPts val="800"/>
              </a:spcBef>
            </a:pPr>
            <a:r>
              <a:rPr lang="zh-CN" altLang="en-US" sz="2667" dirty="0"/>
              <a:t>利用虚拟化技术，在云端提供安全可靠的主机服务</a:t>
            </a:r>
            <a:endParaRPr lang="en-US" altLang="zh-CN" sz="2667" dirty="0"/>
          </a:p>
          <a:p>
            <a:pPr lvl="1">
              <a:lnSpc>
                <a:spcPct val="150000"/>
              </a:lnSpc>
              <a:spcBef>
                <a:spcPts val="800"/>
              </a:spcBef>
            </a:pPr>
            <a:r>
              <a:rPr lang="zh-CN" altLang="zh-CN" sz="2667" dirty="0"/>
              <a:t>国内提供云主机服务的服务商有阿里云、百度云、腾讯腾云、华为云、天翼云、盛大云等。</a:t>
            </a:r>
            <a:endParaRPr lang="en-US" altLang="zh-CN" sz="2667" dirty="0"/>
          </a:p>
          <a:p>
            <a:pPr lvl="1">
              <a:buNone/>
            </a:pPr>
            <a:endParaRPr lang="en-US" altLang="zh-TW" sz="2667" dirty="0">
              <a:solidFill>
                <a:schemeClr val="tx2"/>
              </a:solidFill>
              <a:latin typeface="Comic Sans MS" pitchFamily="66" charset="0"/>
              <a:ea typeface="PMingLiU" pitchFamily="18" charset="-120"/>
              <a:sym typeface="Franklin Gothic Book" pitchFamily="34" charset="0"/>
            </a:endParaRPr>
          </a:p>
          <a:p>
            <a:pPr>
              <a:buNone/>
            </a:pPr>
            <a:r>
              <a:rPr lang="en-US" altLang="zh-CN" sz="3200" dirty="0">
                <a:latin typeface="Comic Sans MS" pitchFamily="66" charset="0"/>
                <a:sym typeface="Perpetua" pitchFamily="18" charset="0"/>
              </a:rPr>
              <a:t>	</a:t>
            </a:r>
            <a:endParaRPr lang="en-US" altLang="zh-TW" sz="2667" dirty="0">
              <a:latin typeface="华文楷体" pitchFamily="2" charset="-122"/>
              <a:ea typeface="华文楷体" pitchFamily="2" charset="-122"/>
              <a:sym typeface="Perpetua" pitchFamily="18" charset="0"/>
            </a:endParaRPr>
          </a:p>
          <a:p>
            <a:endParaRPr lang="en-US" altLang="zh-CN" sz="3200" dirty="0"/>
          </a:p>
        </p:txBody>
      </p:sp>
      <p:sp>
        <p:nvSpPr>
          <p:cNvPr id="5" name="TextBox 4"/>
          <p:cNvSpPr txBox="1"/>
          <p:nvPr/>
        </p:nvSpPr>
        <p:spPr>
          <a:xfrm>
            <a:off x="-30291" y="5736"/>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3" action="ppaction://hlinksldjump"/>
              </a:rPr>
              <a:t></a:t>
            </a:r>
            <a:endParaRPr lang="zh-CN" altLang="en-US" sz="8000" dirty="0">
              <a:solidFill>
                <a:prstClr val="black"/>
              </a:solidFill>
              <a:latin typeface="Trebuchet MS"/>
              <a:ea typeface="方正姚体" panose="02010601030101010101" pitchFamily="2" charset="-122"/>
            </a:endParaRPr>
          </a:p>
        </p:txBody>
      </p:sp>
      <p:sp>
        <p:nvSpPr>
          <p:cNvPr id="186372" name="Rectangle 4"/>
          <p:cNvSpPr>
            <a:spLocks noChangeArrowheads="1"/>
          </p:cNvSpPr>
          <p:nvPr/>
        </p:nvSpPr>
        <p:spPr bwMode="auto">
          <a:xfrm>
            <a:off x="1" y="-246220"/>
            <a:ext cx="246286" cy="492443"/>
          </a:xfrm>
          <a:prstGeom prst="rect">
            <a:avLst/>
          </a:prstGeom>
          <a:noFill/>
          <a:ln w="9525">
            <a:noFill/>
            <a:miter lim="800000"/>
            <a:headEnd/>
            <a:tailEnd/>
          </a:ln>
          <a:effectLst/>
        </p:spPr>
        <p:txBody>
          <a:bodyPr vert="horz" wrap="none" lIns="121920" tIns="60960" rIns="121920" bIns="60960" numCol="1" anchor="ctr" anchorCtr="0" compatLnSpc="1">
            <a:prstTxWarp prst="textNoShape">
              <a:avLst/>
            </a:prstTxWarp>
            <a:spAutoFit/>
          </a:bodyPr>
          <a:lstStyle/>
          <a:p>
            <a:pPr defTabSz="1219170"/>
            <a:endParaRPr lang="zh-CN" altLang="en-US" sz="2400">
              <a:solidFill>
                <a:prstClr val="black"/>
              </a:solidFill>
              <a:latin typeface="Trebuchet MS"/>
              <a:ea typeface="方正姚体" panose="02010601030101010101" pitchFamily="2" charset="-122"/>
            </a:endParaRPr>
          </a:p>
        </p:txBody>
      </p:sp>
      <p:pic>
        <p:nvPicPr>
          <p:cNvPr id="288770" name="Picture 2"/>
          <p:cNvPicPr>
            <a:picLocks noChangeAspect="1" noChangeArrowheads="1"/>
          </p:cNvPicPr>
          <p:nvPr/>
        </p:nvPicPr>
        <p:blipFill>
          <a:blip r:embed="rId4" cstate="print"/>
          <a:srcRect/>
          <a:stretch>
            <a:fillRect/>
          </a:stretch>
        </p:blipFill>
        <p:spPr bwMode="auto">
          <a:xfrm>
            <a:off x="1871531" y="4293097"/>
            <a:ext cx="4367808" cy="1971716"/>
          </a:xfrm>
          <a:prstGeom prst="rect">
            <a:avLst/>
          </a:prstGeom>
          <a:noFill/>
          <a:ln w="9525">
            <a:noFill/>
            <a:miter lim="800000"/>
            <a:headEnd/>
            <a:tailEnd/>
          </a:ln>
        </p:spPr>
      </p:pic>
      <p:pic>
        <p:nvPicPr>
          <p:cNvPr id="288771" name="Picture 3"/>
          <p:cNvPicPr>
            <a:picLocks noChangeAspect="1" noChangeArrowheads="1"/>
          </p:cNvPicPr>
          <p:nvPr/>
        </p:nvPicPr>
        <p:blipFill>
          <a:blip r:embed="rId5" cstate="print"/>
          <a:srcRect/>
          <a:stretch>
            <a:fillRect/>
          </a:stretch>
        </p:blipFill>
        <p:spPr bwMode="auto">
          <a:xfrm>
            <a:off x="9936427" y="4101075"/>
            <a:ext cx="1384300" cy="1384300"/>
          </a:xfrm>
          <a:prstGeom prst="rect">
            <a:avLst/>
          </a:prstGeom>
          <a:noFill/>
          <a:ln w="9525">
            <a:noFill/>
            <a:miter lim="800000"/>
            <a:headEnd/>
            <a:tailEnd/>
          </a:ln>
        </p:spPr>
      </p:pic>
      <p:pic>
        <p:nvPicPr>
          <p:cNvPr id="288772" name="Picture 4"/>
          <p:cNvPicPr>
            <a:picLocks noChangeAspect="1" noChangeArrowheads="1"/>
          </p:cNvPicPr>
          <p:nvPr/>
        </p:nvPicPr>
        <p:blipFill>
          <a:blip r:embed="rId6" cstate="print"/>
          <a:srcRect/>
          <a:stretch>
            <a:fillRect/>
          </a:stretch>
        </p:blipFill>
        <p:spPr bwMode="auto">
          <a:xfrm>
            <a:off x="7728182" y="5349214"/>
            <a:ext cx="1333500" cy="825500"/>
          </a:xfrm>
          <a:prstGeom prst="rect">
            <a:avLst/>
          </a:prstGeom>
          <a:noFill/>
          <a:ln w="9525">
            <a:noFill/>
            <a:miter lim="800000"/>
            <a:headEnd/>
            <a:tailEnd/>
          </a:ln>
        </p:spPr>
      </p:pic>
      <p:pic>
        <p:nvPicPr>
          <p:cNvPr id="288773" name="Picture 5"/>
          <p:cNvPicPr>
            <a:picLocks noChangeAspect="1" noChangeArrowheads="1"/>
          </p:cNvPicPr>
          <p:nvPr/>
        </p:nvPicPr>
        <p:blipFill>
          <a:blip r:embed="rId7" cstate="print"/>
          <a:srcRect/>
          <a:stretch>
            <a:fillRect/>
          </a:stretch>
        </p:blipFill>
        <p:spPr bwMode="auto">
          <a:xfrm>
            <a:off x="8016213" y="3909054"/>
            <a:ext cx="1371600" cy="901700"/>
          </a:xfrm>
          <a:prstGeom prst="rect">
            <a:avLst/>
          </a:prstGeom>
          <a:noFill/>
          <a:ln w="9525">
            <a:noFill/>
            <a:miter lim="800000"/>
            <a:headEnd/>
            <a:tailEnd/>
          </a:ln>
        </p:spPr>
      </p:pic>
    </p:spTree>
    <p:extLst>
      <p:ext uri="{BB962C8B-B14F-4D97-AF65-F5344CB8AC3E}">
        <p14:creationId xmlns:p14="http://schemas.microsoft.com/office/powerpoint/2010/main" val="149128602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04354" name="Rectangle 2"/>
          <p:cNvSpPr>
            <a:spLocks noGrp="1" noChangeArrowheads="1"/>
          </p:cNvSpPr>
          <p:nvPr>
            <p:ph type="title"/>
          </p:nvPr>
        </p:nvSpPr>
        <p:spPr>
          <a:xfrm>
            <a:off x="1295467" y="260648"/>
            <a:ext cx="8955616" cy="864096"/>
          </a:xfrm>
        </p:spPr>
        <p:txBody>
          <a:bodyPr>
            <a:noAutofit/>
          </a:bodyPr>
          <a:lstStyle/>
          <a:p>
            <a:pPr>
              <a:lnSpc>
                <a:spcPct val="150000"/>
              </a:lnSpc>
              <a:spcBef>
                <a:spcPts val="0"/>
              </a:spcBef>
            </a:pPr>
            <a:r>
              <a:rPr lang="zh-CN" altLang="en-US" sz="4800" dirty="0"/>
              <a:t>云计算的应用</a:t>
            </a:r>
            <a:endParaRPr lang="en-US" altLang="zh-CN" sz="4800" dirty="0"/>
          </a:p>
        </p:txBody>
      </p:sp>
      <p:sp>
        <p:nvSpPr>
          <p:cNvPr id="2404355" name="Rectangle 3"/>
          <p:cNvSpPr>
            <a:spLocks noGrp="1" noChangeArrowheads="1"/>
          </p:cNvSpPr>
          <p:nvPr>
            <p:ph type="body" sz="half" idx="1"/>
          </p:nvPr>
        </p:nvSpPr>
        <p:spPr>
          <a:xfrm>
            <a:off x="815414" y="1700809"/>
            <a:ext cx="6528725" cy="4032447"/>
          </a:xfrm>
        </p:spPr>
        <p:txBody>
          <a:bodyPr>
            <a:normAutofit/>
          </a:bodyPr>
          <a:lstStyle/>
          <a:p>
            <a:r>
              <a:rPr lang="zh-CN" altLang="zh-CN" sz="3200" dirty="0"/>
              <a:t>基于云计算的办公软件</a:t>
            </a:r>
            <a:endParaRPr lang="en-US" altLang="zh-CN" sz="3200" dirty="0"/>
          </a:p>
          <a:p>
            <a:pPr lvl="1">
              <a:spcBef>
                <a:spcPts val="800"/>
              </a:spcBef>
            </a:pPr>
            <a:r>
              <a:rPr lang="zh-CN" altLang="zh-CN" sz="2667" dirty="0"/>
              <a:t>适合于多个用户进行共享以及协同编辑</a:t>
            </a:r>
            <a:endParaRPr lang="en-US" altLang="zh-CN" sz="2667" dirty="0"/>
          </a:p>
          <a:p>
            <a:pPr lvl="1"/>
            <a:r>
              <a:rPr lang="en-US" altLang="zh-CN" sz="2667" dirty="0"/>
              <a:t>Google Docs</a:t>
            </a:r>
          </a:p>
          <a:p>
            <a:pPr lvl="1"/>
            <a:r>
              <a:rPr lang="en-US" altLang="zh-CN" sz="2667" dirty="0"/>
              <a:t>Office 365</a:t>
            </a:r>
          </a:p>
          <a:p>
            <a:pPr lvl="1">
              <a:buNone/>
            </a:pPr>
            <a:endParaRPr lang="en-US" altLang="zh-TW" sz="2667" dirty="0">
              <a:solidFill>
                <a:schemeClr val="tx2"/>
              </a:solidFill>
              <a:latin typeface="Comic Sans MS" pitchFamily="66" charset="0"/>
              <a:ea typeface="PMingLiU" pitchFamily="18" charset="-120"/>
              <a:sym typeface="Franklin Gothic Book" pitchFamily="34" charset="0"/>
            </a:endParaRPr>
          </a:p>
          <a:p>
            <a:pPr>
              <a:buNone/>
            </a:pPr>
            <a:r>
              <a:rPr lang="en-US" altLang="zh-CN" sz="3200" dirty="0">
                <a:latin typeface="Comic Sans MS" pitchFamily="66" charset="0"/>
                <a:sym typeface="Perpetua" pitchFamily="18" charset="0"/>
              </a:rPr>
              <a:t>	</a:t>
            </a:r>
            <a:endParaRPr lang="en-US" altLang="zh-TW" sz="2667" dirty="0">
              <a:latin typeface="华文楷体" pitchFamily="2" charset="-122"/>
              <a:ea typeface="华文楷体" pitchFamily="2" charset="-122"/>
              <a:sym typeface="Perpetua" pitchFamily="18" charset="0"/>
            </a:endParaRPr>
          </a:p>
          <a:p>
            <a:endParaRPr lang="en-US" altLang="zh-CN" sz="3200" dirty="0"/>
          </a:p>
        </p:txBody>
      </p:sp>
      <p:sp>
        <p:nvSpPr>
          <p:cNvPr id="5" name="TextBox 4"/>
          <p:cNvSpPr txBox="1"/>
          <p:nvPr/>
        </p:nvSpPr>
        <p:spPr>
          <a:xfrm>
            <a:off x="-30291" y="5736"/>
            <a:ext cx="883656" cy="1323439"/>
          </a:xfrm>
          <a:prstGeom prst="rect">
            <a:avLst/>
          </a:prstGeom>
          <a:noFill/>
        </p:spPr>
        <p:txBody>
          <a:bodyPr wrap="square" rtlCol="0">
            <a:spAutoFit/>
          </a:bodyPr>
          <a:lstStyle/>
          <a:p>
            <a:pPr defTabSz="1219170"/>
            <a:r>
              <a:rPr lang="zh-CN" altLang="en-US" sz="8000" dirty="0">
                <a:solidFill>
                  <a:prstClr val="black"/>
                </a:solidFill>
                <a:latin typeface="Trebuchet MS"/>
                <a:ea typeface="方正姚体" panose="02010601030101010101" pitchFamily="2" charset="-122"/>
                <a:sym typeface="Wingdings"/>
                <a:hlinkClick r:id="rId3" action="ppaction://hlinksldjump"/>
              </a:rPr>
              <a:t></a:t>
            </a:r>
            <a:endParaRPr lang="zh-CN" altLang="en-US" sz="8000" dirty="0">
              <a:solidFill>
                <a:prstClr val="black"/>
              </a:solidFill>
              <a:latin typeface="Trebuchet MS"/>
              <a:ea typeface="方正姚体" panose="02010601030101010101" pitchFamily="2" charset="-122"/>
            </a:endParaRPr>
          </a:p>
        </p:txBody>
      </p:sp>
      <p:sp>
        <p:nvSpPr>
          <p:cNvPr id="186372" name="Rectangle 4"/>
          <p:cNvSpPr>
            <a:spLocks noChangeArrowheads="1"/>
          </p:cNvSpPr>
          <p:nvPr/>
        </p:nvSpPr>
        <p:spPr bwMode="auto">
          <a:xfrm>
            <a:off x="1" y="-246220"/>
            <a:ext cx="246286" cy="492443"/>
          </a:xfrm>
          <a:prstGeom prst="rect">
            <a:avLst/>
          </a:prstGeom>
          <a:noFill/>
          <a:ln w="9525">
            <a:noFill/>
            <a:miter lim="800000"/>
            <a:headEnd/>
            <a:tailEnd/>
          </a:ln>
          <a:effectLst/>
        </p:spPr>
        <p:txBody>
          <a:bodyPr vert="horz" wrap="none" lIns="121920" tIns="60960" rIns="121920" bIns="60960" numCol="1" anchor="ctr" anchorCtr="0" compatLnSpc="1">
            <a:prstTxWarp prst="textNoShape">
              <a:avLst/>
            </a:prstTxWarp>
            <a:spAutoFit/>
          </a:bodyPr>
          <a:lstStyle/>
          <a:p>
            <a:pPr defTabSz="1219170"/>
            <a:endParaRPr lang="zh-CN" altLang="en-US" sz="2400">
              <a:solidFill>
                <a:prstClr val="black"/>
              </a:solidFill>
              <a:latin typeface="Trebuchet MS"/>
              <a:ea typeface="方正姚体" panose="02010601030101010101" pitchFamily="2" charset="-122"/>
            </a:endParaRPr>
          </a:p>
        </p:txBody>
      </p:sp>
      <p:pic>
        <p:nvPicPr>
          <p:cNvPr id="10" name="图片 9" descr="1303179041217.png"/>
          <p:cNvPicPr/>
          <p:nvPr/>
        </p:nvPicPr>
        <p:blipFill>
          <a:blip r:embed="rId4" cstate="print"/>
          <a:stretch>
            <a:fillRect/>
          </a:stretch>
        </p:blipFill>
        <p:spPr>
          <a:xfrm>
            <a:off x="7344139" y="3909053"/>
            <a:ext cx="4032448" cy="2163099"/>
          </a:xfrm>
          <a:prstGeom prst="rect">
            <a:avLst/>
          </a:prstGeom>
          <a:noFill/>
          <a:ln>
            <a:noFill/>
          </a:ln>
        </p:spPr>
      </p:pic>
      <p:pic>
        <p:nvPicPr>
          <p:cNvPr id="290820" name="Picture 4" descr="c:\users\hanjp\appdata\roaming\360se6\User Data\temp\d058ccbf6c81800af6050000b13533fa838b47d8.jpg"/>
          <p:cNvPicPr>
            <a:picLocks noChangeAspect="1" noChangeArrowheads="1"/>
          </p:cNvPicPr>
          <p:nvPr/>
        </p:nvPicPr>
        <p:blipFill>
          <a:blip r:embed="rId5" cstate="print"/>
          <a:srcRect/>
          <a:stretch>
            <a:fillRect/>
          </a:stretch>
        </p:blipFill>
        <p:spPr bwMode="auto">
          <a:xfrm>
            <a:off x="7344139" y="1508787"/>
            <a:ext cx="3983765" cy="2319316"/>
          </a:xfrm>
          <a:prstGeom prst="rect">
            <a:avLst/>
          </a:prstGeom>
          <a:noFill/>
        </p:spPr>
      </p:pic>
    </p:spTree>
    <p:extLst>
      <p:ext uri="{BB962C8B-B14F-4D97-AF65-F5344CB8AC3E}">
        <p14:creationId xmlns:p14="http://schemas.microsoft.com/office/powerpoint/2010/main" val="404982239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2729" y="0"/>
            <a:ext cx="10515600" cy="1325563"/>
          </a:xfrm>
        </p:spPr>
        <p:txBody>
          <a:bodyPr>
            <a:normAutofit/>
          </a:bodyPr>
          <a:lstStyle/>
          <a:p>
            <a:pPr marL="571500" indent="-571500">
              <a:buFont typeface="Wingdings" panose="05000000000000000000" pitchFamily="2" charset="2"/>
              <a:buChar char="n"/>
            </a:pPr>
            <a:r>
              <a:rPr lang="zh-CN" altLang="en-US" sz="6000" b="1" dirty="0">
                <a:solidFill>
                  <a:srgbClr val="843C0C"/>
                </a:solidFill>
                <a:latin typeface="华文楷体" panose="02010600040101010101" pitchFamily="2" charset="-122"/>
                <a:ea typeface="华文楷体" panose="02010600040101010101" pitchFamily="2" charset="-122"/>
              </a:rPr>
              <a:t>提纲</a:t>
            </a:r>
          </a:p>
        </p:txBody>
      </p:sp>
      <p:sp>
        <p:nvSpPr>
          <p:cNvPr id="3" name="内容占位符 2"/>
          <p:cNvSpPr>
            <a:spLocks noGrp="1"/>
          </p:cNvSpPr>
          <p:nvPr>
            <p:ph idx="1"/>
          </p:nvPr>
        </p:nvSpPr>
        <p:spPr>
          <a:xfrm>
            <a:off x="638415" y="1375349"/>
            <a:ext cx="11553585" cy="5401968"/>
          </a:xfrm>
        </p:spPr>
        <p:txBody>
          <a:bodyPr>
            <a:normAutofit/>
          </a:bodyPr>
          <a:lstStyle/>
          <a:p>
            <a:pPr marL="342900" indent="-571500">
              <a:lnSpc>
                <a:spcPts val="6500"/>
              </a:lnSpc>
              <a:buFont typeface="Wingdings" panose="05000000000000000000" pitchFamily="2" charset="2"/>
              <a:buChar char="Ø"/>
            </a:pPr>
            <a:r>
              <a:rPr lang="zh-CN" altLang="en-US" sz="5000" b="1" dirty="0">
                <a:solidFill>
                  <a:srgbClr val="843C0C"/>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 二进制信息</a:t>
            </a:r>
            <a:endParaRPr lang="en-US" altLang="zh-CN" sz="5000" b="1" dirty="0">
              <a:solidFill>
                <a:srgbClr val="843C0C"/>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endParaRPr>
          </a:p>
          <a:p>
            <a:pPr marL="342900" indent="-571500">
              <a:lnSpc>
                <a:spcPts val="6500"/>
              </a:lnSpc>
              <a:buFont typeface="Wingdings" panose="05000000000000000000" pitchFamily="2" charset="2"/>
              <a:buChar char="Ø"/>
            </a:pPr>
            <a:r>
              <a:rPr lang="zh-CN" altLang="en-US" sz="5000" b="1" dirty="0">
                <a:solidFill>
                  <a:srgbClr val="843C0C"/>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 进制转换</a:t>
            </a:r>
            <a:endParaRPr lang="en-US" altLang="zh-CN" sz="5000" b="1" dirty="0">
              <a:solidFill>
                <a:srgbClr val="843C0C"/>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endParaRPr>
          </a:p>
          <a:p>
            <a:pPr marL="342900" indent="-571500">
              <a:lnSpc>
                <a:spcPts val="6500"/>
              </a:lnSpc>
              <a:buFont typeface="Wingdings" panose="05000000000000000000" pitchFamily="2" charset="2"/>
              <a:buChar char="Ø"/>
            </a:pPr>
            <a:r>
              <a:rPr lang="zh-CN" altLang="en-US" sz="5000" b="1" dirty="0">
                <a:solidFill>
                  <a:srgbClr val="843C0C"/>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 数字运算</a:t>
            </a:r>
            <a:endParaRPr lang="en-US" altLang="zh-CN" sz="5000" b="1" dirty="0">
              <a:solidFill>
                <a:srgbClr val="843C0C"/>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endParaRPr>
          </a:p>
          <a:p>
            <a:pPr marL="342900" indent="-571500">
              <a:lnSpc>
                <a:spcPts val="6500"/>
              </a:lnSpc>
              <a:buFont typeface="Wingdings" panose="05000000000000000000" pitchFamily="2" charset="2"/>
              <a:buChar char="Ø"/>
            </a:pPr>
            <a:r>
              <a:rPr lang="zh-CN" altLang="en-US" sz="5000" b="1" dirty="0">
                <a:solidFill>
                  <a:srgbClr val="843C0C"/>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 数字化文字</a:t>
            </a:r>
            <a:endParaRPr lang="en-US" altLang="zh-CN" sz="5000" b="1" dirty="0">
              <a:solidFill>
                <a:srgbClr val="843C0C"/>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endParaRPr>
          </a:p>
          <a:p>
            <a:pPr marL="342900" indent="-571500">
              <a:lnSpc>
                <a:spcPts val="6500"/>
              </a:lnSpc>
              <a:buFont typeface="Wingdings" panose="05000000000000000000" pitchFamily="2" charset="2"/>
              <a:buChar char="Ø"/>
            </a:pPr>
            <a:r>
              <a:rPr lang="zh-CN" altLang="en-US" sz="5000" b="1" dirty="0">
                <a:solidFill>
                  <a:srgbClr val="843C0C"/>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rPr>
              <a:t> 数字化声音图像</a:t>
            </a:r>
            <a:endParaRPr lang="en-US" altLang="zh-CN" sz="5000" b="1" dirty="0">
              <a:solidFill>
                <a:srgbClr val="843C0C"/>
              </a:solidFill>
              <a:effectLst>
                <a:outerShdw blurRad="38100" dist="38100" dir="2700000" algn="tl">
                  <a:srgbClr val="000000">
                    <a:alpha val="43137"/>
                  </a:srgbClr>
                </a:outerShdw>
              </a:effectLst>
              <a:latin typeface="幼圆" panose="02010509060101010101" pitchFamily="49" charset="-122"/>
              <a:ea typeface="幼圆" panose="02010509060101010101" pitchFamily="49" charset="-122"/>
            </a:endParaRPr>
          </a:p>
        </p:txBody>
      </p:sp>
      <p:pic>
        <p:nvPicPr>
          <p:cNvPr id="9" name="Picture 2">
            <a:extLst>
              <a:ext uri="{FF2B5EF4-FFF2-40B4-BE49-F238E27FC236}">
                <a16:creationId xmlns:a16="http://schemas.microsoft.com/office/drawing/2014/main" id="{B7EEF413-BECD-2C23-2BE6-654A22F882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6569" y="1025726"/>
            <a:ext cx="10521950" cy="10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矩形: 圆角 4">
            <a:extLst>
              <a:ext uri="{FF2B5EF4-FFF2-40B4-BE49-F238E27FC236}">
                <a16:creationId xmlns:a16="http://schemas.microsoft.com/office/drawing/2014/main" id="{8DC5D14E-A83B-E4AA-B37C-9C376C65981D}"/>
              </a:ext>
            </a:extLst>
          </p:cNvPr>
          <p:cNvSpPr/>
          <p:nvPr/>
        </p:nvSpPr>
        <p:spPr>
          <a:xfrm>
            <a:off x="328258" y="1344720"/>
            <a:ext cx="11138572" cy="5050384"/>
          </a:xfrm>
          <a:prstGeom prst="roundRect">
            <a:avLst/>
          </a:prstGeom>
          <a:noFill/>
          <a:ln w="57150">
            <a:solidFill>
              <a:srgbClr val="843C0C"/>
            </a:solidFill>
            <a:prstDash val="dash"/>
          </a:ln>
          <a:effectLst>
            <a:glow rad="228600">
              <a:schemeClr val="accent4">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666302208"/>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演示文稿2">
  <a:themeElements>
    <a:clrScheme name="自定义 34">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79A4"/>
      </a:hlink>
      <a:folHlink>
        <a:srgbClr val="1597EF"/>
      </a:folHlink>
    </a:clrScheme>
    <a:fontScheme name="气流">
      <a:majorFont>
        <a:latin typeface="Trebuchet MS"/>
        <a:ea typeface=""/>
        <a:cs typeface=""/>
        <a:font script="Jpan" typeface="HGｺﾞｼｯｸM"/>
        <a:font script="Hang" typeface="HY그래픽B"/>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ｺﾞｼｯｸM"/>
        <a:font script="Hang" typeface="HY그래픽M"/>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9032</TotalTime>
  <Words>2689</Words>
  <Application>Microsoft Office PowerPoint</Application>
  <PresentationFormat>宽屏</PresentationFormat>
  <Paragraphs>551</Paragraphs>
  <Slides>86</Slides>
  <Notes>33</Notes>
  <HiddenSlides>0</HiddenSlides>
  <MMClips>0</MMClips>
  <ScaleCrop>false</ScaleCrop>
  <HeadingPairs>
    <vt:vector size="8" baseType="variant">
      <vt:variant>
        <vt:lpstr>已用的字体</vt:lpstr>
      </vt:variant>
      <vt:variant>
        <vt:i4>15</vt:i4>
      </vt:variant>
      <vt:variant>
        <vt:lpstr>主题</vt:lpstr>
      </vt:variant>
      <vt:variant>
        <vt:i4>3</vt:i4>
      </vt:variant>
      <vt:variant>
        <vt:lpstr>嵌入 OLE 服务器</vt:lpstr>
      </vt:variant>
      <vt:variant>
        <vt:i4>1</vt:i4>
      </vt:variant>
      <vt:variant>
        <vt:lpstr>幻灯片标题</vt:lpstr>
      </vt:variant>
      <vt:variant>
        <vt:i4>86</vt:i4>
      </vt:variant>
    </vt:vector>
  </HeadingPairs>
  <TitlesOfParts>
    <vt:vector size="105" baseType="lpstr">
      <vt:lpstr>等线</vt:lpstr>
      <vt:lpstr>等线 Light</vt:lpstr>
      <vt:lpstr>黑体</vt:lpstr>
      <vt:lpstr>华文楷体</vt:lpstr>
      <vt:lpstr>微软雅黑</vt:lpstr>
      <vt:lpstr>幼圆</vt:lpstr>
      <vt:lpstr>Arial</vt:lpstr>
      <vt:lpstr>Calibri</vt:lpstr>
      <vt:lpstr>Comic Sans MS</vt:lpstr>
      <vt:lpstr>Lucida Sans Unicode</vt:lpstr>
      <vt:lpstr>Perpetua</vt:lpstr>
      <vt:lpstr>Tahoma</vt:lpstr>
      <vt:lpstr>Times New Roman</vt:lpstr>
      <vt:lpstr>Trebuchet MS</vt:lpstr>
      <vt:lpstr>Wingdings</vt:lpstr>
      <vt:lpstr>Office 主题​​</vt:lpstr>
      <vt:lpstr>自定义设计方案</vt:lpstr>
      <vt:lpstr>演示文稿2</vt:lpstr>
      <vt:lpstr>BMP 图像</vt:lpstr>
      <vt:lpstr>第四章 计算机网络</vt:lpstr>
      <vt:lpstr>第五讲 网络世界之信息共享与计算</vt:lpstr>
      <vt:lpstr>主题一 信息传输平台--网络</vt:lpstr>
      <vt:lpstr>什么是网络</vt:lpstr>
      <vt:lpstr>什么是网络</vt:lpstr>
      <vt:lpstr>什么是网络</vt:lpstr>
      <vt:lpstr>什么是网络</vt:lpstr>
      <vt:lpstr>什么是网络</vt:lpstr>
      <vt:lpstr>什么是网络</vt:lpstr>
      <vt:lpstr>什么是网络</vt:lpstr>
      <vt:lpstr>主题一 信息传输平台--网络</vt:lpstr>
      <vt:lpstr>网络传输介质</vt:lpstr>
      <vt:lpstr>网络传输介质</vt:lpstr>
      <vt:lpstr>网络传输介质</vt:lpstr>
      <vt:lpstr>网络传输介质</vt:lpstr>
      <vt:lpstr>主题一 信息传输平台--网络</vt:lpstr>
      <vt:lpstr>网络设备</vt:lpstr>
      <vt:lpstr>网络设备</vt:lpstr>
      <vt:lpstr>网络设备</vt:lpstr>
      <vt:lpstr>网络设备</vt:lpstr>
      <vt:lpstr>网络设备</vt:lpstr>
      <vt:lpstr>主题一 信息传输平台--网络</vt:lpstr>
      <vt:lpstr>网络协议与体系结构</vt:lpstr>
      <vt:lpstr>网络协议与体系结构</vt:lpstr>
      <vt:lpstr>第五讲 网络世界之信息共享与计算</vt:lpstr>
      <vt:lpstr>主题二 天涯若比邻--互联网</vt:lpstr>
      <vt:lpstr>互联网的产生与发展</vt:lpstr>
      <vt:lpstr>互联网的产生与发展</vt:lpstr>
      <vt:lpstr>互联网的产生与发展</vt:lpstr>
      <vt:lpstr>主题二 天涯若比邻--互联网</vt:lpstr>
      <vt:lpstr>TCP/IP协议</vt:lpstr>
      <vt:lpstr>TCP/IP协议</vt:lpstr>
      <vt:lpstr>TCP/IP协议</vt:lpstr>
      <vt:lpstr>TCP/IP协议</vt:lpstr>
      <vt:lpstr>TCP/IP协议</vt:lpstr>
      <vt:lpstr>TCP/IP协议</vt:lpstr>
      <vt:lpstr>TCP/IP协议</vt:lpstr>
      <vt:lpstr>主题二 天涯若比邻--互联网</vt:lpstr>
      <vt:lpstr>接入互联网</vt:lpstr>
      <vt:lpstr>接入互联网</vt:lpstr>
      <vt:lpstr>接入互联网</vt:lpstr>
      <vt:lpstr>主题二 天涯若比邻--互联网</vt:lpstr>
      <vt:lpstr>Web浏览</vt:lpstr>
      <vt:lpstr>Web浏览</vt:lpstr>
      <vt:lpstr>Web浏览</vt:lpstr>
      <vt:lpstr>Web浏览</vt:lpstr>
      <vt:lpstr>电子邮件</vt:lpstr>
      <vt:lpstr>第五讲 网络世界之信息共享与计算</vt:lpstr>
      <vt:lpstr>主题三 网络有风险--网络安全</vt:lpstr>
      <vt:lpstr>什么是网络安全</vt:lpstr>
      <vt:lpstr>什么是网络安全</vt:lpstr>
      <vt:lpstr>什么是网络安全</vt:lpstr>
      <vt:lpstr>主题三 网络有风险--网络安全</vt:lpstr>
      <vt:lpstr>网络安全技术</vt:lpstr>
      <vt:lpstr>网络安全技术</vt:lpstr>
      <vt:lpstr>网络安全技术</vt:lpstr>
      <vt:lpstr>网络安全技术</vt:lpstr>
      <vt:lpstr>第五讲 网络世界之信息共享与计算</vt:lpstr>
      <vt:lpstr>主题四 物联世界、感知天下</vt:lpstr>
      <vt:lpstr>什么是物联网</vt:lpstr>
      <vt:lpstr>什么是物联网</vt:lpstr>
      <vt:lpstr>主题四 物联世界、感知天下</vt:lpstr>
      <vt:lpstr>传感网、物联网与互联网</vt:lpstr>
      <vt:lpstr>传感网、物联网与互联网</vt:lpstr>
      <vt:lpstr>主题四 物联世界、感知天下</vt:lpstr>
      <vt:lpstr>物联网的关键技术</vt:lpstr>
      <vt:lpstr>物联网的关键技术</vt:lpstr>
      <vt:lpstr>主题四 物联世界、感知天下</vt:lpstr>
      <vt:lpstr>物联网的典型应用</vt:lpstr>
      <vt:lpstr>物联网的典型应用</vt:lpstr>
      <vt:lpstr>物联网的关键技术</vt:lpstr>
      <vt:lpstr>第五讲 网络世界之信息共享与计算</vt:lpstr>
      <vt:lpstr>主题五 风起云涌的网络计算—云计算</vt:lpstr>
      <vt:lpstr>什么是云计算</vt:lpstr>
      <vt:lpstr>什么是云计算</vt:lpstr>
      <vt:lpstr>什么是云计算</vt:lpstr>
      <vt:lpstr>什么是云计算</vt:lpstr>
      <vt:lpstr>主题五 风起云涌的网络计算—云计算</vt:lpstr>
      <vt:lpstr>云计算的关键技术</vt:lpstr>
      <vt:lpstr>云计算的关键技术</vt:lpstr>
      <vt:lpstr>云计算的关键技术</vt:lpstr>
      <vt:lpstr>主题五 风起云涌的网络计算—云计算</vt:lpstr>
      <vt:lpstr>云计算的应用</vt:lpstr>
      <vt:lpstr>云计算的应用</vt:lpstr>
      <vt:lpstr>云计算的应用</vt:lpstr>
      <vt:lpstr>提纲</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数据分析方法</dc:title>
  <dc:creator>Windows 用户</dc:creator>
  <cp:lastModifiedBy>254885449@qq.com</cp:lastModifiedBy>
  <cp:revision>373</cp:revision>
  <dcterms:created xsi:type="dcterms:W3CDTF">2020-02-05T02:41:26Z</dcterms:created>
  <dcterms:modified xsi:type="dcterms:W3CDTF">2024-12-11T00:53:46Z</dcterms:modified>
</cp:coreProperties>
</file>