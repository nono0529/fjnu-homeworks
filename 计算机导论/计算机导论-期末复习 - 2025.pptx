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379" r:id="rId3"/>
    <p:sldId id="553" r:id="rId4"/>
    <p:sldId id="558" r:id="rId5"/>
    <p:sldId id="562" r:id="rId6"/>
    <p:sldId id="557" r:id="rId7"/>
    <p:sldId id="560" r:id="rId8"/>
    <p:sldId id="561" r:id="rId9"/>
    <p:sldId id="564" r:id="rId10"/>
    <p:sldId id="559" r:id="rId11"/>
    <p:sldId id="5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C0C"/>
    <a:srgbClr val="0000FF"/>
    <a:srgbClr val="BEBEF4"/>
    <a:srgbClr val="CDCDF7"/>
    <a:srgbClr val="C29E86"/>
    <a:srgbClr val="DBDBF9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13" autoAdjust="0"/>
    <p:restoredTop sz="81717" autoAdjust="0"/>
  </p:normalViewPr>
  <p:slideViewPr>
    <p:cSldViewPr snapToGrid="0">
      <p:cViewPr varScale="1">
        <p:scale>
          <a:sx n="93" d="100"/>
          <a:sy n="93" d="100"/>
        </p:scale>
        <p:origin x="552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8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B4B0-65D4-4E33-8144-61AC5D25D1E9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49BE-BF5F-4C11-9ED4-DFF65B4717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62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4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4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0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00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81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42950" indent="-285750"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4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9898916" y="130167"/>
            <a:ext cx="2064527" cy="41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fld id="{C5E79471-F8A8-4285-BECE-D9E30C77A9C8}" type="slidenum">
              <a:rPr lang="zh-CN" altLang="en-US" sz="1600" b="0" smtClean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 共</a:t>
            </a:r>
            <a:r>
              <a:rPr lang="en-US" altLang="zh-CN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152</a:t>
            </a:r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687" y="73046"/>
            <a:ext cx="4401894" cy="4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indent="-360000">
              <a:lnSpc>
                <a:spcPct val="100000"/>
              </a:lnSpc>
              <a:spcBef>
                <a:spcPts val="50"/>
              </a:spcBef>
              <a:defRPr sz="2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3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gray">
          <a:xfrm>
            <a:off x="0" y="0"/>
            <a:ext cx="12192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2800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203200" y="381000"/>
            <a:ext cx="9118600" cy="3365500"/>
            <a:chOff x="664" y="1951"/>
            <a:chExt cx="4308" cy="2120"/>
          </a:xfrm>
        </p:grpSpPr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6 w 1692"/>
                <a:gd name="T1" fmla="*/ 34 h 2586"/>
                <a:gd name="T2" fmla="*/ 43 w 1692"/>
                <a:gd name="T3" fmla="*/ 28 h 2586"/>
                <a:gd name="T4" fmla="*/ 57 w 1692"/>
                <a:gd name="T5" fmla="*/ 32 h 2586"/>
                <a:gd name="T6" fmla="*/ 55 w 1692"/>
                <a:gd name="T7" fmla="*/ 59 h 2586"/>
                <a:gd name="T8" fmla="*/ 36 w 1692"/>
                <a:gd name="T9" fmla="*/ 77 h 2586"/>
                <a:gd name="T10" fmla="*/ 28 w 1692"/>
                <a:gd name="T11" fmla="*/ 95 h 2586"/>
                <a:gd name="T12" fmla="*/ 37 w 1692"/>
                <a:gd name="T13" fmla="*/ 128 h 2586"/>
                <a:gd name="T14" fmla="*/ 42 w 1692"/>
                <a:gd name="T15" fmla="*/ 127 h 2586"/>
                <a:gd name="T16" fmla="*/ 43 w 1692"/>
                <a:gd name="T17" fmla="*/ 120 h 2586"/>
                <a:gd name="T18" fmla="*/ 64 w 1692"/>
                <a:gd name="T19" fmla="*/ 154 h 2586"/>
                <a:gd name="T20" fmla="*/ 86 w 1692"/>
                <a:gd name="T21" fmla="*/ 159 h 2586"/>
                <a:gd name="T22" fmla="*/ 105 w 1692"/>
                <a:gd name="T23" fmla="*/ 179 h 2586"/>
                <a:gd name="T24" fmla="*/ 113 w 1692"/>
                <a:gd name="T25" fmla="*/ 189 h 2586"/>
                <a:gd name="T26" fmla="*/ 102 w 1692"/>
                <a:gd name="T27" fmla="*/ 214 h 2586"/>
                <a:gd name="T28" fmla="*/ 121 w 1692"/>
                <a:gd name="T29" fmla="*/ 236 h 2586"/>
                <a:gd name="T30" fmla="*/ 136 w 1692"/>
                <a:gd name="T31" fmla="*/ 268 h 2586"/>
                <a:gd name="T32" fmla="*/ 145 w 1692"/>
                <a:gd name="T33" fmla="*/ 307 h 2586"/>
                <a:gd name="T34" fmla="*/ 157 w 1692"/>
                <a:gd name="T35" fmla="*/ 337 h 2586"/>
                <a:gd name="T36" fmla="*/ 168 w 1692"/>
                <a:gd name="T37" fmla="*/ 335 h 2586"/>
                <a:gd name="T38" fmla="*/ 165 w 1692"/>
                <a:gd name="T39" fmla="*/ 318 h 2586"/>
                <a:gd name="T40" fmla="*/ 170 w 1692"/>
                <a:gd name="T41" fmla="*/ 306 h 2586"/>
                <a:gd name="T42" fmla="*/ 180 w 1692"/>
                <a:gd name="T43" fmla="*/ 296 h 2586"/>
                <a:gd name="T44" fmla="*/ 191 w 1692"/>
                <a:gd name="T45" fmla="*/ 276 h 2586"/>
                <a:gd name="T46" fmla="*/ 207 w 1692"/>
                <a:gd name="T47" fmla="*/ 259 h 2586"/>
                <a:gd name="T48" fmla="*/ 214 w 1692"/>
                <a:gd name="T49" fmla="*/ 232 h 2586"/>
                <a:gd name="T50" fmla="*/ 204 w 1692"/>
                <a:gd name="T51" fmla="*/ 204 h 2586"/>
                <a:gd name="T52" fmla="*/ 181 w 1692"/>
                <a:gd name="T53" fmla="*/ 187 h 2586"/>
                <a:gd name="T54" fmla="*/ 146 w 1692"/>
                <a:gd name="T55" fmla="*/ 170 h 2586"/>
                <a:gd name="T56" fmla="*/ 128 w 1692"/>
                <a:gd name="T57" fmla="*/ 167 h 2586"/>
                <a:gd name="T58" fmla="*/ 119 w 1692"/>
                <a:gd name="T59" fmla="*/ 169 h 2586"/>
                <a:gd name="T60" fmla="*/ 105 w 1692"/>
                <a:gd name="T61" fmla="*/ 174 h 2586"/>
                <a:gd name="T62" fmla="*/ 100 w 1692"/>
                <a:gd name="T63" fmla="*/ 156 h 2586"/>
                <a:gd name="T64" fmla="*/ 97 w 1692"/>
                <a:gd name="T65" fmla="*/ 141 h 2586"/>
                <a:gd name="T66" fmla="*/ 83 w 1692"/>
                <a:gd name="T67" fmla="*/ 147 h 2586"/>
                <a:gd name="T68" fmla="*/ 75 w 1692"/>
                <a:gd name="T69" fmla="*/ 127 h 2586"/>
                <a:gd name="T70" fmla="*/ 97 w 1692"/>
                <a:gd name="T71" fmla="*/ 121 h 2586"/>
                <a:gd name="T72" fmla="*/ 111 w 1692"/>
                <a:gd name="T73" fmla="*/ 120 h 2586"/>
                <a:gd name="T74" fmla="*/ 118 w 1692"/>
                <a:gd name="T75" fmla="*/ 119 h 2586"/>
                <a:gd name="T76" fmla="*/ 139 w 1692"/>
                <a:gd name="T77" fmla="*/ 100 h 2586"/>
                <a:gd name="T78" fmla="*/ 157 w 1692"/>
                <a:gd name="T79" fmla="*/ 90 h 2586"/>
                <a:gd name="T80" fmla="*/ 168 w 1692"/>
                <a:gd name="T81" fmla="*/ 85 h 2586"/>
                <a:gd name="T82" fmla="*/ 177 w 1692"/>
                <a:gd name="T83" fmla="*/ 71 h 2586"/>
                <a:gd name="T84" fmla="*/ 170 w 1692"/>
                <a:gd name="T85" fmla="*/ 68 h 2586"/>
                <a:gd name="T86" fmla="*/ 201 w 1692"/>
                <a:gd name="T87" fmla="*/ 61 h 2586"/>
                <a:gd name="T88" fmla="*/ 186 w 1692"/>
                <a:gd name="T89" fmla="*/ 46 h 2586"/>
                <a:gd name="T90" fmla="*/ 175 w 1692"/>
                <a:gd name="T91" fmla="*/ 34 h 2586"/>
                <a:gd name="T92" fmla="*/ 162 w 1692"/>
                <a:gd name="T93" fmla="*/ 48 h 2586"/>
                <a:gd name="T94" fmla="*/ 146 w 1692"/>
                <a:gd name="T95" fmla="*/ 59 h 2586"/>
                <a:gd name="T96" fmla="*/ 135 w 1692"/>
                <a:gd name="T97" fmla="*/ 40 h 2586"/>
                <a:gd name="T98" fmla="*/ 159 w 1692"/>
                <a:gd name="T99" fmla="*/ 32 h 2586"/>
                <a:gd name="T100" fmla="*/ 167 w 1692"/>
                <a:gd name="T101" fmla="*/ 25 h 2586"/>
                <a:gd name="T102" fmla="*/ 175 w 1692"/>
                <a:gd name="T103" fmla="*/ 23 h 2586"/>
                <a:gd name="T104" fmla="*/ 170 w 1692"/>
                <a:gd name="T105" fmla="*/ 19 h 2586"/>
                <a:gd name="T106" fmla="*/ 166 w 1692"/>
                <a:gd name="T107" fmla="*/ 16 h 2586"/>
                <a:gd name="T108" fmla="*/ 159 w 1692"/>
                <a:gd name="T109" fmla="*/ 13 h 2586"/>
                <a:gd name="T110" fmla="*/ 146 w 1692"/>
                <a:gd name="T111" fmla="*/ 18 h 2586"/>
                <a:gd name="T112" fmla="*/ 125 w 1692"/>
                <a:gd name="T113" fmla="*/ 16 h 2586"/>
                <a:gd name="T114" fmla="*/ 73 w 1692"/>
                <a:gd name="T115" fmla="*/ 0 h 2586"/>
                <a:gd name="T116" fmla="*/ 46 w 1692"/>
                <a:gd name="T117" fmla="*/ 4 h 2586"/>
                <a:gd name="T118" fmla="*/ 38 w 1692"/>
                <a:gd name="T119" fmla="*/ 13 h 2586"/>
                <a:gd name="T120" fmla="*/ 16 w 1692"/>
                <a:gd name="T121" fmla="*/ 23 h 2586"/>
                <a:gd name="T122" fmla="*/ 16 w 1692"/>
                <a:gd name="T123" fmla="*/ 28 h 2586"/>
                <a:gd name="T124" fmla="*/ 1 w 1692"/>
                <a:gd name="T125" fmla="*/ 33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2 w 46"/>
                <a:gd name="T1" fmla="*/ 1 h 38"/>
                <a:gd name="T2" fmla="*/ 0 w 46"/>
                <a:gd name="T3" fmla="*/ 3 h 38"/>
                <a:gd name="T4" fmla="*/ 3 w 46"/>
                <a:gd name="T5" fmla="*/ 4 h 38"/>
                <a:gd name="T6" fmla="*/ 5 w 46"/>
                <a:gd name="T7" fmla="*/ 3 h 38"/>
                <a:gd name="T8" fmla="*/ 4 w 46"/>
                <a:gd name="T9" fmla="*/ 0 h 38"/>
                <a:gd name="T10" fmla="*/ 2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2 w 52"/>
                <a:gd name="T1" fmla="*/ 0 h 44"/>
                <a:gd name="T2" fmla="*/ 4 w 52"/>
                <a:gd name="T3" fmla="*/ 5 h 44"/>
                <a:gd name="T4" fmla="*/ 6 w 52"/>
                <a:gd name="T5" fmla="*/ 5 h 44"/>
                <a:gd name="T6" fmla="*/ 6 w 52"/>
                <a:gd name="T7" fmla="*/ 2 h 44"/>
                <a:gd name="T8" fmla="*/ 4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13 w 131"/>
                <a:gd name="T1" fmla="*/ 0 h 98"/>
                <a:gd name="T2" fmla="*/ 10 w 131"/>
                <a:gd name="T3" fmla="*/ 2 h 98"/>
                <a:gd name="T4" fmla="*/ 7 w 131"/>
                <a:gd name="T5" fmla="*/ 4 h 98"/>
                <a:gd name="T6" fmla="*/ 5 w 131"/>
                <a:gd name="T7" fmla="*/ 6 h 98"/>
                <a:gd name="T8" fmla="*/ 3 w 131"/>
                <a:gd name="T9" fmla="*/ 8 h 98"/>
                <a:gd name="T10" fmla="*/ 7 w 131"/>
                <a:gd name="T11" fmla="*/ 11 h 98"/>
                <a:gd name="T12" fmla="*/ 10 w 131"/>
                <a:gd name="T13" fmla="*/ 13 h 98"/>
                <a:gd name="T14" fmla="*/ 11 w 131"/>
                <a:gd name="T15" fmla="*/ 13 h 98"/>
                <a:gd name="T16" fmla="*/ 12 w 131"/>
                <a:gd name="T17" fmla="*/ 12 h 98"/>
                <a:gd name="T18" fmla="*/ 13 w 131"/>
                <a:gd name="T19" fmla="*/ 14 h 98"/>
                <a:gd name="T20" fmla="*/ 16 w 131"/>
                <a:gd name="T21" fmla="*/ 12 h 98"/>
                <a:gd name="T22" fmla="*/ 17 w 131"/>
                <a:gd name="T23" fmla="*/ 11 h 98"/>
                <a:gd name="T24" fmla="*/ 13 w 131"/>
                <a:gd name="T25" fmla="*/ 6 h 98"/>
                <a:gd name="T26" fmla="*/ 15 w 131"/>
                <a:gd name="T27" fmla="*/ 4 h 98"/>
                <a:gd name="T28" fmla="*/ 14 w 131"/>
                <a:gd name="T29" fmla="*/ 2 h 98"/>
                <a:gd name="T30" fmla="*/ 1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5 w 212"/>
                <a:gd name="T1" fmla="*/ 2 h 112"/>
                <a:gd name="T2" fmla="*/ 2 w 212"/>
                <a:gd name="T3" fmla="*/ 2 h 112"/>
                <a:gd name="T4" fmla="*/ 1 w 212"/>
                <a:gd name="T5" fmla="*/ 2 h 112"/>
                <a:gd name="T6" fmla="*/ 3 w 212"/>
                <a:gd name="T7" fmla="*/ 8 h 112"/>
                <a:gd name="T8" fmla="*/ 7 w 212"/>
                <a:gd name="T9" fmla="*/ 6 h 112"/>
                <a:gd name="T10" fmla="*/ 12 w 212"/>
                <a:gd name="T11" fmla="*/ 8 h 112"/>
                <a:gd name="T12" fmla="*/ 14 w 212"/>
                <a:gd name="T13" fmla="*/ 8 h 112"/>
                <a:gd name="T14" fmla="*/ 17 w 212"/>
                <a:gd name="T15" fmla="*/ 13 h 112"/>
                <a:gd name="T16" fmla="*/ 18 w 212"/>
                <a:gd name="T17" fmla="*/ 15 h 112"/>
                <a:gd name="T18" fmla="*/ 20 w 212"/>
                <a:gd name="T19" fmla="*/ 14 h 112"/>
                <a:gd name="T20" fmla="*/ 22 w 212"/>
                <a:gd name="T21" fmla="*/ 13 h 112"/>
                <a:gd name="T22" fmla="*/ 24 w 212"/>
                <a:gd name="T23" fmla="*/ 14 h 112"/>
                <a:gd name="T24" fmla="*/ 25 w 212"/>
                <a:gd name="T25" fmla="*/ 11 h 112"/>
                <a:gd name="T26" fmla="*/ 19 w 212"/>
                <a:gd name="T27" fmla="*/ 8 h 112"/>
                <a:gd name="T28" fmla="*/ 13 w 212"/>
                <a:gd name="T29" fmla="*/ 3 h 112"/>
                <a:gd name="T30" fmla="*/ 7 w 212"/>
                <a:gd name="T31" fmla="*/ 4 h 112"/>
                <a:gd name="T32" fmla="*/ 5 w 212"/>
                <a:gd name="T33" fmla="*/ 2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7 w 133"/>
                <a:gd name="T1" fmla="*/ 0 h 54"/>
                <a:gd name="T2" fmla="*/ 5 w 133"/>
                <a:gd name="T3" fmla="*/ 2 h 54"/>
                <a:gd name="T4" fmla="*/ 4 w 133"/>
                <a:gd name="T5" fmla="*/ 5 h 54"/>
                <a:gd name="T6" fmla="*/ 1 w 133"/>
                <a:gd name="T7" fmla="*/ 5 h 54"/>
                <a:gd name="T8" fmla="*/ 1 w 133"/>
                <a:gd name="T9" fmla="*/ 6 h 54"/>
                <a:gd name="T10" fmla="*/ 1 w 133"/>
                <a:gd name="T11" fmla="*/ 8 h 54"/>
                <a:gd name="T12" fmla="*/ 17 w 133"/>
                <a:gd name="T13" fmla="*/ 5 h 54"/>
                <a:gd name="T14" fmla="*/ 16 w 133"/>
                <a:gd name="T15" fmla="*/ 2 h 54"/>
                <a:gd name="T16" fmla="*/ 13 w 133"/>
                <a:gd name="T17" fmla="*/ 2 h 54"/>
                <a:gd name="T18" fmla="*/ 13 w 133"/>
                <a:gd name="T19" fmla="*/ 4 h 54"/>
                <a:gd name="T20" fmla="*/ 11 w 133"/>
                <a:gd name="T21" fmla="*/ 3 h 54"/>
                <a:gd name="T22" fmla="*/ 9 w 133"/>
                <a:gd name="T23" fmla="*/ 2 h 54"/>
                <a:gd name="T24" fmla="*/ 7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4 h 34"/>
                <a:gd name="T6" fmla="*/ 2 w 16"/>
                <a:gd name="T7" fmla="*/ 2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8 w 240"/>
                <a:gd name="T1" fmla="*/ 1 h 117"/>
                <a:gd name="T2" fmla="*/ 4 w 240"/>
                <a:gd name="T3" fmla="*/ 5 h 117"/>
                <a:gd name="T4" fmla="*/ 2 w 240"/>
                <a:gd name="T5" fmla="*/ 5 h 117"/>
                <a:gd name="T6" fmla="*/ 0 w 240"/>
                <a:gd name="T7" fmla="*/ 6 h 117"/>
                <a:gd name="T8" fmla="*/ 4 w 240"/>
                <a:gd name="T9" fmla="*/ 8 h 117"/>
                <a:gd name="T10" fmla="*/ 6 w 240"/>
                <a:gd name="T11" fmla="*/ 8 h 117"/>
                <a:gd name="T12" fmla="*/ 10 w 240"/>
                <a:gd name="T13" fmla="*/ 6 h 117"/>
                <a:gd name="T14" fmla="*/ 11 w 240"/>
                <a:gd name="T15" fmla="*/ 6 h 117"/>
                <a:gd name="T16" fmla="*/ 11 w 240"/>
                <a:gd name="T17" fmla="*/ 8 h 117"/>
                <a:gd name="T18" fmla="*/ 8 w 240"/>
                <a:gd name="T19" fmla="*/ 8 h 117"/>
                <a:gd name="T20" fmla="*/ 10 w 240"/>
                <a:gd name="T21" fmla="*/ 10 h 117"/>
                <a:gd name="T22" fmla="*/ 6 w 240"/>
                <a:gd name="T23" fmla="*/ 12 h 117"/>
                <a:gd name="T24" fmla="*/ 10 w 240"/>
                <a:gd name="T25" fmla="*/ 15 h 117"/>
                <a:gd name="T26" fmla="*/ 11 w 240"/>
                <a:gd name="T27" fmla="*/ 15 h 117"/>
                <a:gd name="T28" fmla="*/ 17 w 240"/>
                <a:gd name="T29" fmla="*/ 14 h 117"/>
                <a:gd name="T30" fmla="*/ 20 w 240"/>
                <a:gd name="T31" fmla="*/ 14 h 117"/>
                <a:gd name="T32" fmla="*/ 23 w 240"/>
                <a:gd name="T33" fmla="*/ 17 h 117"/>
                <a:gd name="T34" fmla="*/ 28 w 240"/>
                <a:gd name="T35" fmla="*/ 15 h 117"/>
                <a:gd name="T36" fmla="*/ 30 w 240"/>
                <a:gd name="T37" fmla="*/ 14 h 117"/>
                <a:gd name="T38" fmla="*/ 30 w 240"/>
                <a:gd name="T39" fmla="*/ 11 h 117"/>
                <a:gd name="T40" fmla="*/ 32 w 240"/>
                <a:gd name="T41" fmla="*/ 10 h 117"/>
                <a:gd name="T42" fmla="*/ 32 w 240"/>
                <a:gd name="T43" fmla="*/ 6 h 117"/>
                <a:gd name="T44" fmla="*/ 29 w 240"/>
                <a:gd name="T45" fmla="*/ 8 h 117"/>
                <a:gd name="T46" fmla="*/ 27 w 240"/>
                <a:gd name="T47" fmla="*/ 6 h 117"/>
                <a:gd name="T48" fmla="*/ 23 w 240"/>
                <a:gd name="T49" fmla="*/ 6 h 117"/>
                <a:gd name="T50" fmla="*/ 18 w 240"/>
                <a:gd name="T51" fmla="*/ 2 h 117"/>
                <a:gd name="T52" fmla="*/ 13 w 240"/>
                <a:gd name="T53" fmla="*/ 2 h 117"/>
                <a:gd name="T54" fmla="*/ 11 w 240"/>
                <a:gd name="T55" fmla="*/ 1 h 117"/>
                <a:gd name="T56" fmla="*/ 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13 w 194"/>
                <a:gd name="T1" fmla="*/ 2 h 80"/>
                <a:gd name="T2" fmla="*/ 2 w 194"/>
                <a:gd name="T3" fmla="*/ 4 h 80"/>
                <a:gd name="T4" fmla="*/ 2 w 194"/>
                <a:gd name="T5" fmla="*/ 5 h 80"/>
                <a:gd name="T6" fmla="*/ 8 w 194"/>
                <a:gd name="T7" fmla="*/ 8 h 80"/>
                <a:gd name="T8" fmla="*/ 19 w 194"/>
                <a:gd name="T9" fmla="*/ 11 h 80"/>
                <a:gd name="T10" fmla="*/ 24 w 194"/>
                <a:gd name="T11" fmla="*/ 10 h 80"/>
                <a:gd name="T12" fmla="*/ 26 w 194"/>
                <a:gd name="T13" fmla="*/ 8 h 80"/>
                <a:gd name="T14" fmla="*/ 24 w 194"/>
                <a:gd name="T15" fmla="*/ 6 h 80"/>
                <a:gd name="T16" fmla="*/ 23 w 194"/>
                <a:gd name="T17" fmla="*/ 5 h 80"/>
                <a:gd name="T18" fmla="*/ 17 w 194"/>
                <a:gd name="T19" fmla="*/ 4 h 80"/>
                <a:gd name="T20" fmla="*/ 13 w 194"/>
                <a:gd name="T21" fmla="*/ 2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10 w 310"/>
                <a:gd name="T1" fmla="*/ 1 h 254"/>
                <a:gd name="T2" fmla="*/ 8 w 310"/>
                <a:gd name="T3" fmla="*/ 3 h 254"/>
                <a:gd name="T4" fmla="*/ 3 w 310"/>
                <a:gd name="T5" fmla="*/ 5 h 254"/>
                <a:gd name="T6" fmla="*/ 8 w 310"/>
                <a:gd name="T7" fmla="*/ 10 h 254"/>
                <a:gd name="T8" fmla="*/ 11 w 310"/>
                <a:gd name="T9" fmla="*/ 11 h 254"/>
                <a:gd name="T10" fmla="*/ 14 w 310"/>
                <a:gd name="T11" fmla="*/ 13 h 254"/>
                <a:gd name="T12" fmla="*/ 17 w 310"/>
                <a:gd name="T13" fmla="*/ 11 h 254"/>
                <a:gd name="T14" fmla="*/ 20 w 310"/>
                <a:gd name="T15" fmla="*/ 13 h 254"/>
                <a:gd name="T16" fmla="*/ 20 w 310"/>
                <a:gd name="T17" fmla="*/ 16 h 254"/>
                <a:gd name="T18" fmla="*/ 16 w 310"/>
                <a:gd name="T19" fmla="*/ 20 h 254"/>
                <a:gd name="T20" fmla="*/ 13 w 310"/>
                <a:gd name="T21" fmla="*/ 22 h 254"/>
                <a:gd name="T22" fmla="*/ 10 w 310"/>
                <a:gd name="T23" fmla="*/ 22 h 254"/>
                <a:gd name="T24" fmla="*/ 8 w 310"/>
                <a:gd name="T25" fmla="*/ 22 h 254"/>
                <a:gd name="T26" fmla="*/ 6 w 310"/>
                <a:gd name="T27" fmla="*/ 25 h 254"/>
                <a:gd name="T28" fmla="*/ 6 w 310"/>
                <a:gd name="T29" fmla="*/ 25 h 254"/>
                <a:gd name="T30" fmla="*/ 10 w 310"/>
                <a:gd name="T31" fmla="*/ 27 h 254"/>
                <a:gd name="T32" fmla="*/ 13 w 310"/>
                <a:gd name="T33" fmla="*/ 27 h 254"/>
                <a:gd name="T34" fmla="*/ 16 w 310"/>
                <a:gd name="T35" fmla="*/ 30 h 254"/>
                <a:gd name="T36" fmla="*/ 17 w 310"/>
                <a:gd name="T37" fmla="*/ 31 h 254"/>
                <a:gd name="T38" fmla="*/ 19 w 310"/>
                <a:gd name="T39" fmla="*/ 31 h 254"/>
                <a:gd name="T40" fmla="*/ 22 w 310"/>
                <a:gd name="T41" fmla="*/ 33 h 254"/>
                <a:gd name="T42" fmla="*/ 25 w 310"/>
                <a:gd name="T43" fmla="*/ 31 h 254"/>
                <a:gd name="T44" fmla="*/ 28 w 310"/>
                <a:gd name="T45" fmla="*/ 31 h 254"/>
                <a:gd name="T46" fmla="*/ 31 w 310"/>
                <a:gd name="T47" fmla="*/ 28 h 254"/>
                <a:gd name="T48" fmla="*/ 30 w 310"/>
                <a:gd name="T49" fmla="*/ 24 h 254"/>
                <a:gd name="T50" fmla="*/ 29 w 310"/>
                <a:gd name="T51" fmla="*/ 22 h 254"/>
                <a:gd name="T52" fmla="*/ 32 w 310"/>
                <a:gd name="T53" fmla="*/ 22 h 254"/>
                <a:gd name="T54" fmla="*/ 33 w 310"/>
                <a:gd name="T55" fmla="*/ 24 h 254"/>
                <a:gd name="T56" fmla="*/ 33 w 310"/>
                <a:gd name="T57" fmla="*/ 25 h 254"/>
                <a:gd name="T58" fmla="*/ 35 w 310"/>
                <a:gd name="T59" fmla="*/ 25 h 254"/>
                <a:gd name="T60" fmla="*/ 41 w 310"/>
                <a:gd name="T61" fmla="*/ 22 h 254"/>
                <a:gd name="T62" fmla="*/ 40 w 310"/>
                <a:gd name="T63" fmla="*/ 19 h 254"/>
                <a:gd name="T64" fmla="*/ 35 w 310"/>
                <a:gd name="T65" fmla="*/ 16 h 254"/>
                <a:gd name="T66" fmla="*/ 36 w 310"/>
                <a:gd name="T67" fmla="*/ 14 h 254"/>
                <a:gd name="T68" fmla="*/ 38 w 310"/>
                <a:gd name="T69" fmla="*/ 13 h 254"/>
                <a:gd name="T70" fmla="*/ 34 w 310"/>
                <a:gd name="T71" fmla="*/ 7 h 254"/>
                <a:gd name="T72" fmla="*/ 32 w 310"/>
                <a:gd name="T73" fmla="*/ 7 h 254"/>
                <a:gd name="T74" fmla="*/ 30 w 310"/>
                <a:gd name="T75" fmla="*/ 7 h 254"/>
                <a:gd name="T76" fmla="*/ 27 w 310"/>
                <a:gd name="T77" fmla="*/ 4 h 254"/>
                <a:gd name="T78" fmla="*/ 22 w 310"/>
                <a:gd name="T79" fmla="*/ 5 h 254"/>
                <a:gd name="T80" fmla="*/ 23 w 310"/>
                <a:gd name="T81" fmla="*/ 3 h 254"/>
                <a:gd name="T82" fmla="*/ 19 w 310"/>
                <a:gd name="T83" fmla="*/ 2 h 254"/>
                <a:gd name="T84" fmla="*/ 17 w 310"/>
                <a:gd name="T85" fmla="*/ 2 h 254"/>
                <a:gd name="T86" fmla="*/ 10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3 w 59"/>
                <a:gd name="T1" fmla="*/ 0 h 50"/>
                <a:gd name="T2" fmla="*/ 0 w 59"/>
                <a:gd name="T3" fmla="*/ 1 h 50"/>
                <a:gd name="T4" fmla="*/ 4 w 59"/>
                <a:gd name="T5" fmla="*/ 5 h 50"/>
                <a:gd name="T6" fmla="*/ 6 w 59"/>
                <a:gd name="T7" fmla="*/ 6 h 50"/>
                <a:gd name="T8" fmla="*/ 7 w 59"/>
                <a:gd name="T9" fmla="*/ 4 h 50"/>
                <a:gd name="T10" fmla="*/ 5 w 59"/>
                <a:gd name="T11" fmla="*/ 1 h 50"/>
                <a:gd name="T12" fmla="*/ 3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6 w 86"/>
                <a:gd name="T1" fmla="*/ 1 h 57"/>
                <a:gd name="T2" fmla="*/ 4 w 86"/>
                <a:gd name="T3" fmla="*/ 3 h 57"/>
                <a:gd name="T4" fmla="*/ 2 w 86"/>
                <a:gd name="T5" fmla="*/ 3 h 57"/>
                <a:gd name="T6" fmla="*/ 2 w 86"/>
                <a:gd name="T7" fmla="*/ 7 h 57"/>
                <a:gd name="T8" fmla="*/ 11 w 86"/>
                <a:gd name="T9" fmla="*/ 4 h 57"/>
                <a:gd name="T10" fmla="*/ 12 w 86"/>
                <a:gd name="T11" fmla="*/ 2 h 57"/>
                <a:gd name="T12" fmla="*/ 8 w 86"/>
                <a:gd name="T13" fmla="*/ 1 h 57"/>
                <a:gd name="T14" fmla="*/ 6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5 w 73"/>
                <a:gd name="T1" fmla="*/ 0 h 34"/>
                <a:gd name="T2" fmla="*/ 1 w 73"/>
                <a:gd name="T3" fmla="*/ 2 h 34"/>
                <a:gd name="T4" fmla="*/ 3 w 73"/>
                <a:gd name="T5" fmla="*/ 4 h 34"/>
                <a:gd name="T6" fmla="*/ 7 w 73"/>
                <a:gd name="T7" fmla="*/ 3 h 34"/>
                <a:gd name="T8" fmla="*/ 7 w 73"/>
                <a:gd name="T9" fmla="*/ 2 h 34"/>
                <a:gd name="T10" fmla="*/ 5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8 w 85"/>
                <a:gd name="T1" fmla="*/ 2 h 45"/>
                <a:gd name="T2" fmla="*/ 4 w 85"/>
                <a:gd name="T3" fmla="*/ 2 h 45"/>
                <a:gd name="T4" fmla="*/ 0 w 85"/>
                <a:gd name="T5" fmla="*/ 3 h 45"/>
                <a:gd name="T6" fmla="*/ 6 w 85"/>
                <a:gd name="T7" fmla="*/ 5 h 45"/>
                <a:gd name="T8" fmla="*/ 8 w 85"/>
                <a:gd name="T9" fmla="*/ 6 h 45"/>
                <a:gd name="T10" fmla="*/ 11 w 85"/>
                <a:gd name="T11" fmla="*/ 3 h 45"/>
                <a:gd name="T12" fmla="*/ 11 w 85"/>
                <a:gd name="T13" fmla="*/ 2 h 45"/>
                <a:gd name="T14" fmla="*/ 8 w 85"/>
                <a:gd name="T15" fmla="*/ 0 h 45"/>
                <a:gd name="T16" fmla="*/ 8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3 h 31"/>
                <a:gd name="T4" fmla="*/ 3 w 58"/>
                <a:gd name="T5" fmla="*/ 5 h 31"/>
                <a:gd name="T6" fmla="*/ 4 w 58"/>
                <a:gd name="T7" fmla="*/ 3 h 31"/>
                <a:gd name="T8" fmla="*/ 8 w 58"/>
                <a:gd name="T9" fmla="*/ 2 h 31"/>
                <a:gd name="T10" fmla="*/ 6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6 w 152"/>
                <a:gd name="T1" fmla="*/ 0 h 102"/>
                <a:gd name="T2" fmla="*/ 2 w 152"/>
                <a:gd name="T3" fmla="*/ 2 h 102"/>
                <a:gd name="T4" fmla="*/ 2 w 152"/>
                <a:gd name="T5" fmla="*/ 6 h 102"/>
                <a:gd name="T6" fmla="*/ 2 w 152"/>
                <a:gd name="T7" fmla="*/ 8 h 102"/>
                <a:gd name="T8" fmla="*/ 0 w 152"/>
                <a:gd name="T9" fmla="*/ 10 h 102"/>
                <a:gd name="T10" fmla="*/ 8 w 152"/>
                <a:gd name="T11" fmla="*/ 12 h 102"/>
                <a:gd name="T12" fmla="*/ 11 w 152"/>
                <a:gd name="T13" fmla="*/ 13 h 102"/>
                <a:gd name="T14" fmla="*/ 21 w 152"/>
                <a:gd name="T15" fmla="*/ 12 h 102"/>
                <a:gd name="T16" fmla="*/ 11 w 152"/>
                <a:gd name="T17" fmla="*/ 10 h 102"/>
                <a:gd name="T18" fmla="*/ 8 w 152"/>
                <a:gd name="T19" fmla="*/ 8 h 102"/>
                <a:gd name="T20" fmla="*/ 6 w 152"/>
                <a:gd name="T21" fmla="*/ 8 h 102"/>
                <a:gd name="T22" fmla="*/ 8 w 152"/>
                <a:gd name="T23" fmla="*/ 5 h 102"/>
                <a:gd name="T24" fmla="*/ 6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4 w 34"/>
                <a:gd name="T1" fmla="*/ 0 h 20"/>
                <a:gd name="T2" fmla="*/ 3 w 34"/>
                <a:gd name="T3" fmla="*/ 3 h 20"/>
                <a:gd name="T4" fmla="*/ 1 w 34"/>
                <a:gd name="T5" fmla="*/ 3 h 20"/>
                <a:gd name="T6" fmla="*/ 1 w 34"/>
                <a:gd name="T7" fmla="*/ 2 h 20"/>
                <a:gd name="T8" fmla="*/ 4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3 h 24"/>
                <a:gd name="T4" fmla="*/ 4 w 51"/>
                <a:gd name="T5" fmla="*/ 4 h 24"/>
                <a:gd name="T6" fmla="*/ 5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4 w 929"/>
                <a:gd name="T1" fmla="*/ 7 h 462"/>
                <a:gd name="T2" fmla="*/ 1 w 929"/>
                <a:gd name="T3" fmla="*/ 12 h 462"/>
                <a:gd name="T4" fmla="*/ 4 w 929"/>
                <a:gd name="T5" fmla="*/ 13 h 462"/>
                <a:gd name="T6" fmla="*/ 2 w 929"/>
                <a:gd name="T7" fmla="*/ 16 h 462"/>
                <a:gd name="T8" fmla="*/ 13 w 929"/>
                <a:gd name="T9" fmla="*/ 18 h 462"/>
                <a:gd name="T10" fmla="*/ 19 w 929"/>
                <a:gd name="T11" fmla="*/ 17 h 462"/>
                <a:gd name="T12" fmla="*/ 33 w 929"/>
                <a:gd name="T13" fmla="*/ 10 h 462"/>
                <a:gd name="T14" fmla="*/ 40 w 929"/>
                <a:gd name="T15" fmla="*/ 9 h 462"/>
                <a:gd name="T16" fmla="*/ 43 w 929"/>
                <a:gd name="T17" fmla="*/ 10 h 462"/>
                <a:gd name="T18" fmla="*/ 36 w 929"/>
                <a:gd name="T19" fmla="*/ 12 h 462"/>
                <a:gd name="T20" fmla="*/ 32 w 929"/>
                <a:gd name="T21" fmla="*/ 14 h 462"/>
                <a:gd name="T22" fmla="*/ 33 w 929"/>
                <a:gd name="T23" fmla="*/ 16 h 462"/>
                <a:gd name="T24" fmla="*/ 34 w 929"/>
                <a:gd name="T25" fmla="*/ 21 h 462"/>
                <a:gd name="T26" fmla="*/ 46 w 929"/>
                <a:gd name="T27" fmla="*/ 25 h 462"/>
                <a:gd name="T28" fmla="*/ 44 w 929"/>
                <a:gd name="T29" fmla="*/ 28 h 462"/>
                <a:gd name="T30" fmla="*/ 49 w 929"/>
                <a:gd name="T31" fmla="*/ 32 h 462"/>
                <a:gd name="T32" fmla="*/ 46 w 929"/>
                <a:gd name="T33" fmla="*/ 35 h 462"/>
                <a:gd name="T34" fmla="*/ 43 w 929"/>
                <a:gd name="T35" fmla="*/ 39 h 462"/>
                <a:gd name="T36" fmla="*/ 39 w 929"/>
                <a:gd name="T37" fmla="*/ 43 h 462"/>
                <a:gd name="T38" fmla="*/ 39 w 929"/>
                <a:gd name="T39" fmla="*/ 56 h 462"/>
                <a:gd name="T40" fmla="*/ 44 w 929"/>
                <a:gd name="T41" fmla="*/ 59 h 462"/>
                <a:gd name="T42" fmla="*/ 51 w 929"/>
                <a:gd name="T43" fmla="*/ 59 h 462"/>
                <a:gd name="T44" fmla="*/ 55 w 929"/>
                <a:gd name="T45" fmla="*/ 56 h 462"/>
                <a:gd name="T46" fmla="*/ 67 w 929"/>
                <a:gd name="T47" fmla="*/ 47 h 462"/>
                <a:gd name="T48" fmla="*/ 76 w 929"/>
                <a:gd name="T49" fmla="*/ 44 h 462"/>
                <a:gd name="T50" fmla="*/ 86 w 929"/>
                <a:gd name="T51" fmla="*/ 41 h 462"/>
                <a:gd name="T52" fmla="*/ 95 w 929"/>
                <a:gd name="T53" fmla="*/ 38 h 462"/>
                <a:gd name="T54" fmla="*/ 101 w 929"/>
                <a:gd name="T55" fmla="*/ 34 h 462"/>
                <a:gd name="T56" fmla="*/ 106 w 929"/>
                <a:gd name="T57" fmla="*/ 26 h 462"/>
                <a:gd name="T58" fmla="*/ 106 w 929"/>
                <a:gd name="T59" fmla="*/ 20 h 462"/>
                <a:gd name="T60" fmla="*/ 106 w 929"/>
                <a:gd name="T61" fmla="*/ 16 h 462"/>
                <a:gd name="T62" fmla="*/ 110 w 929"/>
                <a:gd name="T63" fmla="*/ 12 h 462"/>
                <a:gd name="T64" fmla="*/ 116 w 929"/>
                <a:gd name="T65" fmla="*/ 12 h 462"/>
                <a:gd name="T66" fmla="*/ 122 w 929"/>
                <a:gd name="T67" fmla="*/ 7 h 462"/>
                <a:gd name="T68" fmla="*/ 118 w 929"/>
                <a:gd name="T69" fmla="*/ 7 h 462"/>
                <a:gd name="T70" fmla="*/ 112 w 929"/>
                <a:gd name="T71" fmla="*/ 5 h 462"/>
                <a:gd name="T72" fmla="*/ 105 w 929"/>
                <a:gd name="T73" fmla="*/ 3 h 462"/>
                <a:gd name="T74" fmla="*/ 85 w 929"/>
                <a:gd name="T75" fmla="*/ 3 h 462"/>
                <a:gd name="T76" fmla="*/ 77 w 929"/>
                <a:gd name="T77" fmla="*/ 5 h 462"/>
                <a:gd name="T78" fmla="*/ 73 w 929"/>
                <a:gd name="T79" fmla="*/ 5 h 462"/>
                <a:gd name="T80" fmla="*/ 68 w 929"/>
                <a:gd name="T81" fmla="*/ 7 h 462"/>
                <a:gd name="T82" fmla="*/ 64 w 929"/>
                <a:gd name="T83" fmla="*/ 4 h 462"/>
                <a:gd name="T84" fmla="*/ 57 w 929"/>
                <a:gd name="T85" fmla="*/ 5 h 462"/>
                <a:gd name="T86" fmla="*/ 48 w 929"/>
                <a:gd name="T87" fmla="*/ 7 h 462"/>
                <a:gd name="T88" fmla="*/ 55 w 929"/>
                <a:gd name="T89" fmla="*/ 5 h 462"/>
                <a:gd name="T90" fmla="*/ 46 w 929"/>
                <a:gd name="T91" fmla="*/ 1 h 462"/>
                <a:gd name="T92" fmla="*/ 44 w 929"/>
                <a:gd name="T93" fmla="*/ 1 h 462"/>
                <a:gd name="T94" fmla="*/ 41 w 929"/>
                <a:gd name="T95" fmla="*/ 1 h 462"/>
                <a:gd name="T96" fmla="*/ 32 w 929"/>
                <a:gd name="T97" fmla="*/ 2 h 462"/>
                <a:gd name="T98" fmla="*/ 21 w 929"/>
                <a:gd name="T99" fmla="*/ 4 h 462"/>
                <a:gd name="T100" fmla="*/ 14 w 929"/>
                <a:gd name="T101" fmla="*/ 3 h 462"/>
                <a:gd name="T102" fmla="*/ 15 w 929"/>
                <a:gd name="T103" fmla="*/ 9 h 462"/>
                <a:gd name="T104" fmla="*/ 13 w 929"/>
                <a:gd name="T105" fmla="*/ 7 h 462"/>
                <a:gd name="T106" fmla="*/ 7 w 929"/>
                <a:gd name="T107" fmla="*/ 5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3 w 172"/>
                <a:gd name="T1" fmla="*/ 2 h 72"/>
                <a:gd name="T2" fmla="*/ 8 w 172"/>
                <a:gd name="T3" fmla="*/ 2 h 72"/>
                <a:gd name="T4" fmla="*/ 7 w 172"/>
                <a:gd name="T5" fmla="*/ 0 h 72"/>
                <a:gd name="T6" fmla="*/ 0 w 172"/>
                <a:gd name="T7" fmla="*/ 4 h 72"/>
                <a:gd name="T8" fmla="*/ 4 w 172"/>
                <a:gd name="T9" fmla="*/ 6 h 72"/>
                <a:gd name="T10" fmla="*/ 5 w 172"/>
                <a:gd name="T11" fmla="*/ 8 h 72"/>
                <a:gd name="T12" fmla="*/ 8 w 172"/>
                <a:gd name="T13" fmla="*/ 10 h 72"/>
                <a:gd name="T14" fmla="*/ 10 w 172"/>
                <a:gd name="T15" fmla="*/ 10 h 72"/>
                <a:gd name="T16" fmla="*/ 16 w 172"/>
                <a:gd name="T17" fmla="*/ 8 h 72"/>
                <a:gd name="T18" fmla="*/ 22 w 172"/>
                <a:gd name="T19" fmla="*/ 6 h 72"/>
                <a:gd name="T20" fmla="*/ 19 w 172"/>
                <a:gd name="T21" fmla="*/ 3 h 72"/>
                <a:gd name="T22" fmla="*/ 17 w 172"/>
                <a:gd name="T23" fmla="*/ 2 h 72"/>
                <a:gd name="T24" fmla="*/ 13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26 w 206"/>
                <a:gd name="T1" fmla="*/ 1 h 85"/>
                <a:gd name="T2" fmla="*/ 14 w 206"/>
                <a:gd name="T3" fmla="*/ 1 h 85"/>
                <a:gd name="T4" fmla="*/ 15 w 206"/>
                <a:gd name="T5" fmla="*/ 3 h 85"/>
                <a:gd name="T6" fmla="*/ 15 w 206"/>
                <a:gd name="T7" fmla="*/ 4 h 85"/>
                <a:gd name="T8" fmla="*/ 13 w 206"/>
                <a:gd name="T9" fmla="*/ 3 h 85"/>
                <a:gd name="T10" fmla="*/ 11 w 206"/>
                <a:gd name="T11" fmla="*/ 2 h 85"/>
                <a:gd name="T12" fmla="*/ 4 w 206"/>
                <a:gd name="T13" fmla="*/ 3 h 85"/>
                <a:gd name="T14" fmla="*/ 5 w 206"/>
                <a:gd name="T15" fmla="*/ 6 h 85"/>
                <a:gd name="T16" fmla="*/ 8 w 206"/>
                <a:gd name="T17" fmla="*/ 7 h 85"/>
                <a:gd name="T18" fmla="*/ 11 w 206"/>
                <a:gd name="T19" fmla="*/ 9 h 85"/>
                <a:gd name="T20" fmla="*/ 13 w 206"/>
                <a:gd name="T21" fmla="*/ 10 h 85"/>
                <a:gd name="T22" fmla="*/ 15 w 206"/>
                <a:gd name="T23" fmla="*/ 8 h 85"/>
                <a:gd name="T24" fmla="*/ 17 w 206"/>
                <a:gd name="T25" fmla="*/ 7 h 85"/>
                <a:gd name="T26" fmla="*/ 17 w 206"/>
                <a:gd name="T27" fmla="*/ 5 h 85"/>
                <a:gd name="T28" fmla="*/ 23 w 206"/>
                <a:gd name="T29" fmla="*/ 4 h 85"/>
                <a:gd name="T30" fmla="*/ 26 w 206"/>
                <a:gd name="T31" fmla="*/ 4 h 85"/>
                <a:gd name="T32" fmla="*/ 27 w 206"/>
                <a:gd name="T33" fmla="*/ 3 h 85"/>
                <a:gd name="T34" fmla="*/ 26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5 w 64"/>
                <a:gd name="T1" fmla="*/ 2 h 28"/>
                <a:gd name="T2" fmla="*/ 2 w 64"/>
                <a:gd name="T3" fmla="*/ 2 h 28"/>
                <a:gd name="T4" fmla="*/ 4 w 64"/>
                <a:gd name="T5" fmla="*/ 4 h 28"/>
                <a:gd name="T6" fmla="*/ 8 w 64"/>
                <a:gd name="T7" fmla="*/ 2 h 28"/>
                <a:gd name="T8" fmla="*/ 5 w 64"/>
                <a:gd name="T9" fmla="*/ 2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3 w 146"/>
                <a:gd name="T1" fmla="*/ 3 h 176"/>
                <a:gd name="T2" fmla="*/ 0 w 146"/>
                <a:gd name="T3" fmla="*/ 4 h 176"/>
                <a:gd name="T4" fmla="*/ 1 w 146"/>
                <a:gd name="T5" fmla="*/ 6 h 176"/>
                <a:gd name="T6" fmla="*/ 4 w 146"/>
                <a:gd name="T7" fmla="*/ 12 h 176"/>
                <a:gd name="T8" fmla="*/ 7 w 146"/>
                <a:gd name="T9" fmla="*/ 13 h 176"/>
                <a:gd name="T10" fmla="*/ 7 w 146"/>
                <a:gd name="T11" fmla="*/ 15 h 176"/>
                <a:gd name="T12" fmla="*/ 4 w 146"/>
                <a:gd name="T13" fmla="*/ 15 h 176"/>
                <a:gd name="T14" fmla="*/ 2 w 146"/>
                <a:gd name="T15" fmla="*/ 18 h 176"/>
                <a:gd name="T16" fmla="*/ 2 w 146"/>
                <a:gd name="T17" fmla="*/ 19 h 176"/>
                <a:gd name="T18" fmla="*/ 4 w 146"/>
                <a:gd name="T19" fmla="*/ 20 h 176"/>
                <a:gd name="T20" fmla="*/ 2 w 146"/>
                <a:gd name="T21" fmla="*/ 23 h 176"/>
                <a:gd name="T22" fmla="*/ 2 w 146"/>
                <a:gd name="T23" fmla="*/ 24 h 176"/>
                <a:gd name="T24" fmla="*/ 4 w 146"/>
                <a:gd name="T25" fmla="*/ 23 h 176"/>
                <a:gd name="T26" fmla="*/ 7 w 146"/>
                <a:gd name="T27" fmla="*/ 23 h 176"/>
                <a:gd name="T28" fmla="*/ 12 w 146"/>
                <a:gd name="T29" fmla="*/ 23 h 176"/>
                <a:gd name="T30" fmla="*/ 14 w 146"/>
                <a:gd name="T31" fmla="*/ 23 h 176"/>
                <a:gd name="T32" fmla="*/ 16 w 146"/>
                <a:gd name="T33" fmla="*/ 23 h 176"/>
                <a:gd name="T34" fmla="*/ 16 w 146"/>
                <a:gd name="T35" fmla="*/ 20 h 176"/>
                <a:gd name="T36" fmla="*/ 19 w 146"/>
                <a:gd name="T37" fmla="*/ 18 h 176"/>
                <a:gd name="T38" fmla="*/ 14 w 146"/>
                <a:gd name="T39" fmla="*/ 15 h 176"/>
                <a:gd name="T40" fmla="*/ 12 w 146"/>
                <a:gd name="T41" fmla="*/ 11 h 176"/>
                <a:gd name="T42" fmla="*/ 10 w 146"/>
                <a:gd name="T43" fmla="*/ 10 h 176"/>
                <a:gd name="T44" fmla="*/ 8 w 146"/>
                <a:gd name="T45" fmla="*/ 8 h 176"/>
                <a:gd name="T46" fmla="*/ 11 w 146"/>
                <a:gd name="T47" fmla="*/ 6 h 176"/>
                <a:gd name="T48" fmla="*/ 8 w 146"/>
                <a:gd name="T49" fmla="*/ 5 h 176"/>
                <a:gd name="T50" fmla="*/ 9 w 146"/>
                <a:gd name="T51" fmla="*/ 2 h 176"/>
                <a:gd name="T52" fmla="*/ 5 w 146"/>
                <a:gd name="T53" fmla="*/ 1 h 176"/>
                <a:gd name="T54" fmla="*/ 4 w 146"/>
                <a:gd name="T55" fmla="*/ 2 h 176"/>
                <a:gd name="T56" fmla="*/ 3 w 146"/>
                <a:gd name="T57" fmla="*/ 3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8 w 92"/>
                <a:gd name="T1" fmla="*/ 1 h 92"/>
                <a:gd name="T2" fmla="*/ 11 w 92"/>
                <a:gd name="T3" fmla="*/ 1 h 92"/>
                <a:gd name="T4" fmla="*/ 13 w 92"/>
                <a:gd name="T5" fmla="*/ 3 h 92"/>
                <a:gd name="T6" fmla="*/ 11 w 92"/>
                <a:gd name="T7" fmla="*/ 5 h 92"/>
                <a:gd name="T8" fmla="*/ 6 w 92"/>
                <a:gd name="T9" fmla="*/ 9 h 92"/>
                <a:gd name="T10" fmla="*/ 3 w 92"/>
                <a:gd name="T11" fmla="*/ 11 h 92"/>
                <a:gd name="T12" fmla="*/ 2 w 92"/>
                <a:gd name="T13" fmla="*/ 9 h 92"/>
                <a:gd name="T14" fmla="*/ 3 w 92"/>
                <a:gd name="T15" fmla="*/ 7 h 92"/>
                <a:gd name="T16" fmla="*/ 2 w 92"/>
                <a:gd name="T17" fmla="*/ 5 h 92"/>
                <a:gd name="T18" fmla="*/ 6 w 92"/>
                <a:gd name="T19" fmla="*/ 4 h 92"/>
                <a:gd name="T20" fmla="*/ 8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8 w 633"/>
                <a:gd name="T1" fmla="*/ 2 h 660"/>
                <a:gd name="T2" fmla="*/ 23 w 633"/>
                <a:gd name="T3" fmla="*/ 3 h 660"/>
                <a:gd name="T4" fmla="*/ 19 w 633"/>
                <a:gd name="T5" fmla="*/ 8 h 660"/>
                <a:gd name="T6" fmla="*/ 13 w 633"/>
                <a:gd name="T7" fmla="*/ 8 h 660"/>
                <a:gd name="T8" fmla="*/ 10 w 633"/>
                <a:gd name="T9" fmla="*/ 11 h 660"/>
                <a:gd name="T10" fmla="*/ 9 w 633"/>
                <a:gd name="T11" fmla="*/ 16 h 660"/>
                <a:gd name="T12" fmla="*/ 4 w 633"/>
                <a:gd name="T13" fmla="*/ 23 h 660"/>
                <a:gd name="T14" fmla="*/ 0 w 633"/>
                <a:gd name="T15" fmla="*/ 24 h 660"/>
                <a:gd name="T16" fmla="*/ 9 w 633"/>
                <a:gd name="T17" fmla="*/ 44 h 660"/>
                <a:gd name="T18" fmla="*/ 16 w 633"/>
                <a:gd name="T19" fmla="*/ 57 h 660"/>
                <a:gd name="T20" fmla="*/ 19 w 633"/>
                <a:gd name="T21" fmla="*/ 59 h 660"/>
                <a:gd name="T22" fmla="*/ 22 w 633"/>
                <a:gd name="T23" fmla="*/ 60 h 660"/>
                <a:gd name="T24" fmla="*/ 30 w 633"/>
                <a:gd name="T25" fmla="*/ 58 h 660"/>
                <a:gd name="T26" fmla="*/ 33 w 633"/>
                <a:gd name="T27" fmla="*/ 57 h 660"/>
                <a:gd name="T28" fmla="*/ 39 w 633"/>
                <a:gd name="T29" fmla="*/ 60 h 660"/>
                <a:gd name="T30" fmla="*/ 43 w 633"/>
                <a:gd name="T31" fmla="*/ 71 h 660"/>
                <a:gd name="T32" fmla="*/ 44 w 633"/>
                <a:gd name="T33" fmla="*/ 71 h 660"/>
                <a:gd name="T34" fmla="*/ 46 w 633"/>
                <a:gd name="T35" fmla="*/ 68 h 660"/>
                <a:gd name="T36" fmla="*/ 49 w 633"/>
                <a:gd name="T37" fmla="*/ 74 h 660"/>
                <a:gd name="T38" fmla="*/ 53 w 633"/>
                <a:gd name="T39" fmla="*/ 77 h 660"/>
                <a:gd name="T40" fmla="*/ 58 w 633"/>
                <a:gd name="T41" fmla="*/ 80 h 660"/>
                <a:gd name="T42" fmla="*/ 58 w 633"/>
                <a:gd name="T43" fmla="*/ 83 h 660"/>
                <a:gd name="T44" fmla="*/ 60 w 633"/>
                <a:gd name="T45" fmla="*/ 83 h 660"/>
                <a:gd name="T46" fmla="*/ 64 w 633"/>
                <a:gd name="T47" fmla="*/ 87 h 660"/>
                <a:gd name="T48" fmla="*/ 65 w 633"/>
                <a:gd name="T49" fmla="*/ 85 h 660"/>
                <a:gd name="T50" fmla="*/ 71 w 633"/>
                <a:gd name="T51" fmla="*/ 89 h 660"/>
                <a:gd name="T52" fmla="*/ 77 w 633"/>
                <a:gd name="T53" fmla="*/ 87 h 660"/>
                <a:gd name="T54" fmla="*/ 82 w 633"/>
                <a:gd name="T55" fmla="*/ 71 h 660"/>
                <a:gd name="T56" fmla="*/ 83 w 633"/>
                <a:gd name="T57" fmla="*/ 62 h 660"/>
                <a:gd name="T58" fmla="*/ 82 w 633"/>
                <a:gd name="T59" fmla="*/ 49 h 660"/>
                <a:gd name="T60" fmla="*/ 70 w 633"/>
                <a:gd name="T61" fmla="*/ 37 h 660"/>
                <a:gd name="T62" fmla="*/ 70 w 633"/>
                <a:gd name="T63" fmla="*/ 32 h 660"/>
                <a:gd name="T64" fmla="*/ 61 w 633"/>
                <a:gd name="T65" fmla="*/ 24 h 660"/>
                <a:gd name="T66" fmla="*/ 62 w 633"/>
                <a:gd name="T67" fmla="*/ 21 h 660"/>
                <a:gd name="T68" fmla="*/ 60 w 633"/>
                <a:gd name="T69" fmla="*/ 18 h 660"/>
                <a:gd name="T70" fmla="*/ 55 w 633"/>
                <a:gd name="T71" fmla="*/ 11 h 660"/>
                <a:gd name="T72" fmla="*/ 52 w 633"/>
                <a:gd name="T73" fmla="*/ 5 h 660"/>
                <a:gd name="T74" fmla="*/ 51 w 633"/>
                <a:gd name="T75" fmla="*/ 3 h 660"/>
                <a:gd name="T76" fmla="*/ 48 w 633"/>
                <a:gd name="T77" fmla="*/ 20 h 660"/>
                <a:gd name="T78" fmla="*/ 43 w 633"/>
                <a:gd name="T79" fmla="*/ 16 h 660"/>
                <a:gd name="T80" fmla="*/ 39 w 633"/>
                <a:gd name="T81" fmla="*/ 15 h 660"/>
                <a:gd name="T82" fmla="*/ 36 w 633"/>
                <a:gd name="T83" fmla="*/ 12 h 660"/>
                <a:gd name="T84" fmla="*/ 34 w 633"/>
                <a:gd name="T85" fmla="*/ 8 h 660"/>
                <a:gd name="T86" fmla="*/ 37 w 633"/>
                <a:gd name="T87" fmla="*/ 8 h 660"/>
                <a:gd name="T88" fmla="*/ 32 w 633"/>
                <a:gd name="T89" fmla="*/ 3 h 660"/>
                <a:gd name="T90" fmla="*/ 28 w 633"/>
                <a:gd name="T91" fmla="*/ 2 h 660"/>
                <a:gd name="T92" fmla="*/ 27 w 633"/>
                <a:gd name="T93" fmla="*/ 2 h 660"/>
                <a:gd name="T94" fmla="*/ 28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10 w 426"/>
                <a:gd name="T1" fmla="*/ 8 h 280"/>
                <a:gd name="T2" fmla="*/ 9 w 426"/>
                <a:gd name="T3" fmla="*/ 5 h 280"/>
                <a:gd name="T4" fmla="*/ 8 w 426"/>
                <a:gd name="T5" fmla="*/ 2 h 280"/>
                <a:gd name="T6" fmla="*/ 7 w 426"/>
                <a:gd name="T7" fmla="*/ 2 h 280"/>
                <a:gd name="T8" fmla="*/ 2 w 426"/>
                <a:gd name="T9" fmla="*/ 2 h 280"/>
                <a:gd name="T10" fmla="*/ 5 w 426"/>
                <a:gd name="T11" fmla="*/ 6 h 280"/>
                <a:gd name="T12" fmla="*/ 6 w 426"/>
                <a:gd name="T13" fmla="*/ 8 h 280"/>
                <a:gd name="T14" fmla="*/ 3 w 426"/>
                <a:gd name="T15" fmla="*/ 10 h 280"/>
                <a:gd name="T16" fmla="*/ 12 w 426"/>
                <a:gd name="T17" fmla="*/ 13 h 280"/>
                <a:gd name="T18" fmla="*/ 16 w 426"/>
                <a:gd name="T19" fmla="*/ 15 h 280"/>
                <a:gd name="T20" fmla="*/ 16 w 426"/>
                <a:gd name="T21" fmla="*/ 17 h 280"/>
                <a:gd name="T22" fmla="*/ 19 w 426"/>
                <a:gd name="T23" fmla="*/ 18 h 280"/>
                <a:gd name="T24" fmla="*/ 19 w 426"/>
                <a:gd name="T25" fmla="*/ 22 h 280"/>
                <a:gd name="T26" fmla="*/ 17 w 426"/>
                <a:gd name="T27" fmla="*/ 26 h 280"/>
                <a:gd name="T28" fmla="*/ 24 w 426"/>
                <a:gd name="T29" fmla="*/ 26 h 280"/>
                <a:gd name="T30" fmla="*/ 25 w 426"/>
                <a:gd name="T31" fmla="*/ 29 h 280"/>
                <a:gd name="T32" fmla="*/ 28 w 426"/>
                <a:gd name="T33" fmla="*/ 30 h 280"/>
                <a:gd name="T34" fmla="*/ 30 w 426"/>
                <a:gd name="T35" fmla="*/ 31 h 280"/>
                <a:gd name="T36" fmla="*/ 33 w 426"/>
                <a:gd name="T37" fmla="*/ 30 h 280"/>
                <a:gd name="T38" fmla="*/ 37 w 426"/>
                <a:gd name="T39" fmla="*/ 26 h 280"/>
                <a:gd name="T40" fmla="*/ 44 w 426"/>
                <a:gd name="T41" fmla="*/ 34 h 280"/>
                <a:gd name="T42" fmla="*/ 48 w 426"/>
                <a:gd name="T43" fmla="*/ 38 h 280"/>
                <a:gd name="T44" fmla="*/ 48 w 426"/>
                <a:gd name="T45" fmla="*/ 30 h 280"/>
                <a:gd name="T46" fmla="*/ 44 w 426"/>
                <a:gd name="T47" fmla="*/ 27 h 280"/>
                <a:gd name="T48" fmla="*/ 49 w 426"/>
                <a:gd name="T49" fmla="*/ 23 h 280"/>
                <a:gd name="T50" fmla="*/ 54 w 426"/>
                <a:gd name="T51" fmla="*/ 22 h 280"/>
                <a:gd name="T52" fmla="*/ 56 w 426"/>
                <a:gd name="T53" fmla="*/ 21 h 280"/>
                <a:gd name="T54" fmla="*/ 56 w 426"/>
                <a:gd name="T55" fmla="*/ 19 h 280"/>
                <a:gd name="T56" fmla="*/ 47 w 426"/>
                <a:gd name="T57" fmla="*/ 20 h 280"/>
                <a:gd name="T58" fmla="*/ 40 w 426"/>
                <a:gd name="T59" fmla="*/ 19 h 280"/>
                <a:gd name="T60" fmla="*/ 39 w 426"/>
                <a:gd name="T61" fmla="*/ 17 h 280"/>
                <a:gd name="T62" fmla="*/ 39 w 426"/>
                <a:gd name="T63" fmla="*/ 16 h 280"/>
                <a:gd name="T64" fmla="*/ 29 w 426"/>
                <a:gd name="T65" fmla="*/ 11 h 280"/>
                <a:gd name="T66" fmla="*/ 21 w 426"/>
                <a:gd name="T67" fmla="*/ 8 h 280"/>
                <a:gd name="T68" fmla="*/ 18 w 426"/>
                <a:gd name="T69" fmla="*/ 8 h 280"/>
                <a:gd name="T70" fmla="*/ 10 w 426"/>
                <a:gd name="T71" fmla="*/ 8 h 280"/>
                <a:gd name="T72" fmla="*/ 9 w 426"/>
                <a:gd name="T73" fmla="*/ 5 h 280"/>
                <a:gd name="T74" fmla="*/ 9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 w 416"/>
                <a:gd name="T3" fmla="*/ 5 h 282"/>
                <a:gd name="T4" fmla="*/ 4 w 416"/>
                <a:gd name="T5" fmla="*/ 7 h 282"/>
                <a:gd name="T6" fmla="*/ 10 w 416"/>
                <a:gd name="T7" fmla="*/ 12 h 282"/>
                <a:gd name="T8" fmla="*/ 16 w 416"/>
                <a:gd name="T9" fmla="*/ 15 h 282"/>
                <a:gd name="T10" fmla="*/ 17 w 416"/>
                <a:gd name="T11" fmla="*/ 16 h 282"/>
                <a:gd name="T12" fmla="*/ 18 w 416"/>
                <a:gd name="T13" fmla="*/ 22 h 282"/>
                <a:gd name="T14" fmla="*/ 16 w 416"/>
                <a:gd name="T15" fmla="*/ 26 h 282"/>
                <a:gd name="T16" fmla="*/ 18 w 416"/>
                <a:gd name="T17" fmla="*/ 25 h 282"/>
                <a:gd name="T18" fmla="*/ 19 w 416"/>
                <a:gd name="T19" fmla="*/ 25 h 282"/>
                <a:gd name="T20" fmla="*/ 21 w 416"/>
                <a:gd name="T21" fmla="*/ 26 h 282"/>
                <a:gd name="T22" fmla="*/ 24 w 416"/>
                <a:gd name="T23" fmla="*/ 28 h 282"/>
                <a:gd name="T24" fmla="*/ 28 w 416"/>
                <a:gd name="T25" fmla="*/ 31 h 282"/>
                <a:gd name="T26" fmla="*/ 31 w 416"/>
                <a:gd name="T27" fmla="*/ 29 h 282"/>
                <a:gd name="T28" fmla="*/ 32 w 416"/>
                <a:gd name="T29" fmla="*/ 25 h 282"/>
                <a:gd name="T30" fmla="*/ 35 w 416"/>
                <a:gd name="T31" fmla="*/ 26 h 282"/>
                <a:gd name="T32" fmla="*/ 38 w 416"/>
                <a:gd name="T33" fmla="*/ 28 h 282"/>
                <a:gd name="T34" fmla="*/ 44 w 416"/>
                <a:gd name="T35" fmla="*/ 37 h 282"/>
                <a:gd name="T36" fmla="*/ 46 w 416"/>
                <a:gd name="T37" fmla="*/ 37 h 282"/>
                <a:gd name="T38" fmla="*/ 46 w 416"/>
                <a:gd name="T39" fmla="*/ 33 h 282"/>
                <a:gd name="T40" fmla="*/ 41 w 416"/>
                <a:gd name="T41" fmla="*/ 25 h 282"/>
                <a:gd name="T42" fmla="*/ 47 w 416"/>
                <a:gd name="T43" fmla="*/ 23 h 282"/>
                <a:gd name="T44" fmla="*/ 53 w 416"/>
                <a:gd name="T45" fmla="*/ 19 h 282"/>
                <a:gd name="T46" fmla="*/ 54 w 416"/>
                <a:gd name="T47" fmla="*/ 16 h 282"/>
                <a:gd name="T48" fmla="*/ 48 w 416"/>
                <a:gd name="T49" fmla="*/ 18 h 282"/>
                <a:gd name="T50" fmla="*/ 40 w 416"/>
                <a:gd name="T51" fmla="*/ 18 h 282"/>
                <a:gd name="T52" fmla="*/ 34 w 416"/>
                <a:gd name="T53" fmla="*/ 13 h 282"/>
                <a:gd name="T54" fmla="*/ 24 w 416"/>
                <a:gd name="T55" fmla="*/ 7 h 282"/>
                <a:gd name="T56" fmla="*/ 17 w 416"/>
                <a:gd name="T57" fmla="*/ 4 h 282"/>
                <a:gd name="T58" fmla="*/ 12 w 416"/>
                <a:gd name="T59" fmla="*/ 5 h 282"/>
                <a:gd name="T60" fmla="*/ 10 w 416"/>
                <a:gd name="T61" fmla="*/ 7 h 282"/>
                <a:gd name="T62" fmla="*/ 7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5 w 60"/>
                <a:gd name="T1" fmla="*/ 2 h 78"/>
                <a:gd name="T2" fmla="*/ 0 w 60"/>
                <a:gd name="T3" fmla="*/ 2 h 78"/>
                <a:gd name="T4" fmla="*/ 3 w 60"/>
                <a:gd name="T5" fmla="*/ 5 h 78"/>
                <a:gd name="T6" fmla="*/ 4 w 60"/>
                <a:gd name="T7" fmla="*/ 8 h 78"/>
                <a:gd name="T8" fmla="*/ 5 w 60"/>
                <a:gd name="T9" fmla="*/ 10 h 78"/>
                <a:gd name="T10" fmla="*/ 8 w 60"/>
                <a:gd name="T11" fmla="*/ 7 h 78"/>
                <a:gd name="T12" fmla="*/ 5 w 60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5 w 219"/>
                <a:gd name="T1" fmla="*/ 10 h 113"/>
                <a:gd name="T2" fmla="*/ 5 w 219"/>
                <a:gd name="T3" fmla="*/ 8 h 113"/>
                <a:gd name="T4" fmla="*/ 1 w 219"/>
                <a:gd name="T5" fmla="*/ 10 h 113"/>
                <a:gd name="T6" fmla="*/ 5 w 219"/>
                <a:gd name="T7" fmla="*/ 15 h 113"/>
                <a:gd name="T8" fmla="*/ 16 w 219"/>
                <a:gd name="T9" fmla="*/ 13 h 113"/>
                <a:gd name="T10" fmla="*/ 19 w 219"/>
                <a:gd name="T11" fmla="*/ 10 h 113"/>
                <a:gd name="T12" fmla="*/ 22 w 219"/>
                <a:gd name="T13" fmla="*/ 9 h 113"/>
                <a:gd name="T14" fmla="*/ 29 w 219"/>
                <a:gd name="T15" fmla="*/ 3 h 113"/>
                <a:gd name="T16" fmla="*/ 28 w 219"/>
                <a:gd name="T17" fmla="*/ 0 h 113"/>
                <a:gd name="T18" fmla="*/ 23 w 219"/>
                <a:gd name="T19" fmla="*/ 3 h 113"/>
                <a:gd name="T20" fmla="*/ 14 w 219"/>
                <a:gd name="T21" fmla="*/ 6 h 113"/>
                <a:gd name="T22" fmla="*/ 10 w 219"/>
                <a:gd name="T23" fmla="*/ 6 h 113"/>
                <a:gd name="T24" fmla="*/ 7 w 219"/>
                <a:gd name="T25" fmla="*/ 8 h 113"/>
                <a:gd name="T26" fmla="*/ 5 w 219"/>
                <a:gd name="T27" fmla="*/ 1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 w 139"/>
                <a:gd name="T1" fmla="*/ 8 h 122"/>
                <a:gd name="T2" fmla="*/ 1 w 139"/>
                <a:gd name="T3" fmla="*/ 11 h 122"/>
                <a:gd name="T4" fmla="*/ 0 w 139"/>
                <a:gd name="T5" fmla="*/ 15 h 122"/>
                <a:gd name="T6" fmla="*/ 4 w 139"/>
                <a:gd name="T7" fmla="*/ 17 h 122"/>
                <a:gd name="T8" fmla="*/ 7 w 139"/>
                <a:gd name="T9" fmla="*/ 13 h 122"/>
                <a:gd name="T10" fmla="*/ 16 w 139"/>
                <a:gd name="T11" fmla="*/ 10 h 122"/>
                <a:gd name="T12" fmla="*/ 18 w 139"/>
                <a:gd name="T13" fmla="*/ 6 h 122"/>
                <a:gd name="T14" fmla="*/ 14 w 139"/>
                <a:gd name="T15" fmla="*/ 4 h 122"/>
                <a:gd name="T16" fmla="*/ 13 w 139"/>
                <a:gd name="T17" fmla="*/ 3 h 122"/>
                <a:gd name="T18" fmla="*/ 8 w 139"/>
                <a:gd name="T19" fmla="*/ 2 h 122"/>
                <a:gd name="T20" fmla="*/ 7 w 139"/>
                <a:gd name="T21" fmla="*/ 5 h 122"/>
                <a:gd name="T22" fmla="*/ 1 w 139"/>
                <a:gd name="T23" fmla="*/ 8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5 w 49"/>
                <a:gd name="T1" fmla="*/ 0 h 35"/>
                <a:gd name="T2" fmla="*/ 2 w 49"/>
                <a:gd name="T3" fmla="*/ 1 h 35"/>
                <a:gd name="T4" fmla="*/ 4 w 49"/>
                <a:gd name="T5" fmla="*/ 4 h 35"/>
                <a:gd name="T6" fmla="*/ 6 w 49"/>
                <a:gd name="T7" fmla="*/ 3 h 35"/>
                <a:gd name="T8" fmla="*/ 5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7 w 164"/>
                <a:gd name="T1" fmla="*/ 0 h 268"/>
                <a:gd name="T2" fmla="*/ 14 w 164"/>
                <a:gd name="T3" fmla="*/ 4 h 268"/>
                <a:gd name="T4" fmla="*/ 13 w 164"/>
                <a:gd name="T5" fmla="*/ 8 h 268"/>
                <a:gd name="T6" fmla="*/ 5 w 164"/>
                <a:gd name="T7" fmla="*/ 11 h 268"/>
                <a:gd name="T8" fmla="*/ 4 w 164"/>
                <a:gd name="T9" fmla="*/ 13 h 268"/>
                <a:gd name="T10" fmla="*/ 2 w 164"/>
                <a:gd name="T11" fmla="*/ 14 h 268"/>
                <a:gd name="T12" fmla="*/ 3 w 164"/>
                <a:gd name="T13" fmla="*/ 18 h 268"/>
                <a:gd name="T14" fmla="*/ 4 w 164"/>
                <a:gd name="T15" fmla="*/ 22 h 268"/>
                <a:gd name="T16" fmla="*/ 0 w 164"/>
                <a:gd name="T17" fmla="*/ 27 h 268"/>
                <a:gd name="T18" fmla="*/ 4 w 164"/>
                <a:gd name="T19" fmla="*/ 35 h 268"/>
                <a:gd name="T20" fmla="*/ 8 w 164"/>
                <a:gd name="T21" fmla="*/ 36 h 268"/>
                <a:gd name="T22" fmla="*/ 13 w 164"/>
                <a:gd name="T23" fmla="*/ 29 h 268"/>
                <a:gd name="T24" fmla="*/ 14 w 164"/>
                <a:gd name="T25" fmla="*/ 26 h 268"/>
                <a:gd name="T26" fmla="*/ 17 w 164"/>
                <a:gd name="T27" fmla="*/ 16 h 268"/>
                <a:gd name="T28" fmla="*/ 19 w 164"/>
                <a:gd name="T29" fmla="*/ 11 h 268"/>
                <a:gd name="T30" fmla="*/ 22 w 164"/>
                <a:gd name="T31" fmla="*/ 10 h 268"/>
                <a:gd name="T32" fmla="*/ 17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4 w 66"/>
                <a:gd name="T1" fmla="*/ 0 h 81"/>
                <a:gd name="T2" fmla="*/ 3 w 66"/>
                <a:gd name="T3" fmla="*/ 8 h 81"/>
                <a:gd name="T4" fmla="*/ 4 w 66"/>
                <a:gd name="T5" fmla="*/ 11 h 81"/>
                <a:gd name="T6" fmla="*/ 5 w 66"/>
                <a:gd name="T7" fmla="*/ 11 h 81"/>
                <a:gd name="T8" fmla="*/ 7 w 66"/>
                <a:gd name="T9" fmla="*/ 11 h 81"/>
                <a:gd name="T10" fmla="*/ 4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13 w 148"/>
                <a:gd name="T1" fmla="*/ 0 h 244"/>
                <a:gd name="T2" fmla="*/ 8 w 148"/>
                <a:gd name="T3" fmla="*/ 11 h 244"/>
                <a:gd name="T4" fmla="*/ 5 w 148"/>
                <a:gd name="T5" fmla="*/ 13 h 244"/>
                <a:gd name="T6" fmla="*/ 2 w 148"/>
                <a:gd name="T7" fmla="*/ 15 h 244"/>
                <a:gd name="T8" fmla="*/ 6 w 148"/>
                <a:gd name="T9" fmla="*/ 26 h 244"/>
                <a:gd name="T10" fmla="*/ 8 w 148"/>
                <a:gd name="T11" fmla="*/ 30 h 244"/>
                <a:gd name="T12" fmla="*/ 8 w 148"/>
                <a:gd name="T13" fmla="*/ 32 h 244"/>
                <a:gd name="T14" fmla="*/ 11 w 148"/>
                <a:gd name="T15" fmla="*/ 33 h 244"/>
                <a:gd name="T16" fmla="*/ 13 w 148"/>
                <a:gd name="T17" fmla="*/ 26 h 244"/>
                <a:gd name="T18" fmla="*/ 17 w 148"/>
                <a:gd name="T19" fmla="*/ 23 h 244"/>
                <a:gd name="T20" fmla="*/ 15 w 148"/>
                <a:gd name="T21" fmla="*/ 10 h 244"/>
                <a:gd name="T22" fmla="*/ 19 w 148"/>
                <a:gd name="T23" fmla="*/ 6 h 244"/>
                <a:gd name="T24" fmla="*/ 15 w 148"/>
                <a:gd name="T25" fmla="*/ 3 h 244"/>
                <a:gd name="T26" fmla="*/ 13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6 w 96"/>
                <a:gd name="T1" fmla="*/ 1 h 183"/>
                <a:gd name="T2" fmla="*/ 8 w 96"/>
                <a:gd name="T3" fmla="*/ 4 h 183"/>
                <a:gd name="T4" fmla="*/ 8 w 96"/>
                <a:gd name="T5" fmla="*/ 7 h 183"/>
                <a:gd name="T6" fmla="*/ 8 w 96"/>
                <a:gd name="T7" fmla="*/ 12 h 183"/>
                <a:gd name="T8" fmla="*/ 10 w 96"/>
                <a:gd name="T9" fmla="*/ 14 h 183"/>
                <a:gd name="T10" fmla="*/ 10 w 96"/>
                <a:gd name="T11" fmla="*/ 16 h 183"/>
                <a:gd name="T12" fmla="*/ 8 w 96"/>
                <a:gd name="T13" fmla="*/ 12 h 183"/>
                <a:gd name="T14" fmla="*/ 5 w 96"/>
                <a:gd name="T15" fmla="*/ 10 h 183"/>
                <a:gd name="T16" fmla="*/ 2 w 96"/>
                <a:gd name="T17" fmla="*/ 10 h 183"/>
                <a:gd name="T18" fmla="*/ 2 w 96"/>
                <a:gd name="T19" fmla="*/ 13 h 183"/>
                <a:gd name="T20" fmla="*/ 6 w 96"/>
                <a:gd name="T21" fmla="*/ 15 h 183"/>
                <a:gd name="T22" fmla="*/ 8 w 96"/>
                <a:gd name="T23" fmla="*/ 18 h 183"/>
                <a:gd name="T24" fmla="*/ 10 w 96"/>
                <a:gd name="T25" fmla="*/ 18 h 183"/>
                <a:gd name="T26" fmla="*/ 11 w 96"/>
                <a:gd name="T27" fmla="*/ 19 h 183"/>
                <a:gd name="T28" fmla="*/ 13 w 96"/>
                <a:gd name="T29" fmla="*/ 23 h 183"/>
                <a:gd name="T30" fmla="*/ 11 w 96"/>
                <a:gd name="T31" fmla="*/ 16 h 183"/>
                <a:gd name="T32" fmla="*/ 11 w 96"/>
                <a:gd name="T33" fmla="*/ 12 h 183"/>
                <a:gd name="T34" fmla="*/ 10 w 96"/>
                <a:gd name="T35" fmla="*/ 7 h 183"/>
                <a:gd name="T36" fmla="*/ 8 w 96"/>
                <a:gd name="T37" fmla="*/ 5 h 183"/>
                <a:gd name="T38" fmla="*/ 8 w 96"/>
                <a:gd name="T39" fmla="*/ 2 h 183"/>
                <a:gd name="T40" fmla="*/ 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3 h 175"/>
                <a:gd name="T4" fmla="*/ 1 w 54"/>
                <a:gd name="T5" fmla="*/ 7 h 175"/>
                <a:gd name="T6" fmla="*/ 2 w 54"/>
                <a:gd name="T7" fmla="*/ 12 h 175"/>
                <a:gd name="T8" fmla="*/ 4 w 54"/>
                <a:gd name="T9" fmla="*/ 17 h 175"/>
                <a:gd name="T10" fmla="*/ 7 w 54"/>
                <a:gd name="T11" fmla="*/ 23 h 175"/>
                <a:gd name="T12" fmla="*/ 5 w 54"/>
                <a:gd name="T13" fmla="*/ 15 h 175"/>
                <a:gd name="T14" fmla="*/ 4 w 54"/>
                <a:gd name="T15" fmla="*/ 12 h 175"/>
                <a:gd name="T16" fmla="*/ 4 w 54"/>
                <a:gd name="T17" fmla="*/ 7 h 175"/>
                <a:gd name="T18" fmla="*/ 3 w 54"/>
                <a:gd name="T19" fmla="*/ 5 h 175"/>
                <a:gd name="T20" fmla="*/ 2 w 54"/>
                <a:gd name="T21" fmla="*/ 5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4 h 73"/>
                <a:gd name="T4" fmla="*/ 4 w 86"/>
                <a:gd name="T5" fmla="*/ 5 h 73"/>
                <a:gd name="T6" fmla="*/ 6 w 86"/>
                <a:gd name="T7" fmla="*/ 6 h 73"/>
                <a:gd name="T8" fmla="*/ 8 w 86"/>
                <a:gd name="T9" fmla="*/ 7 h 73"/>
                <a:gd name="T10" fmla="*/ 11 w 86"/>
                <a:gd name="T11" fmla="*/ 8 h 73"/>
                <a:gd name="T12" fmla="*/ 12 w 86"/>
                <a:gd name="T13" fmla="*/ 9 h 73"/>
                <a:gd name="T14" fmla="*/ 10 w 86"/>
                <a:gd name="T15" fmla="*/ 5 h 73"/>
                <a:gd name="T16" fmla="*/ 8 w 86"/>
                <a:gd name="T17" fmla="*/ 3 h 73"/>
                <a:gd name="T18" fmla="*/ 5 w 86"/>
                <a:gd name="T19" fmla="*/ 3 h 73"/>
                <a:gd name="T20" fmla="*/ 4 w 86"/>
                <a:gd name="T21" fmla="*/ 2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13 w 111"/>
                <a:gd name="T1" fmla="*/ 0 h 156"/>
                <a:gd name="T2" fmla="*/ 10 w 111"/>
                <a:gd name="T3" fmla="*/ 2 h 156"/>
                <a:gd name="T4" fmla="*/ 3 w 111"/>
                <a:gd name="T5" fmla="*/ 2 h 156"/>
                <a:gd name="T6" fmla="*/ 1 w 111"/>
                <a:gd name="T7" fmla="*/ 5 h 156"/>
                <a:gd name="T8" fmla="*/ 1 w 111"/>
                <a:gd name="T9" fmla="*/ 8 h 156"/>
                <a:gd name="T10" fmla="*/ 1 w 111"/>
                <a:gd name="T11" fmla="*/ 11 h 156"/>
                <a:gd name="T12" fmla="*/ 1 w 111"/>
                <a:gd name="T13" fmla="*/ 13 h 156"/>
                <a:gd name="T14" fmla="*/ 1 w 111"/>
                <a:gd name="T15" fmla="*/ 15 h 156"/>
                <a:gd name="T16" fmla="*/ 3 w 111"/>
                <a:gd name="T17" fmla="*/ 17 h 156"/>
                <a:gd name="T18" fmla="*/ 1 w 111"/>
                <a:gd name="T19" fmla="*/ 20 h 156"/>
                <a:gd name="T20" fmla="*/ 3 w 111"/>
                <a:gd name="T21" fmla="*/ 22 h 156"/>
                <a:gd name="T22" fmla="*/ 5 w 111"/>
                <a:gd name="T23" fmla="*/ 20 h 156"/>
                <a:gd name="T24" fmla="*/ 7 w 111"/>
                <a:gd name="T25" fmla="*/ 13 h 156"/>
                <a:gd name="T26" fmla="*/ 7 w 111"/>
                <a:gd name="T27" fmla="*/ 17 h 156"/>
                <a:gd name="T28" fmla="*/ 9 w 111"/>
                <a:gd name="T29" fmla="*/ 20 h 156"/>
                <a:gd name="T30" fmla="*/ 7 w 111"/>
                <a:gd name="T31" fmla="*/ 15 h 156"/>
                <a:gd name="T32" fmla="*/ 9 w 111"/>
                <a:gd name="T33" fmla="*/ 10 h 156"/>
                <a:gd name="T34" fmla="*/ 9 w 111"/>
                <a:gd name="T35" fmla="*/ 8 h 156"/>
                <a:gd name="T36" fmla="*/ 7 w 111"/>
                <a:gd name="T37" fmla="*/ 8 h 156"/>
                <a:gd name="T38" fmla="*/ 4 w 111"/>
                <a:gd name="T39" fmla="*/ 8 h 156"/>
                <a:gd name="T40" fmla="*/ 5 w 111"/>
                <a:gd name="T41" fmla="*/ 5 h 156"/>
                <a:gd name="T42" fmla="*/ 7 w 111"/>
                <a:gd name="T43" fmla="*/ 5 h 156"/>
                <a:gd name="T44" fmla="*/ 10 w 111"/>
                <a:gd name="T45" fmla="*/ 6 h 156"/>
                <a:gd name="T46" fmla="*/ 13 w 111"/>
                <a:gd name="T47" fmla="*/ 5 h 156"/>
                <a:gd name="T48" fmla="*/ 14 w 111"/>
                <a:gd name="T49" fmla="*/ 2 h 156"/>
                <a:gd name="T50" fmla="*/ 1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2 h 94"/>
                <a:gd name="T4" fmla="*/ 1 w 30"/>
                <a:gd name="T5" fmla="*/ 5 h 94"/>
                <a:gd name="T6" fmla="*/ 1 w 30"/>
                <a:gd name="T7" fmla="*/ 8 h 94"/>
                <a:gd name="T8" fmla="*/ 2 w 30"/>
                <a:gd name="T9" fmla="*/ 13 h 94"/>
                <a:gd name="T10" fmla="*/ 4 w 30"/>
                <a:gd name="T11" fmla="*/ 11 h 94"/>
                <a:gd name="T12" fmla="*/ 3 w 30"/>
                <a:gd name="T13" fmla="*/ 8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2 h 158"/>
                <a:gd name="T4" fmla="*/ 2 w 81"/>
                <a:gd name="T5" fmla="*/ 7 h 158"/>
                <a:gd name="T6" fmla="*/ 2 w 81"/>
                <a:gd name="T7" fmla="*/ 14 h 158"/>
                <a:gd name="T8" fmla="*/ 3 w 81"/>
                <a:gd name="T9" fmla="*/ 13 h 158"/>
                <a:gd name="T10" fmla="*/ 3 w 81"/>
                <a:gd name="T11" fmla="*/ 15 h 158"/>
                <a:gd name="T12" fmla="*/ 5 w 81"/>
                <a:gd name="T13" fmla="*/ 16 h 158"/>
                <a:gd name="T14" fmla="*/ 6 w 81"/>
                <a:gd name="T15" fmla="*/ 18 h 158"/>
                <a:gd name="T16" fmla="*/ 6 w 81"/>
                <a:gd name="T17" fmla="*/ 16 h 158"/>
                <a:gd name="T18" fmla="*/ 9 w 81"/>
                <a:gd name="T19" fmla="*/ 17 h 158"/>
                <a:gd name="T20" fmla="*/ 8 w 81"/>
                <a:gd name="T21" fmla="*/ 14 h 158"/>
                <a:gd name="T22" fmla="*/ 6 w 81"/>
                <a:gd name="T23" fmla="*/ 13 h 158"/>
                <a:gd name="T24" fmla="*/ 6 w 81"/>
                <a:gd name="T25" fmla="*/ 12 h 158"/>
                <a:gd name="T26" fmla="*/ 5 w 81"/>
                <a:gd name="T27" fmla="*/ 10 h 158"/>
                <a:gd name="T28" fmla="*/ 6 w 81"/>
                <a:gd name="T29" fmla="*/ 7 h 158"/>
                <a:gd name="T30" fmla="*/ 5 w 81"/>
                <a:gd name="T31" fmla="*/ 4 h 158"/>
                <a:gd name="T32" fmla="*/ 6 w 81"/>
                <a:gd name="T33" fmla="*/ 2 h 158"/>
                <a:gd name="T34" fmla="*/ 5 w 81"/>
                <a:gd name="T35" fmla="*/ 1 h 158"/>
                <a:gd name="T36" fmla="*/ 3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8 w 85"/>
                <a:gd name="T1" fmla="*/ 0 h 105"/>
                <a:gd name="T2" fmla="*/ 6 w 85"/>
                <a:gd name="T3" fmla="*/ 3 h 105"/>
                <a:gd name="T4" fmla="*/ 5 w 85"/>
                <a:gd name="T5" fmla="*/ 5 h 105"/>
                <a:gd name="T6" fmla="*/ 2 w 85"/>
                <a:gd name="T7" fmla="*/ 5 h 105"/>
                <a:gd name="T8" fmla="*/ 2 w 85"/>
                <a:gd name="T9" fmla="*/ 6 h 105"/>
                <a:gd name="T10" fmla="*/ 2 w 85"/>
                <a:gd name="T11" fmla="*/ 11 h 105"/>
                <a:gd name="T12" fmla="*/ 2 w 85"/>
                <a:gd name="T13" fmla="*/ 10 h 105"/>
                <a:gd name="T14" fmla="*/ 4 w 85"/>
                <a:gd name="T15" fmla="*/ 8 h 105"/>
                <a:gd name="T16" fmla="*/ 5 w 85"/>
                <a:gd name="T17" fmla="*/ 10 h 105"/>
                <a:gd name="T18" fmla="*/ 8 w 85"/>
                <a:gd name="T19" fmla="*/ 14 h 105"/>
                <a:gd name="T20" fmla="*/ 10 w 85"/>
                <a:gd name="T21" fmla="*/ 10 h 105"/>
                <a:gd name="T22" fmla="*/ 11 w 85"/>
                <a:gd name="T23" fmla="*/ 10 h 105"/>
                <a:gd name="T24" fmla="*/ 11 w 85"/>
                <a:gd name="T25" fmla="*/ 6 h 105"/>
                <a:gd name="T26" fmla="*/ 8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2 w 38"/>
                <a:gd name="T1" fmla="*/ 3 h 66"/>
                <a:gd name="T2" fmla="*/ 4 w 38"/>
                <a:gd name="T3" fmla="*/ 8 h 66"/>
                <a:gd name="T4" fmla="*/ 5 w 38"/>
                <a:gd name="T5" fmla="*/ 7 h 66"/>
                <a:gd name="T6" fmla="*/ 6 w 38"/>
                <a:gd name="T7" fmla="*/ 5 h 66"/>
                <a:gd name="T8" fmla="*/ 5 w 38"/>
                <a:gd name="T9" fmla="*/ 3 h 66"/>
                <a:gd name="T10" fmla="*/ 3 w 38"/>
                <a:gd name="T11" fmla="*/ 1 h 66"/>
                <a:gd name="T12" fmla="*/ 2 w 38"/>
                <a:gd name="T13" fmla="*/ 1 h 66"/>
                <a:gd name="T14" fmla="*/ 2 w 38"/>
                <a:gd name="T15" fmla="*/ 1 h 66"/>
                <a:gd name="T16" fmla="*/ 2 w 38"/>
                <a:gd name="T17" fmla="*/ 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3 h 23"/>
                <a:gd name="T4" fmla="*/ 4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3 h 49"/>
                <a:gd name="T4" fmla="*/ 4 w 60"/>
                <a:gd name="T5" fmla="*/ 5 h 49"/>
                <a:gd name="T6" fmla="*/ 6 w 60"/>
                <a:gd name="T7" fmla="*/ 6 h 49"/>
                <a:gd name="T8" fmla="*/ 8 w 60"/>
                <a:gd name="T9" fmla="*/ 6 h 49"/>
                <a:gd name="T10" fmla="*/ 7 w 60"/>
                <a:gd name="T11" fmla="*/ 4 h 49"/>
                <a:gd name="T12" fmla="*/ 4 w 60"/>
                <a:gd name="T13" fmla="*/ 2 h 49"/>
                <a:gd name="T14" fmla="*/ 3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4 w 61"/>
                <a:gd name="T5" fmla="*/ 4 h 63"/>
                <a:gd name="T6" fmla="*/ 5 w 61"/>
                <a:gd name="T7" fmla="*/ 7 h 63"/>
                <a:gd name="T8" fmla="*/ 6 w 61"/>
                <a:gd name="T9" fmla="*/ 7 h 63"/>
                <a:gd name="T10" fmla="*/ 8 w 61"/>
                <a:gd name="T11" fmla="*/ 7 h 63"/>
                <a:gd name="T12" fmla="*/ 5 w 61"/>
                <a:gd name="T13" fmla="*/ 2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4 w 61"/>
                <a:gd name="T1" fmla="*/ 1 h 67"/>
                <a:gd name="T2" fmla="*/ 5 w 61"/>
                <a:gd name="T3" fmla="*/ 4 h 67"/>
                <a:gd name="T4" fmla="*/ 2 w 61"/>
                <a:gd name="T5" fmla="*/ 5 h 67"/>
                <a:gd name="T6" fmla="*/ 4 w 61"/>
                <a:gd name="T7" fmla="*/ 9 h 67"/>
                <a:gd name="T8" fmla="*/ 6 w 61"/>
                <a:gd name="T9" fmla="*/ 7 h 67"/>
                <a:gd name="T10" fmla="*/ 8 w 61"/>
                <a:gd name="T11" fmla="*/ 5 h 67"/>
                <a:gd name="T12" fmla="*/ 8 w 61"/>
                <a:gd name="T13" fmla="*/ 4 h 67"/>
                <a:gd name="T14" fmla="*/ 8 w 61"/>
                <a:gd name="T15" fmla="*/ 1 h 67"/>
                <a:gd name="T16" fmla="*/ 8 w 61"/>
                <a:gd name="T17" fmla="*/ 1 h 67"/>
                <a:gd name="T18" fmla="*/ 6 w 61"/>
                <a:gd name="T19" fmla="*/ 1 h 67"/>
                <a:gd name="T20" fmla="*/ 8 w 61"/>
                <a:gd name="T21" fmla="*/ 1 h 67"/>
                <a:gd name="T22" fmla="*/ 7 w 61"/>
                <a:gd name="T23" fmla="*/ 2 h 67"/>
                <a:gd name="T24" fmla="*/ 6 w 61"/>
                <a:gd name="T25" fmla="*/ 3 h 67"/>
                <a:gd name="T26" fmla="*/ 4 w 61"/>
                <a:gd name="T27" fmla="*/ 1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3 w 43"/>
                <a:gd name="T1" fmla="*/ 2 h 36"/>
                <a:gd name="T2" fmla="*/ 1 w 43"/>
                <a:gd name="T3" fmla="*/ 2 h 36"/>
                <a:gd name="T4" fmla="*/ 4 w 43"/>
                <a:gd name="T5" fmla="*/ 5 h 36"/>
                <a:gd name="T6" fmla="*/ 5 w 43"/>
                <a:gd name="T7" fmla="*/ 5 h 36"/>
                <a:gd name="T8" fmla="*/ 3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3 w 32"/>
                <a:gd name="T1" fmla="*/ 0 h 41"/>
                <a:gd name="T2" fmla="*/ 0 w 32"/>
                <a:gd name="T3" fmla="*/ 4 h 41"/>
                <a:gd name="T4" fmla="*/ 2 w 32"/>
                <a:gd name="T5" fmla="*/ 4 h 41"/>
                <a:gd name="T6" fmla="*/ 3 w 32"/>
                <a:gd name="T7" fmla="*/ 5 h 41"/>
                <a:gd name="T8" fmla="*/ 2 w 32"/>
                <a:gd name="T9" fmla="*/ 5 h 41"/>
                <a:gd name="T10" fmla="*/ 5 w 32"/>
                <a:gd name="T11" fmla="*/ 3 h 41"/>
                <a:gd name="T12" fmla="*/ 4 w 32"/>
                <a:gd name="T13" fmla="*/ 2 h 41"/>
                <a:gd name="T14" fmla="*/ 3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3 w 45"/>
                <a:gd name="T1" fmla="*/ 0 h 32"/>
                <a:gd name="T2" fmla="*/ 0 w 45"/>
                <a:gd name="T3" fmla="*/ 2 h 32"/>
                <a:gd name="T4" fmla="*/ 4 w 45"/>
                <a:gd name="T5" fmla="*/ 5 h 32"/>
                <a:gd name="T6" fmla="*/ 6 w 45"/>
                <a:gd name="T7" fmla="*/ 4 h 32"/>
                <a:gd name="T8" fmla="*/ 4 w 45"/>
                <a:gd name="T9" fmla="*/ 2 h 32"/>
                <a:gd name="T10" fmla="*/ 3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5 w 35"/>
                <a:gd name="T1" fmla="*/ 0 h 74"/>
                <a:gd name="T2" fmla="*/ 3 w 35"/>
                <a:gd name="T3" fmla="*/ 1 h 74"/>
                <a:gd name="T4" fmla="*/ 2 w 35"/>
                <a:gd name="T5" fmla="*/ 4 h 74"/>
                <a:gd name="T6" fmla="*/ 0 w 35"/>
                <a:gd name="T7" fmla="*/ 7 h 74"/>
                <a:gd name="T8" fmla="*/ 2 w 35"/>
                <a:gd name="T9" fmla="*/ 9 h 74"/>
                <a:gd name="T10" fmla="*/ 3 w 35"/>
                <a:gd name="T11" fmla="*/ 7 h 74"/>
                <a:gd name="T12" fmla="*/ 5 w 35"/>
                <a:gd name="T13" fmla="*/ 4 h 74"/>
                <a:gd name="T14" fmla="*/ 5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4 h 73"/>
                <a:gd name="T6" fmla="*/ 2 w 25"/>
                <a:gd name="T7" fmla="*/ 6 h 73"/>
                <a:gd name="T8" fmla="*/ 4 w 25"/>
                <a:gd name="T9" fmla="*/ 8 h 73"/>
                <a:gd name="T10" fmla="*/ 2 w 25"/>
                <a:gd name="T11" fmla="*/ 3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4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2 h 64"/>
                <a:gd name="T4" fmla="*/ 3 w 28"/>
                <a:gd name="T5" fmla="*/ 3 h 64"/>
                <a:gd name="T6" fmla="*/ 2 w 28"/>
                <a:gd name="T7" fmla="*/ 6 h 64"/>
                <a:gd name="T8" fmla="*/ 0 w 28"/>
                <a:gd name="T9" fmla="*/ 8 h 64"/>
                <a:gd name="T10" fmla="*/ 2 w 28"/>
                <a:gd name="T11" fmla="*/ 8 h 64"/>
                <a:gd name="T12" fmla="*/ 4 w 28"/>
                <a:gd name="T13" fmla="*/ 4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4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2 w 16"/>
                <a:gd name="T1" fmla="*/ 1 h 19"/>
                <a:gd name="T2" fmla="*/ 0 w 16"/>
                <a:gd name="T3" fmla="*/ 1 h 19"/>
                <a:gd name="T4" fmla="*/ 2 w 16"/>
                <a:gd name="T5" fmla="*/ 2 h 19"/>
                <a:gd name="T6" fmla="*/ 2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2 w 22"/>
                <a:gd name="T3" fmla="*/ 2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2 h 81"/>
                <a:gd name="T4" fmla="*/ 2 w 60"/>
                <a:gd name="T5" fmla="*/ 5 h 81"/>
                <a:gd name="T6" fmla="*/ 4 w 60"/>
                <a:gd name="T7" fmla="*/ 7 h 81"/>
                <a:gd name="T8" fmla="*/ 6 w 60"/>
                <a:gd name="T9" fmla="*/ 7 h 81"/>
                <a:gd name="T10" fmla="*/ 8 w 60"/>
                <a:gd name="T11" fmla="*/ 10 h 81"/>
                <a:gd name="T12" fmla="*/ 8 w 60"/>
                <a:gd name="T13" fmla="*/ 7 h 81"/>
                <a:gd name="T14" fmla="*/ 6 w 60"/>
                <a:gd name="T15" fmla="*/ 4 h 81"/>
                <a:gd name="T16" fmla="*/ 4 w 60"/>
                <a:gd name="T17" fmla="*/ 2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4 w 71"/>
                <a:gd name="T1" fmla="*/ 4 h 61"/>
                <a:gd name="T2" fmla="*/ 1 w 71"/>
                <a:gd name="T3" fmla="*/ 5 h 61"/>
                <a:gd name="T4" fmla="*/ 1 w 71"/>
                <a:gd name="T5" fmla="*/ 6 h 61"/>
                <a:gd name="T6" fmla="*/ 1 w 71"/>
                <a:gd name="T7" fmla="*/ 8 h 61"/>
                <a:gd name="T8" fmla="*/ 4 w 71"/>
                <a:gd name="T9" fmla="*/ 6 h 61"/>
                <a:gd name="T10" fmla="*/ 5 w 71"/>
                <a:gd name="T11" fmla="*/ 4 h 61"/>
                <a:gd name="T12" fmla="*/ 7 w 71"/>
                <a:gd name="T13" fmla="*/ 0 h 61"/>
                <a:gd name="T14" fmla="*/ 9 w 71"/>
                <a:gd name="T15" fmla="*/ 2 h 61"/>
                <a:gd name="T16" fmla="*/ 4 w 71"/>
                <a:gd name="T17" fmla="*/ 4 h 61"/>
                <a:gd name="T18" fmla="*/ 4 w 71"/>
                <a:gd name="T19" fmla="*/ 4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5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3 w 26"/>
                <a:gd name="T1" fmla="*/ 0 h 23"/>
                <a:gd name="T2" fmla="*/ 0 w 26"/>
                <a:gd name="T3" fmla="*/ 1 h 23"/>
                <a:gd name="T4" fmla="*/ 3 w 26"/>
                <a:gd name="T5" fmla="*/ 2 h 23"/>
                <a:gd name="T6" fmla="*/ 3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5 w 34"/>
                <a:gd name="T1" fmla="*/ 0 h 44"/>
                <a:gd name="T2" fmla="*/ 2 w 34"/>
                <a:gd name="T3" fmla="*/ 2 h 44"/>
                <a:gd name="T4" fmla="*/ 2 w 34"/>
                <a:gd name="T5" fmla="*/ 5 h 44"/>
                <a:gd name="T6" fmla="*/ 4 w 34"/>
                <a:gd name="T7" fmla="*/ 5 h 44"/>
                <a:gd name="T8" fmla="*/ 5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4 w 38"/>
                <a:gd name="T1" fmla="*/ 2 h 37"/>
                <a:gd name="T2" fmla="*/ 1 w 38"/>
                <a:gd name="T3" fmla="*/ 2 h 37"/>
                <a:gd name="T4" fmla="*/ 1 w 38"/>
                <a:gd name="T5" fmla="*/ 4 h 37"/>
                <a:gd name="T6" fmla="*/ 3 w 38"/>
                <a:gd name="T7" fmla="*/ 5 h 37"/>
                <a:gd name="T8" fmla="*/ 4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4 w 38"/>
                <a:gd name="T1" fmla="*/ 2 h 34"/>
                <a:gd name="T2" fmla="*/ 1 w 38"/>
                <a:gd name="T3" fmla="*/ 2 h 34"/>
                <a:gd name="T4" fmla="*/ 2 w 38"/>
                <a:gd name="T5" fmla="*/ 4 h 34"/>
                <a:gd name="T6" fmla="*/ 3 w 38"/>
                <a:gd name="T7" fmla="*/ 4 h 34"/>
                <a:gd name="T8" fmla="*/ 4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4 w 35"/>
                <a:gd name="T1" fmla="*/ 1 h 27"/>
                <a:gd name="T2" fmla="*/ 1 w 35"/>
                <a:gd name="T3" fmla="*/ 1 h 27"/>
                <a:gd name="T4" fmla="*/ 1 w 35"/>
                <a:gd name="T5" fmla="*/ 1 h 27"/>
                <a:gd name="T6" fmla="*/ 3 w 35"/>
                <a:gd name="T7" fmla="*/ 2 h 27"/>
                <a:gd name="T8" fmla="*/ 4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4 w 35"/>
                <a:gd name="T1" fmla="*/ 2 h 47"/>
                <a:gd name="T2" fmla="*/ 2 w 35"/>
                <a:gd name="T3" fmla="*/ 1 h 47"/>
                <a:gd name="T4" fmla="*/ 1 w 35"/>
                <a:gd name="T5" fmla="*/ 3 h 47"/>
                <a:gd name="T6" fmla="*/ 2 w 35"/>
                <a:gd name="T7" fmla="*/ 4 h 47"/>
                <a:gd name="T8" fmla="*/ 3 w 35"/>
                <a:gd name="T9" fmla="*/ 4 h 47"/>
                <a:gd name="T10" fmla="*/ 4 w 35"/>
                <a:gd name="T11" fmla="*/ 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22 w 189"/>
                <a:gd name="T1" fmla="*/ 2 h 144"/>
                <a:gd name="T2" fmla="*/ 24 w 189"/>
                <a:gd name="T3" fmla="*/ 2 h 144"/>
                <a:gd name="T4" fmla="*/ 24 w 189"/>
                <a:gd name="T5" fmla="*/ 2 h 144"/>
                <a:gd name="T6" fmla="*/ 24 w 189"/>
                <a:gd name="T7" fmla="*/ 4 h 144"/>
                <a:gd name="T8" fmla="*/ 16 w 189"/>
                <a:gd name="T9" fmla="*/ 6 h 144"/>
                <a:gd name="T10" fmla="*/ 14 w 189"/>
                <a:gd name="T11" fmla="*/ 8 h 144"/>
                <a:gd name="T12" fmla="*/ 12 w 189"/>
                <a:gd name="T13" fmla="*/ 8 h 144"/>
                <a:gd name="T14" fmla="*/ 9 w 189"/>
                <a:gd name="T15" fmla="*/ 11 h 144"/>
                <a:gd name="T16" fmla="*/ 10 w 189"/>
                <a:gd name="T17" fmla="*/ 13 h 144"/>
                <a:gd name="T18" fmla="*/ 10 w 189"/>
                <a:gd name="T19" fmla="*/ 16 h 144"/>
                <a:gd name="T20" fmla="*/ 14 w 189"/>
                <a:gd name="T21" fmla="*/ 17 h 144"/>
                <a:gd name="T22" fmla="*/ 12 w 189"/>
                <a:gd name="T23" fmla="*/ 19 h 144"/>
                <a:gd name="T24" fmla="*/ 10 w 189"/>
                <a:gd name="T25" fmla="*/ 18 h 144"/>
                <a:gd name="T26" fmla="*/ 9 w 189"/>
                <a:gd name="T27" fmla="*/ 18 h 144"/>
                <a:gd name="T28" fmla="*/ 3 w 189"/>
                <a:gd name="T29" fmla="*/ 17 h 144"/>
                <a:gd name="T30" fmla="*/ 2 w 189"/>
                <a:gd name="T31" fmla="*/ 15 h 144"/>
                <a:gd name="T32" fmla="*/ 5 w 189"/>
                <a:gd name="T33" fmla="*/ 13 h 144"/>
                <a:gd name="T34" fmla="*/ 7 w 189"/>
                <a:gd name="T35" fmla="*/ 11 h 144"/>
                <a:gd name="T36" fmla="*/ 5 w 189"/>
                <a:gd name="T37" fmla="*/ 8 h 144"/>
                <a:gd name="T38" fmla="*/ 9 w 189"/>
                <a:gd name="T39" fmla="*/ 6 h 144"/>
                <a:gd name="T40" fmla="*/ 12 w 189"/>
                <a:gd name="T41" fmla="*/ 5 h 144"/>
                <a:gd name="T42" fmla="*/ 14 w 189"/>
                <a:gd name="T43" fmla="*/ 4 h 144"/>
                <a:gd name="T44" fmla="*/ 22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4 w 53"/>
                <a:gd name="T1" fmla="*/ 0 h 17"/>
                <a:gd name="T2" fmla="*/ 2 w 53"/>
                <a:gd name="T3" fmla="*/ 1 h 17"/>
                <a:gd name="T4" fmla="*/ 5 w 53"/>
                <a:gd name="T5" fmla="*/ 1 h 17"/>
                <a:gd name="T6" fmla="*/ 6 w 53"/>
                <a:gd name="T7" fmla="*/ 1 h 17"/>
                <a:gd name="T8" fmla="*/ 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7 w 57"/>
                <a:gd name="T1" fmla="*/ 2 h 37"/>
                <a:gd name="T2" fmla="*/ 3 w 57"/>
                <a:gd name="T3" fmla="*/ 4 h 37"/>
                <a:gd name="T4" fmla="*/ 1 w 57"/>
                <a:gd name="T5" fmla="*/ 5 h 37"/>
                <a:gd name="T6" fmla="*/ 1 w 57"/>
                <a:gd name="T7" fmla="*/ 2 h 37"/>
                <a:gd name="T8" fmla="*/ 2 w 57"/>
                <a:gd name="T9" fmla="*/ 0 h 37"/>
                <a:gd name="T10" fmla="*/ 7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3 w 68"/>
                <a:gd name="T1" fmla="*/ 0 h 26"/>
                <a:gd name="T2" fmla="*/ 1 w 68"/>
                <a:gd name="T3" fmla="*/ 2 h 26"/>
                <a:gd name="T4" fmla="*/ 7 w 68"/>
                <a:gd name="T5" fmla="*/ 4 h 26"/>
                <a:gd name="T6" fmla="*/ 7 w 68"/>
                <a:gd name="T7" fmla="*/ 4 h 26"/>
                <a:gd name="T8" fmla="*/ 3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8 w 66"/>
                <a:gd name="T1" fmla="*/ 1 h 43"/>
                <a:gd name="T2" fmla="*/ 4 w 66"/>
                <a:gd name="T3" fmla="*/ 1 h 43"/>
                <a:gd name="T4" fmla="*/ 2 w 66"/>
                <a:gd name="T5" fmla="*/ 1 h 43"/>
                <a:gd name="T6" fmla="*/ 2 w 66"/>
                <a:gd name="T7" fmla="*/ 4 h 43"/>
                <a:gd name="T8" fmla="*/ 5 w 66"/>
                <a:gd name="T9" fmla="*/ 5 h 43"/>
                <a:gd name="T10" fmla="*/ 8 w 66"/>
                <a:gd name="T11" fmla="*/ 3 h 43"/>
                <a:gd name="T12" fmla="*/ 8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8 w 117"/>
                <a:gd name="T5" fmla="*/ 5 h 41"/>
                <a:gd name="T6" fmla="*/ 11 w 117"/>
                <a:gd name="T7" fmla="*/ 5 h 41"/>
                <a:gd name="T8" fmla="*/ 15 w 117"/>
                <a:gd name="T9" fmla="*/ 4 h 41"/>
                <a:gd name="T10" fmla="*/ 11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4 w 62"/>
                <a:gd name="T1" fmla="*/ 2 h 32"/>
                <a:gd name="T2" fmla="*/ 7 w 62"/>
                <a:gd name="T3" fmla="*/ 2 h 32"/>
                <a:gd name="T4" fmla="*/ 4 w 62"/>
                <a:gd name="T5" fmla="*/ 5 h 32"/>
                <a:gd name="T6" fmla="*/ 1 w 62"/>
                <a:gd name="T7" fmla="*/ 4 h 32"/>
                <a:gd name="T8" fmla="*/ 4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3 w 49"/>
                <a:gd name="T1" fmla="*/ 1 h 23"/>
                <a:gd name="T2" fmla="*/ 2 w 49"/>
                <a:gd name="T3" fmla="*/ 1 h 23"/>
                <a:gd name="T4" fmla="*/ 6 w 49"/>
                <a:gd name="T5" fmla="*/ 3 h 23"/>
                <a:gd name="T6" fmla="*/ 3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3 h 152"/>
                <a:gd name="T4" fmla="*/ 1 w 102"/>
                <a:gd name="T5" fmla="*/ 6 h 152"/>
                <a:gd name="T6" fmla="*/ 4 w 102"/>
                <a:gd name="T7" fmla="*/ 10 h 152"/>
                <a:gd name="T8" fmla="*/ 4 w 102"/>
                <a:gd name="T9" fmla="*/ 14 h 152"/>
                <a:gd name="T10" fmla="*/ 10 w 102"/>
                <a:gd name="T11" fmla="*/ 21 h 152"/>
                <a:gd name="T12" fmla="*/ 11 w 102"/>
                <a:gd name="T13" fmla="*/ 17 h 152"/>
                <a:gd name="T14" fmla="*/ 10 w 102"/>
                <a:gd name="T15" fmla="*/ 14 h 152"/>
                <a:gd name="T16" fmla="*/ 7 w 102"/>
                <a:gd name="T17" fmla="*/ 13 h 152"/>
                <a:gd name="T18" fmla="*/ 7 w 102"/>
                <a:gd name="T19" fmla="*/ 11 h 152"/>
                <a:gd name="T20" fmla="*/ 5 w 102"/>
                <a:gd name="T21" fmla="*/ 6 h 152"/>
                <a:gd name="T22" fmla="*/ 1 w 102"/>
                <a:gd name="T23" fmla="*/ 2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8 w 74"/>
                <a:gd name="T1" fmla="*/ 4 h 103"/>
                <a:gd name="T2" fmla="*/ 9 w 74"/>
                <a:gd name="T3" fmla="*/ 6 h 103"/>
                <a:gd name="T4" fmla="*/ 4 w 74"/>
                <a:gd name="T5" fmla="*/ 11 h 103"/>
                <a:gd name="T6" fmla="*/ 4 w 74"/>
                <a:gd name="T7" fmla="*/ 14 h 103"/>
                <a:gd name="T8" fmla="*/ 2 w 74"/>
                <a:gd name="T9" fmla="*/ 13 h 103"/>
                <a:gd name="T10" fmla="*/ 1 w 74"/>
                <a:gd name="T11" fmla="*/ 11 h 103"/>
                <a:gd name="T12" fmla="*/ 0 w 74"/>
                <a:gd name="T13" fmla="*/ 11 h 103"/>
                <a:gd name="T14" fmla="*/ 1 w 74"/>
                <a:gd name="T15" fmla="*/ 8 h 103"/>
                <a:gd name="T16" fmla="*/ 1 w 74"/>
                <a:gd name="T17" fmla="*/ 8 h 103"/>
                <a:gd name="T18" fmla="*/ 1 w 74"/>
                <a:gd name="T19" fmla="*/ 4 h 103"/>
                <a:gd name="T20" fmla="*/ 1 w 74"/>
                <a:gd name="T21" fmla="*/ 2 h 103"/>
                <a:gd name="T22" fmla="*/ 3 w 74"/>
                <a:gd name="T23" fmla="*/ 4 h 103"/>
                <a:gd name="T24" fmla="*/ 4 w 74"/>
                <a:gd name="T25" fmla="*/ 5 h 103"/>
                <a:gd name="T26" fmla="*/ 8 w 74"/>
                <a:gd name="T27" fmla="*/ 4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10 w 146"/>
                <a:gd name="T1" fmla="*/ 14 h 252"/>
                <a:gd name="T2" fmla="*/ 9 w 146"/>
                <a:gd name="T3" fmla="*/ 15 h 252"/>
                <a:gd name="T4" fmla="*/ 8 w 146"/>
                <a:gd name="T5" fmla="*/ 18 h 252"/>
                <a:gd name="T6" fmla="*/ 3 w 146"/>
                <a:gd name="T7" fmla="*/ 20 h 252"/>
                <a:gd name="T8" fmla="*/ 1 w 146"/>
                <a:gd name="T9" fmla="*/ 23 h 252"/>
                <a:gd name="T10" fmla="*/ 2 w 146"/>
                <a:gd name="T11" fmla="*/ 25 h 252"/>
                <a:gd name="T12" fmla="*/ 1 w 146"/>
                <a:gd name="T13" fmla="*/ 26 h 252"/>
                <a:gd name="T14" fmla="*/ 3 w 146"/>
                <a:gd name="T15" fmla="*/ 34 h 252"/>
                <a:gd name="T16" fmla="*/ 4 w 146"/>
                <a:gd name="T17" fmla="*/ 29 h 252"/>
                <a:gd name="T18" fmla="*/ 3 w 146"/>
                <a:gd name="T19" fmla="*/ 26 h 252"/>
                <a:gd name="T20" fmla="*/ 5 w 146"/>
                <a:gd name="T21" fmla="*/ 24 h 252"/>
                <a:gd name="T22" fmla="*/ 7 w 146"/>
                <a:gd name="T23" fmla="*/ 22 h 252"/>
                <a:gd name="T24" fmla="*/ 9 w 146"/>
                <a:gd name="T25" fmla="*/ 24 h 252"/>
                <a:gd name="T26" fmla="*/ 5 w 146"/>
                <a:gd name="T27" fmla="*/ 26 h 252"/>
                <a:gd name="T28" fmla="*/ 7 w 146"/>
                <a:gd name="T29" fmla="*/ 27 h 252"/>
                <a:gd name="T30" fmla="*/ 9 w 146"/>
                <a:gd name="T31" fmla="*/ 24 h 252"/>
                <a:gd name="T32" fmla="*/ 10 w 146"/>
                <a:gd name="T33" fmla="*/ 25 h 252"/>
                <a:gd name="T34" fmla="*/ 13 w 146"/>
                <a:gd name="T35" fmla="*/ 20 h 252"/>
                <a:gd name="T36" fmla="*/ 14 w 146"/>
                <a:gd name="T37" fmla="*/ 22 h 252"/>
                <a:gd name="T38" fmla="*/ 18 w 146"/>
                <a:gd name="T39" fmla="*/ 20 h 252"/>
                <a:gd name="T40" fmla="*/ 19 w 146"/>
                <a:gd name="T41" fmla="*/ 18 h 252"/>
                <a:gd name="T42" fmla="*/ 19 w 146"/>
                <a:gd name="T43" fmla="*/ 15 h 252"/>
                <a:gd name="T44" fmla="*/ 17 w 146"/>
                <a:gd name="T45" fmla="*/ 14 h 252"/>
                <a:gd name="T46" fmla="*/ 16 w 146"/>
                <a:gd name="T47" fmla="*/ 6 h 252"/>
                <a:gd name="T48" fmla="*/ 12 w 146"/>
                <a:gd name="T49" fmla="*/ 0 h 252"/>
                <a:gd name="T50" fmla="*/ 10 w 146"/>
                <a:gd name="T51" fmla="*/ 2 h 252"/>
                <a:gd name="T52" fmla="*/ 12 w 146"/>
                <a:gd name="T53" fmla="*/ 5 h 252"/>
                <a:gd name="T54" fmla="*/ 12 w 146"/>
                <a:gd name="T55" fmla="*/ 8 h 252"/>
                <a:gd name="T56" fmla="*/ 10 w 146"/>
                <a:gd name="T57" fmla="*/ 14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7 w 70"/>
                <a:gd name="T1" fmla="*/ 0 h 40"/>
                <a:gd name="T2" fmla="*/ 8 w 70"/>
                <a:gd name="T3" fmla="*/ 3 h 40"/>
                <a:gd name="T4" fmla="*/ 5 w 70"/>
                <a:gd name="T5" fmla="*/ 4 h 40"/>
                <a:gd name="T6" fmla="*/ 4 w 70"/>
                <a:gd name="T7" fmla="*/ 6 h 40"/>
                <a:gd name="T8" fmla="*/ 1 w 70"/>
                <a:gd name="T9" fmla="*/ 6 h 40"/>
                <a:gd name="T10" fmla="*/ 1 w 70"/>
                <a:gd name="T11" fmla="*/ 5 h 40"/>
                <a:gd name="T12" fmla="*/ 4 w 70"/>
                <a:gd name="T13" fmla="*/ 3 h 40"/>
                <a:gd name="T14" fmla="*/ 7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2 w 26"/>
                <a:gd name="T1" fmla="*/ 0 h 29"/>
                <a:gd name="T2" fmla="*/ 0 w 26"/>
                <a:gd name="T3" fmla="*/ 3 h 29"/>
                <a:gd name="T4" fmla="*/ 2 w 26"/>
                <a:gd name="T5" fmla="*/ 4 h 29"/>
                <a:gd name="T6" fmla="*/ 2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3 h 36"/>
                <a:gd name="T4" fmla="*/ 2 w 49"/>
                <a:gd name="T5" fmla="*/ 5 h 36"/>
                <a:gd name="T6" fmla="*/ 3 w 49"/>
                <a:gd name="T7" fmla="*/ 5 h 36"/>
                <a:gd name="T8" fmla="*/ 6 w 49"/>
                <a:gd name="T9" fmla="*/ 4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2 w 27"/>
                <a:gd name="T5" fmla="*/ 3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2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4 w 24"/>
                <a:gd name="T1" fmla="*/ 0 h 44"/>
                <a:gd name="T2" fmla="*/ 2 w 24"/>
                <a:gd name="T3" fmla="*/ 2 h 44"/>
                <a:gd name="T4" fmla="*/ 0 w 24"/>
                <a:gd name="T5" fmla="*/ 5 h 44"/>
                <a:gd name="T6" fmla="*/ 2 w 24"/>
                <a:gd name="T7" fmla="*/ 6 h 44"/>
                <a:gd name="T8" fmla="*/ 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5 w 41"/>
                <a:gd name="T1" fmla="*/ 0 h 24"/>
                <a:gd name="T2" fmla="*/ 4 w 41"/>
                <a:gd name="T3" fmla="*/ 4 h 24"/>
                <a:gd name="T4" fmla="*/ 5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3933" y="3167063"/>
            <a:ext cx="5901267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5234" y="3352800"/>
            <a:ext cx="2205567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95200" y="2895601"/>
            <a:ext cx="1483784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7599" y="3144913"/>
            <a:ext cx="6478057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7851" y="3097213"/>
            <a:ext cx="3962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801" y="1993900"/>
            <a:ext cx="206163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467" y="2862264"/>
            <a:ext cx="83185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79867" y="95250"/>
            <a:ext cx="2404533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05934" y="1968500"/>
            <a:ext cx="143933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4452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406400" y="4419600"/>
            <a:ext cx="8534400" cy="1143000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54453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406400" y="5715000"/>
            <a:ext cx="85344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pic>
        <p:nvPicPr>
          <p:cNvPr id="123" name="Picture 16" descr="a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3779" y="4593358"/>
            <a:ext cx="942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8" y="238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3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65" y="201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33" y="703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8989E-6 -4.62214E-8 C -0.10149 -0.11578 -0.4135 -0.63115 -0.60787 -0.68939 C -0.80198 -0.7474 -1.04938 -0.42454 -1.16545 -0.35452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73" y="-37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25A4A-BAED-4624-90D1-88F38BD6F015}" type="datetimeFigureOut">
              <a:rPr lang="zh-CN" altLang="en-US" smtClean="0"/>
              <a:pPr/>
              <a:t>2026/1/4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467834"/>
            <a:ext cx="10972800" cy="565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489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5024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计算机科学导论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974B1-CF7E-F81A-EDDF-A5288C7D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727" b="12682"/>
          <a:stretch/>
        </p:blipFill>
        <p:spPr>
          <a:xfrm>
            <a:off x="3711896" y="2683590"/>
            <a:ext cx="3997939" cy="410726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2" y="2683590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6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6064"/>
            <a:ext cx="10515600" cy="47971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考查形式</a:t>
            </a: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F3F36B-831C-1964-A9A1-CEF3AB813A25}"/>
              </a:ext>
            </a:extLst>
          </p:cNvPr>
          <p:cNvSpPr txBox="1"/>
          <p:nvPr/>
        </p:nvSpPr>
        <p:spPr>
          <a:xfrm>
            <a:off x="1974273" y="2454700"/>
            <a:ext cx="37048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时间地点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计分比例分配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题型占比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endParaRPr lang="zh-CN" altLang="en-US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445661-4A07-5CF7-AC6D-A5378E77D33D}"/>
              </a:ext>
            </a:extLst>
          </p:cNvPr>
          <p:cNvSpPr txBox="1"/>
          <p:nvPr/>
        </p:nvSpPr>
        <p:spPr>
          <a:xfrm>
            <a:off x="1974273" y="4763024"/>
            <a:ext cx="18582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理解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掌握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29ECD4-3D00-F833-0C97-E05EAE9E2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127" y="4854379"/>
            <a:ext cx="546970" cy="5088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9A9847-1FBE-C808-AAB2-A6921A343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442" y="5417135"/>
            <a:ext cx="546970" cy="5088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42FC37-2C9B-97E3-9E2F-BEE93F92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12" y="5417135"/>
            <a:ext cx="546970" cy="50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9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6064"/>
            <a:ext cx="10515600" cy="4797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691896" y="1320187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7000" b="1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F3F36B-831C-1964-A9A1-CEF3AB813A25}"/>
              </a:ext>
            </a:extLst>
          </p:cNvPr>
          <p:cNvSpPr txBox="1"/>
          <p:nvPr/>
        </p:nvSpPr>
        <p:spPr>
          <a:xfrm>
            <a:off x="195072" y="1390257"/>
            <a:ext cx="1180185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时间地点： </a:t>
            </a:r>
            <a:r>
              <a:rPr lang="en-US" altLang="zh-CN" sz="4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2026-01-19(14:00-16:00)</a:t>
            </a:r>
            <a:r>
              <a:rPr lang="zh-CN" altLang="en-US" sz="4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笃行</a:t>
            </a:r>
            <a:r>
              <a:rPr lang="en-US" altLang="zh-CN" sz="4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1-208</a:t>
            </a:r>
            <a:endParaRPr lang="en-US" altLang="zh-CN" sz="36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计分比例：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65%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期末成绩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+ 20%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平时成绩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+ 15%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期中考试（自查平时作业有无提交）</a:t>
            </a:r>
            <a:endParaRPr lang="en-US" altLang="zh-CN" sz="3600" dirty="0"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742950" indent="-742950">
              <a:buFont typeface="+mj-ea"/>
              <a:buAutoNum type="circleNumDbPlain" startAt="3"/>
            </a:pP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题型占比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纸质闭卷，时长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小时</a:t>
            </a:r>
            <a:endParaRPr lang="en-US" altLang="zh-CN" sz="3600" dirty="0"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单选题（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30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专有名词翻译（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简答题（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30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计算题（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20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材料分析题（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</a:t>
            </a:r>
            <a:endParaRPr lang="en-US" altLang="zh-CN" sz="3600" dirty="0"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21DDD7-F3F1-7A8E-7F84-1E32F5B17EB1}"/>
              </a:ext>
            </a:extLst>
          </p:cNvPr>
          <p:cNvSpPr txBox="1"/>
          <p:nvPr/>
        </p:nvSpPr>
        <p:spPr>
          <a:xfrm>
            <a:off x="4044662" y="265025"/>
            <a:ext cx="6094268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考查形式</a:t>
            </a:r>
            <a:endParaRPr kumimoji="0" lang="en-US" altLang="zh-CN" sz="7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37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6064"/>
            <a:ext cx="10515600" cy="4797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zh-CN" sz="48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7000" b="1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F3F36B-831C-1964-A9A1-CEF3AB813A25}"/>
              </a:ext>
            </a:extLst>
          </p:cNvPr>
          <p:cNvSpPr txBox="1"/>
          <p:nvPr/>
        </p:nvSpPr>
        <p:spPr>
          <a:xfrm>
            <a:off x="280416" y="1641196"/>
            <a:ext cx="117896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简答题（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30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分）分为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点（每点</a:t>
            </a:r>
            <a:r>
              <a:rPr lang="en-US" altLang="zh-CN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36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分）回答，按标号罗列。切勿留空，能写尽量写</a:t>
            </a:r>
            <a:endParaRPr lang="en-US" altLang="zh-CN" sz="3600" dirty="0"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答：（</a:t>
            </a:r>
            <a:r>
              <a:rPr lang="en-US" altLang="zh-CN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）数据规模。该算法可以通过数据规模增加来达到效率提高</a:t>
            </a:r>
            <a:endParaRPr lang="en-US" altLang="zh-CN" sz="36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</a:t>
            </a: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）策略改进。改进计算策略将运算简化可以提高效率</a:t>
            </a:r>
            <a:endParaRPr lang="en-US" altLang="zh-CN" sz="36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（</a:t>
            </a:r>
            <a:r>
              <a:rPr lang="en-US" altLang="zh-CN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）优化交互。将二次交互换成一次点击可以提高效率</a:t>
            </a:r>
            <a:endParaRPr lang="en-US" altLang="zh-CN" sz="36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21DDD7-F3F1-7A8E-7F84-1E32F5B17EB1}"/>
              </a:ext>
            </a:extLst>
          </p:cNvPr>
          <p:cNvSpPr txBox="1"/>
          <p:nvPr/>
        </p:nvSpPr>
        <p:spPr>
          <a:xfrm>
            <a:off x="4044662" y="265025"/>
            <a:ext cx="6094268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考查形式</a:t>
            </a:r>
            <a:endParaRPr kumimoji="0" lang="en-US" altLang="zh-CN" sz="7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624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769F9-9521-D8B3-4208-C84B4850E6C3}"/>
              </a:ext>
            </a:extLst>
          </p:cNvPr>
          <p:cNvSpPr txBox="1"/>
          <p:nvPr/>
        </p:nvSpPr>
        <p:spPr>
          <a:xfrm>
            <a:off x="838200" y="1582594"/>
            <a:ext cx="565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第一章绪论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200752-D9FD-8D34-B10B-AE209FF6EFA6}"/>
              </a:ext>
            </a:extLst>
          </p:cNvPr>
          <p:cNvSpPr txBox="1"/>
          <p:nvPr/>
        </p:nvSpPr>
        <p:spPr>
          <a:xfrm>
            <a:off x="1343890" y="2320125"/>
            <a:ext cx="1051559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计算机结构模型</a:t>
            </a:r>
            <a:r>
              <a:rPr lang="en-US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冯诺依曼体系结果特点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计算机特点和局限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计算机科学的应用领域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计算机发展史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0DF9FA-7684-E5A3-778B-4336736D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6185" y="2320125"/>
            <a:ext cx="1020459" cy="5196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E13B35-10CF-C146-3C3E-073742E43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7016120" y="3560323"/>
            <a:ext cx="516500" cy="519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389B7E-AC74-D3D7-4860-3BF32D620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911" y="2956179"/>
            <a:ext cx="1020459" cy="5196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BBE57B1-ABBA-E62E-94F7-39B7539AD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059304" y="4079719"/>
            <a:ext cx="516500" cy="5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7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769F9-9521-D8B3-4208-C84B4850E6C3}"/>
              </a:ext>
            </a:extLst>
          </p:cNvPr>
          <p:cNvSpPr txBox="1"/>
          <p:nvPr/>
        </p:nvSpPr>
        <p:spPr>
          <a:xfrm>
            <a:off x="838200" y="1582594"/>
            <a:ext cx="8122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第二章 </a:t>
            </a:r>
            <a:r>
              <a:rPr lang="en-US" altLang="zh-CN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与</a:t>
            </a:r>
            <a:r>
              <a:rPr lang="en-US" altLang="zh-CN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的信息世界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200752-D9FD-8D34-B10B-AE209FF6EFA6}"/>
              </a:ext>
            </a:extLst>
          </p:cNvPr>
          <p:cNvSpPr txBox="1"/>
          <p:nvPr/>
        </p:nvSpPr>
        <p:spPr>
          <a:xfrm>
            <a:off x="1343891" y="2320125"/>
            <a:ext cx="109485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选择二进制原因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进制转换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补码计算原理与方法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中文英文编码方法类型和特点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声音数字化三阶段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图像种类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C75319-5942-3665-BB84-17CA05C3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54" y="3444863"/>
            <a:ext cx="1020459" cy="5196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F729DF-009F-31AF-FA4A-FA5623C1F9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6"/>
          <a:stretch/>
        </p:blipFill>
        <p:spPr>
          <a:xfrm>
            <a:off x="5466723" y="2374626"/>
            <a:ext cx="516500" cy="51967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549D44-A049-9EEF-CFAE-4474C9EAC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6"/>
          <a:stretch/>
        </p:blipFill>
        <p:spPr>
          <a:xfrm>
            <a:off x="5837750" y="4610742"/>
            <a:ext cx="516500" cy="51967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111CE10-80AF-C889-C279-D326D1393C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6"/>
          <a:stretch/>
        </p:blipFill>
        <p:spPr>
          <a:xfrm>
            <a:off x="8164044" y="3986288"/>
            <a:ext cx="516500" cy="51967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F743885-EFE2-1B66-710F-88CBECB06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741" y="2925185"/>
            <a:ext cx="1020459" cy="51967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DAE598C-7002-68EF-F364-DB64CDE569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6"/>
          <a:stretch/>
        </p:blipFill>
        <p:spPr>
          <a:xfrm>
            <a:off x="4078491" y="5157296"/>
            <a:ext cx="516500" cy="5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769F9-9521-D8B3-4208-C84B4850E6C3}"/>
              </a:ext>
            </a:extLst>
          </p:cNvPr>
          <p:cNvSpPr txBox="1"/>
          <p:nvPr/>
        </p:nvSpPr>
        <p:spPr>
          <a:xfrm>
            <a:off x="838200" y="1436578"/>
            <a:ext cx="8939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第三章   计算机系统和存储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200752-D9FD-8D34-B10B-AE209FF6EFA6}"/>
              </a:ext>
            </a:extLst>
          </p:cNvPr>
          <p:cNvSpPr txBox="1"/>
          <p:nvPr/>
        </p:nvSpPr>
        <p:spPr>
          <a:xfrm>
            <a:off x="1424868" y="2204906"/>
            <a:ext cx="1094855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硬件系统组成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处理器系统功能和指标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存储器系统组成和访问速度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虚拟内存原理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硬盘结构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云存储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数据库系统组成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应用软件和系统软件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高级语言和机器语言的区别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面向对像和面向过程区别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程序组成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解释型语言特点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程序基本语法控制种类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68E17E0-A506-F0EC-B9E7-652888B2B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384164" y="2285077"/>
            <a:ext cx="516500" cy="5196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F01419-1964-4D01-CDF0-DD28FD8CE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6919868" y="2847542"/>
            <a:ext cx="516500" cy="519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2FE4AE8-4BC9-929A-87EB-4C20DA205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7773095" y="3429000"/>
            <a:ext cx="516500" cy="5196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74A927-2460-6784-33F1-10B6407D46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158813" y="4457546"/>
            <a:ext cx="516500" cy="5196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6D3F1B-E801-EF7C-FAA2-EEBC7B45EA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3642313" y="5107567"/>
            <a:ext cx="516500" cy="519678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60FC3ED-D94B-4B77-209F-BEC99D8E31CC}"/>
              </a:ext>
            </a:extLst>
          </p:cNvPr>
          <p:cNvGrpSpPr/>
          <p:nvPr/>
        </p:nvGrpSpPr>
        <p:grpSpPr>
          <a:xfrm>
            <a:off x="5138502" y="3896497"/>
            <a:ext cx="983572" cy="536665"/>
            <a:chOff x="5138502" y="3896497"/>
            <a:chExt cx="983572" cy="53666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43D30E5-3D9D-1650-2F44-EB5722E9F0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138502" y="3913484"/>
              <a:ext cx="516500" cy="519678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AB7D1D5-CF21-1652-FCE6-0C5ADBC06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605574" y="3896497"/>
              <a:ext cx="516500" cy="519678"/>
            </a:xfrm>
            <a:prstGeom prst="rect">
              <a:avLst/>
            </a:prstGeom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B1522958-6FAB-7357-10BC-F70A4000EA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633675" y="5507918"/>
            <a:ext cx="516500" cy="51967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4814F2A-84B6-33E2-4F69-497863BC87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6773627" y="6158189"/>
            <a:ext cx="516500" cy="5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50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AF11-9731-EDA9-6241-6F14E099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B0EBE-526C-B4CF-9FEC-9D0A57E2E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47D9CDB-D75E-CF56-CF42-AB549AD2D741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6512BA6F-4FB8-6A29-9AFE-937E19A44061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1E5015-525C-6A4F-8AEA-230CBA98BBF8}"/>
              </a:ext>
            </a:extLst>
          </p:cNvPr>
          <p:cNvSpPr txBox="1"/>
          <p:nvPr/>
        </p:nvSpPr>
        <p:spPr>
          <a:xfrm>
            <a:off x="838200" y="1436578"/>
            <a:ext cx="8939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第三章   计算机系统和存储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5EAFCF-684D-B43F-FFF9-69750DC3C518}"/>
              </a:ext>
            </a:extLst>
          </p:cNvPr>
          <p:cNvSpPr txBox="1"/>
          <p:nvPr/>
        </p:nvSpPr>
        <p:spPr>
          <a:xfrm>
            <a:off x="1424868" y="2204906"/>
            <a:ext cx="10948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操作系统功能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机器语言，汇编语言，高级语言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编译器语言和解释器语言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面向对像和面向过程区别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1C9D07B-82CD-521C-EC9B-00E8F0E7EE51}"/>
              </a:ext>
            </a:extLst>
          </p:cNvPr>
          <p:cNvGrpSpPr/>
          <p:nvPr/>
        </p:nvGrpSpPr>
        <p:grpSpPr>
          <a:xfrm>
            <a:off x="5308092" y="2200511"/>
            <a:ext cx="983572" cy="536665"/>
            <a:chOff x="5138502" y="3896497"/>
            <a:chExt cx="983572" cy="53666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C86C7AD-9235-D031-296A-70BB6A372A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138502" y="3913484"/>
              <a:ext cx="516500" cy="519678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0DBA502-A8BE-E49C-87CA-3B133B77E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605574" y="3896497"/>
              <a:ext cx="516500" cy="519678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90AE48F-62C7-BA1C-7C25-7DD9DB72C38A}"/>
              </a:ext>
            </a:extLst>
          </p:cNvPr>
          <p:cNvGrpSpPr/>
          <p:nvPr/>
        </p:nvGrpSpPr>
        <p:grpSpPr>
          <a:xfrm>
            <a:off x="8781489" y="2822959"/>
            <a:ext cx="983572" cy="536665"/>
            <a:chOff x="5138502" y="3896497"/>
            <a:chExt cx="983572" cy="53666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376F3EA-4781-5C7C-5D55-5956C012F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138502" y="3913484"/>
              <a:ext cx="516500" cy="519678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26D065F-BAFA-80E6-3909-B2697EC870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605574" y="3896497"/>
              <a:ext cx="516500" cy="519678"/>
            </a:xfrm>
            <a:prstGeom prst="rect">
              <a:avLst/>
            </a:prstGeom>
          </p:spPr>
        </p:pic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04251690-0A96-5C54-D834-2D6E3C934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7499598" y="3993552"/>
            <a:ext cx="516500" cy="519678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72E3D164-142D-F4DD-3D1C-A31FA5727D58}"/>
              </a:ext>
            </a:extLst>
          </p:cNvPr>
          <p:cNvGrpSpPr/>
          <p:nvPr/>
        </p:nvGrpSpPr>
        <p:grpSpPr>
          <a:xfrm>
            <a:off x="7434131" y="3330948"/>
            <a:ext cx="983572" cy="536665"/>
            <a:chOff x="5138502" y="3896497"/>
            <a:chExt cx="983572" cy="536665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F70877D-5E37-D294-F442-4850F1DCE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138502" y="3913484"/>
              <a:ext cx="516500" cy="519678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732446E-03D6-9CCC-CD40-430B2EB61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386"/>
            <a:stretch/>
          </p:blipFill>
          <p:spPr>
            <a:xfrm>
              <a:off x="5605574" y="3896497"/>
              <a:ext cx="516500" cy="5196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386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56E4A874-DB7F-DBF4-3540-7D1A81B6880F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769F9-9521-D8B3-4208-C84B4850E6C3}"/>
              </a:ext>
            </a:extLst>
          </p:cNvPr>
          <p:cNvSpPr txBox="1"/>
          <p:nvPr/>
        </p:nvSpPr>
        <p:spPr>
          <a:xfrm>
            <a:off x="821977" y="1436816"/>
            <a:ext cx="8607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第四章 计算机网络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200752-D9FD-8D34-B10B-AE209FF6EFA6}"/>
              </a:ext>
            </a:extLst>
          </p:cNvPr>
          <p:cNvSpPr txBox="1"/>
          <p:nvPr/>
        </p:nvSpPr>
        <p:spPr>
          <a:xfrm>
            <a:off x="1944832" y="2324326"/>
            <a:ext cx="8186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网络介质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网络设备法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网络协议与体系结构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61D5BE-1B6B-8B46-48B4-ADA9F2FD9C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619145" y="2390152"/>
            <a:ext cx="516500" cy="519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05B27D0-16B6-A960-41DC-FE6E88F605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050956" y="2947948"/>
            <a:ext cx="516500" cy="5196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BCE25E-0FFA-B802-0E52-C3E0E9BE77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7103890" y="3534364"/>
            <a:ext cx="516500" cy="5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48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775F-C95C-2B2F-4BD1-FB3EE196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55FB5-FD14-1509-CD13-F726D98B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05FB2BB-0B32-53E1-9F6D-CE90CD159071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77FE271E-E2F5-F221-30AF-771B7A48BD62}"/>
              </a:ext>
            </a:extLst>
          </p:cNvPr>
          <p:cNvSpPr txBox="1">
            <a:spLocks/>
          </p:cNvSpPr>
          <p:nvPr/>
        </p:nvSpPr>
        <p:spPr>
          <a:xfrm>
            <a:off x="838200" y="2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776756-2B75-21C4-F9D7-6C88D4744A15}"/>
              </a:ext>
            </a:extLst>
          </p:cNvPr>
          <p:cNvSpPr txBox="1"/>
          <p:nvPr/>
        </p:nvSpPr>
        <p:spPr>
          <a:xfrm>
            <a:off x="838200" y="1582594"/>
            <a:ext cx="8607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4400" b="1" dirty="0">
                <a:solidFill>
                  <a:srgbClr val="843C0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第五章 程序语言和算法</a:t>
            </a:r>
            <a:endParaRPr lang="zh-CN" altLang="en-US" sz="32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EC112C-3B90-DACE-9E35-F3BA32F269CF}"/>
              </a:ext>
            </a:extLst>
          </p:cNvPr>
          <p:cNvSpPr txBox="1"/>
          <p:nvPr/>
        </p:nvSpPr>
        <p:spPr>
          <a:xfrm>
            <a:off x="1944832" y="2324326"/>
            <a:ext cx="818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算法特征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数据结构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排序和查找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递归算法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迭代算法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贪心算法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时间复杂度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E011C1-75BC-3932-8A71-CA561987D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619145" y="2390152"/>
            <a:ext cx="516500" cy="519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47EDFE8-413A-2B17-E82A-A6B1176A5B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050956" y="2947948"/>
            <a:ext cx="516500" cy="5196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72F352-0CFE-0DB2-0E99-E03F843191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433586" y="3557677"/>
            <a:ext cx="516500" cy="5196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06EC94D-04D4-46D1-B05B-CB76E03EF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867295" y="4049646"/>
            <a:ext cx="516500" cy="5196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17F187-A26A-294A-E68B-3939828A9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619145" y="4634613"/>
            <a:ext cx="516500" cy="51967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C3EF2D7-5FB6-6708-018D-C80491B26E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4702617" y="5109048"/>
            <a:ext cx="516500" cy="51967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65FE9B1-7268-6C7C-EA05-24E426538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259834" y="5102627"/>
            <a:ext cx="516500" cy="51967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86BA765-12CF-CC04-532C-851494AD4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86"/>
          <a:stretch/>
        </p:blipFill>
        <p:spPr>
          <a:xfrm>
            <a:off x="5117399" y="5737857"/>
            <a:ext cx="516500" cy="5196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CE929C4-B348-ED11-766A-AD58F40FF5FA}"/>
              </a:ext>
            </a:extLst>
          </p:cNvPr>
          <p:cNvSpPr txBox="1"/>
          <p:nvPr/>
        </p:nvSpPr>
        <p:spPr>
          <a:xfrm>
            <a:off x="774284" y="6084581"/>
            <a:ext cx="107227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各章结合平时作业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期中随堂测复习</a:t>
            </a:r>
          </a:p>
        </p:txBody>
      </p:sp>
    </p:spTree>
    <p:extLst>
      <p:ext uri="{BB962C8B-B14F-4D97-AF65-F5344CB8AC3E}">
        <p14:creationId xmlns:p14="http://schemas.microsoft.com/office/powerpoint/2010/main" val="178131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10158</TotalTime>
  <Words>378</Words>
  <Application>Microsoft Office PowerPoint</Application>
  <PresentationFormat>宽屏</PresentationFormat>
  <Paragraphs>86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等线</vt:lpstr>
      <vt:lpstr>等线 Light</vt:lpstr>
      <vt:lpstr>黑体</vt:lpstr>
      <vt:lpstr>华文楷体</vt:lpstr>
      <vt:lpstr>楷体</vt:lpstr>
      <vt:lpstr>宋体</vt:lpstr>
      <vt:lpstr>微软雅黑</vt:lpstr>
      <vt:lpstr>幼圆</vt:lpstr>
      <vt:lpstr>Arial</vt:lpstr>
      <vt:lpstr>Calibri</vt:lpstr>
      <vt:lpstr>Times New Roman</vt:lpstr>
      <vt:lpstr>Wingdings</vt:lpstr>
      <vt:lpstr>Office 主题​​</vt:lpstr>
      <vt:lpstr>自定义设计方案</vt:lpstr>
      <vt:lpstr>计算机科学导论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数据分析方法</dc:title>
  <dc:creator>Windows 用户</dc:creator>
  <cp:lastModifiedBy>admin</cp:lastModifiedBy>
  <cp:revision>395</cp:revision>
  <dcterms:created xsi:type="dcterms:W3CDTF">2020-02-05T02:41:26Z</dcterms:created>
  <dcterms:modified xsi:type="dcterms:W3CDTF">2026-01-04T02:00:42Z</dcterms:modified>
</cp:coreProperties>
</file>